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EE5E0-4266-4291-B903-40DEDD455C36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8E316-0E67-4902-8B03-8CCA5AFDD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4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88E0-10D0-9C65-39F1-BF7645D79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C38DB-A428-1F47-D2F7-F9859323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DC530-C3BB-C9CB-030B-521E06A1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9E9FF-2C92-424E-8B93-A1797D298AC0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C3A2-2720-5210-6829-C5435B77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40218-F527-8704-4C18-5D444C22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4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D56E-65E3-0062-C85B-7D8E5B9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4D96-042A-4347-BB7E-51F4F202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C85E8-3263-F79A-B3C7-3BDD5BC9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CF8-D560-427E-BD04-1C2DF31EE781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5D1D-FE6E-9115-E85A-5A3C2BEA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AB12-2C24-609F-468F-DFC54E3A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B4A5-03BC-8115-0B9F-159FCD12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84CA1-29E9-B449-6B9E-26CE76EC3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54DE-A2D8-6CEC-DE93-9A0EFDF2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A830-D641-48AB-BEAC-A4307F3BF633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F103E-4775-AAA3-1CDB-03763E3F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6B45B-99C4-B093-6073-8FEF5E05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1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09A7-3FEC-9DAB-CD13-4676CD76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BE5-3873-B971-2EA6-4FDEBFB77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F2EF7-11F8-BB17-F3D8-2C526BF53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BBB79-9590-4B90-7EB5-48DA6235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9FB9-DC88-4E1F-9014-A26BFA31B135}" type="datetime1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4450-51D3-ECA3-19FD-40CC4A37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8AB59-3DE6-8FF5-97EE-7FF377C7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3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A67D-6313-B382-864E-696AC54E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61247-AEA9-260A-3495-7B7198DCC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EC4C0-4ED6-0124-4D01-AC9BB9369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B9FD8-E9DC-6815-5A3D-58DC0621E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AE1C7-C95B-F04F-6431-2A8147A3D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E0ECB-3810-168D-4E5D-28D2A51B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93A3-B501-4E02-8E22-934AFC995696}" type="datetime1">
              <a:rPr lang="en-US" smtClean="0"/>
              <a:t>2/19/2024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4D082-537A-C7D5-CFD5-AFFB903A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1749E-7B3B-F012-5D54-50152710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E2D2-CB09-D355-5908-0E39F13F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34C18-02A4-133B-3222-5FC124C6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88BD-853C-460F-9DD0-731845C9AA46}" type="datetime1">
              <a:rPr lang="en-US" smtClean="0"/>
              <a:t>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5A693-815D-5491-439D-AAF4F63A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C867-40F4-E51B-FC5D-D04B0CC2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8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24ED78-7FFC-F0EA-8D06-9E30681F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6C3-4F1D-4C4A-AB5C-E629171D4591}" type="datetime1">
              <a:rPr lang="en-US" smtClean="0"/>
              <a:t>2/19/2024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0AA0D-9DCD-990C-ED2B-6106C58F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81F6-BBB7-1D95-3B3F-6089568A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1D01-2984-BC39-75BA-E5F40D4D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915B-91EB-35DC-FF09-5D982E91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487BB-19ED-A564-F795-56B8132CF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4AEE4-200F-E9D5-F235-31A235CE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6105-4FF4-4850-88E3-6D0D3463802C}" type="datetime1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CAD4E-B63F-DC50-46DA-0A82A0D8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B8897-5805-C2A0-8D15-B5FFB9C1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9562-A810-1597-84D0-123740DB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99674-DF2B-E7C2-4EC6-DC949D21D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DDDD0-E218-F90D-113A-98AEB05F8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AB5FD-5E3C-94FC-09A9-B7112F5F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19C11-7933-45A3-B57D-EEBD833462B6}" type="datetime1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CAAB1-0476-0119-AFDC-8A9DCD3B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68E67-0441-FDE1-6E5A-6CCAB9D6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9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729E-6516-351C-A00D-91130693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DABC6-B6E2-4AA0-A955-0A1BD64AC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1096-8383-32C9-ED8A-6E902E8C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4ABE-8FCF-41B5-9179-3E28722F8E0F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3049D-2DF8-81F7-67D5-9C9B8108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7CC27-A602-98A7-8876-709E2011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1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E1404-EEA5-C4BB-D374-7ACD6026B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31F42-2934-F021-2037-86D2FCE04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E43EC-CDAB-12A6-29EA-D414F3D0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637A-53C3-4B3B-93F0-39AF2B26EED5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5228-8CB6-FF57-7BFC-73576069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D008-3B01-F020-16FD-8B1E9541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5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6F0E9-F7DB-5045-FBF2-5C0EE21E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57FC5-EA7C-8920-94E8-CEAA8D4F1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00ACC-7474-FC06-B6EE-ABD3B12E1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E665C-8CDB-44A5-AD42-50D72DEA0029}" type="datetime1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99B8-9F48-5917-1B9C-293127B66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2F50D-2E1A-DA12-5F4F-AC17AFDF5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2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B229F-5CF8-A4C5-BAB4-05524796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#AnEndToUnemployment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5E2DA872-979C-0B92-1437-8FF49958F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75C579-4960-9771-D2C0-70FBEBD0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52D0F-C7D4-6D3E-76CA-70A23FA9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6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89C06-1445-B29C-3614-5E3F6269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A03253-931E-0739-8D7F-1F9CE3982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74629-5FE3-3FB5-4E86-FB40D86A9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4FBDDB-3973-2BF8-7CAD-7D7515A33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3E8F5-8D08-1B48-B8FD-A1DBFFC16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7699B3-820C-F5A7-8FD5-3B516FD2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A9F3C5-87EC-9225-51FB-60396109F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005ED1F-2CAF-7D98-789A-3D4222EA3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98EA6-722C-27C9-BB10-1CB550B98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#NewTacsResource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E7B3B7D8-AD09-96E3-E458-AF9371710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7F6868-F647-19B2-13C3-4AA7BDB9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AD4437-C21E-5009-48F4-845AE436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0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5C19C-DD85-CE8D-80DF-6C769FE3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B1592D-4953-54A7-D277-47F794424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948CAE-C903-3E05-9364-109DD02A3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DAC4E7-B590-3B0A-C820-167F8A0C7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BF77E4-C754-F996-E8ED-7C7BB8C96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7280D8-A09B-4E12-0B19-03D51A5D4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D8CCEC-A38F-3A70-8C2D-25704D084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DBA993-84CE-7CA4-B4F8-1167C3DB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95B78-76C4-549B-7E93-5933D2A90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#EndlessEnergyFree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D870A464-885A-0A04-DD1D-42FC6937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CEC7C0-F7A7-37FF-1BF6-17BCFF064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17DC3-FF92-10CA-26B4-80A1FFC0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DFE0C0-7346-456B-86B5-CFEDB5782F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49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7BFE1-CD02-A4A2-C319-4427786B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17B3F5-75ED-C2FE-577B-48627C360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EAB89-E482-3CB8-3946-05E9F61F5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463C65-B2B8-020D-E3DC-9B1602FC9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B9B872-3DCB-2C7D-C75C-2455D3CD9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6E01FF-9BF9-334E-E9DF-A56C00ED6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81E098-D65B-56D9-579B-F262C557A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9640D80-183D-ACC7-EAF0-CFA7DD2BA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DDF01-8F30-1576-C1E6-9FAE4A51E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#BestPlanForTaxes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81A11784-69C8-691F-7A80-A07DD2972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1CDA07-CFC3-C4AB-DD4A-87D4D45C7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7E191-7ED8-C0CD-8F4A-BF0AB2D4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DFE0C0-7346-456B-86B5-CFEDB5782F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71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EA964-3B84-7344-355A-BCE4F263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DFF057A-9EC0-A871-368D-4B3EDED9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C97DB5-B07B-05EC-C3C2-096825AFD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C6F7DC-7963-2316-8E2C-490AC5AD9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89689-64F4-7D51-DEDC-DADA20920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46D413-200D-C1B7-B3E5-775EF1B92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4CAEA3-39B4-93C9-196F-D7F165E7D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772A5C3-027A-4053-B92D-C71B97EE7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5543E-616B-ADA5-BABD-302E81F30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#CompassionateHiveMind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65A708E5-471D-EBA0-2CB3-B8C513C4F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C903F5-0095-B432-4E13-3783219D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E7701-3C15-3329-29A7-32AD3463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DFE0C0-7346-456B-86B5-CFEDB5782F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75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6319C-C160-1BD0-C933-184CC618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1916E4-04B4-B737-A353-9462711F1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1B750F-D5C0-808E-5DC7-BAC82C1DA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56C13C-8AD4-552C-EF87-2F436C0A2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0F338F-E1C7-8D7E-4AB2-D001388AB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80C189-0F33-8028-9130-702A6AFE7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F4038A-1125-1095-809E-DA4FF5D79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C92F0EE-0CB5-BA53-9392-B0E6C7204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752ED-A707-EB74-C760-BF8849B70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30A9FFF4-F0BA-8980-7050-E64CEEC84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3FDEFD-EA07-E4C2-4DE8-E5E51352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C2178-16AA-4C84-7D7A-336E4DE0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DFE0C0-7346-456B-86B5-CFEDB5782F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89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75413-37A7-EDE3-F82B-98467B9DC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F301201-760B-55E3-16D5-E51288099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B9FF-D28E-19C1-0360-0535C8CC8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31372C-8ACD-A586-7027-CBD2B0E3C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1FA77F-39CC-C0A0-CBEB-8BFE9DB3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6C3F40-2146-04E7-DC8C-13154A60D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28A85E-F392-150F-C501-0A1DDA2BF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A56AA1E-82E0-01CC-8C9B-DBAF6A3BD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871D7-6160-7AC9-2A80-BC4BBD082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681C4901-486B-7E11-5D02-E53EA6CB8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C8ABF5-E1D7-7BE8-420B-19E4D7213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5FCA2-6825-367D-ECD5-FE6497EA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DFE0C0-7346-456B-86B5-CFEDB5782F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25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1D965-FE4B-CC07-DCAF-8CA830CC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0FA2E4-8A39-B04C-6F02-5AE03028A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0378D1-9556-400C-7CE4-5D406A7D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14998C-A024-FEE5-C400-F0143DD41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8676C9-4BFF-E163-0380-900B18C49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C1D797-1E63-59AC-0C6B-D44C88B3C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37C9BD-5950-13E0-B905-FC40F14E6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7ADB34C-0448-E9E9-3B65-7E34CCBCD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F7590-F95E-DFA2-F910-E7B0F5745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D21D124B-7ECA-F2DF-0921-4B05990BA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6FCA09-C70A-670C-C477-E220601F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F0EE5-3B9B-937B-C28F-49F8F9C4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DFE0C0-7346-456B-86B5-CFEDB5782F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52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ACC20-2743-7D74-5C71-1AC07ABB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7B5F620-A272-110F-9A1A-80BFB4DB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1731FE-C8CA-A4DF-C74D-29D4100D1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73AB59-E229-86EC-13B2-2BD799F9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905582-6541-BFF6-823D-51EE8EA64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10DB67-F75B-E9A9-ED05-757F398AF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828737-2E12-0446-92EA-CC4D98993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A88B8A8-5245-3093-0BCA-42248190B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7ABA8-ACA7-DAE6-C242-F1997A927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7E3503DE-9C27-FA7B-E845-54EFEA2CA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00962D-B9B9-75EE-8BB2-3A23B6FD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06D04-C741-EB14-0F7E-F6F09F0F8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DFE0C0-7346-456B-86B5-CFEDB5782F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845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436F1-6DFA-0C94-F64E-68C87C1BF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9FF6-6590-21C3-70CF-77DDC1A6D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8B5F8B-D920-8C62-88F9-E84098C6D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EAB987-22DC-CA31-5B0C-49301B45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773BFE-B01E-FBDB-D2CB-89322D46D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F1F315-C25A-990B-A754-E4E5B3DEF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A0B6B1-A25C-E6C3-53FB-29D016935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44EB95-9C5A-64EB-E742-2056F61FC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C3269-6930-4AAF-19A2-74CBFFE74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5EA2558C-D4DC-9B0B-FBE9-D8FDA9A1B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73B8B5-DD66-668D-12D2-C2987614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84138-2556-1EC4-1883-194790E8D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DFE0C0-7346-456B-86B5-CFEDB5782F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62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175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DeRemer</dc:creator>
  <cp:lastModifiedBy>Jeff DeRemer</cp:lastModifiedBy>
  <cp:revision>12</cp:revision>
  <dcterms:created xsi:type="dcterms:W3CDTF">2024-02-09T15:17:32Z</dcterms:created>
  <dcterms:modified xsi:type="dcterms:W3CDTF">2024-02-19T14:49:48Z</dcterms:modified>
</cp:coreProperties>
</file>