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788E0-10D0-9C65-39F1-BF7645D79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7C38DB-A428-1F47-D2F7-F9859323C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DC530-C3BB-C9CB-030B-521E06A1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2C3A2-2720-5210-6829-C5435B770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40218-F527-8704-4C18-5D444C225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248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9D56E-65E3-0062-C85B-7D8E5B98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D4D96-042A-4347-BB7E-51F4F202E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C85E8-3263-F79A-B3C7-3BDD5BC9D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75D1D-FE6E-9115-E85A-5A3C2BEAC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2AB12-2C24-609F-468F-DFC54E3A6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07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B4A5-03BC-8115-0B9F-159FCD120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84CA1-29E9-B449-6B9E-26CE76EC3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754DE-A2D8-6CEC-DE93-9A0EFDF26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F103E-4775-AAA3-1CDB-03763E3F9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6B45B-99C4-B093-6073-8FEF5E05A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61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409A7-3FEC-9DAB-CD13-4676CD76B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15BE5-3873-B971-2EA6-4FDEBFB77B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F2EF7-11F8-BB17-F3D8-2C526BF53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BBB79-9590-4B90-7EB5-48DA6235B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B4450-51D3-ECA3-19FD-40CC4A37C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8AB59-3DE6-8FF5-97EE-7FF377C7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39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0A67D-6313-B382-864E-696AC54E4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61247-AEA9-260A-3495-7B7198DCC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DEC4C0-4ED6-0124-4D01-AC9BB9369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AB9FD8-E9DC-6815-5A3D-58DC0621E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8AE1C7-C95B-F04F-6431-2A8147A3D7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8E0ECB-3810-168D-4E5D-28D2A51BC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C4D082-537A-C7D5-CFD5-AFFB903A9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81749E-7B3B-F012-5D54-50152710D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85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DE2D2-CB09-D355-5908-0E39F13FC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34C18-02A4-133B-3222-5FC124C60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65A693-815D-5491-439D-AAF4F63AA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CBC867-40F4-E51B-FC5D-D04B0CC25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80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24ED78-7FFC-F0EA-8D06-9E30681F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10AA0D-9DCD-990C-ED2B-6106C58FF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081F6-BBB7-1D95-3B3F-6089568A0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55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81D01-2984-BC39-75BA-E5F40D4DA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5915B-91EB-35DC-FF09-5D982E916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3487BB-19ED-A564-F795-56B8132CF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4AEE4-200F-E9D5-F235-31A235CE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CAD4E-B63F-DC50-46DA-0A82A0D8F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B8897-5805-C2A0-8D15-B5FFB9C17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60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99562-A810-1597-84D0-123740DBB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999674-DF2B-E7C2-4EC6-DC949D21D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DDDD0-E218-F90D-113A-98AEB05F8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AB5FD-5E3C-94FC-09A9-B7112F5FC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CAAB1-0476-0119-AFDC-8A9DCD3B7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68E67-0441-FDE1-6E5A-6CCAB9D6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98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8729E-6516-351C-A00D-911306934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DABC6-B6E2-4AA0-A955-0A1BD64AC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11096-8383-32C9-ED8A-6E902E8CA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3049D-2DF8-81F7-67D5-9C9B81088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7CC27-A602-98A7-8876-709E20111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10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4E1404-EEA5-C4BB-D374-7ACD6026BE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831F42-2934-F021-2037-86D2FCE04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E43EC-CDAB-12A6-29EA-D414F3D06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05228-8CB6-FF57-7BFC-735760690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FD008-3B01-F020-16FD-8B1E9541E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5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66F0E9-F7DB-5045-FBF2-5C0EE21E4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57FC5-EA7C-8920-94E8-CEAA8D4F1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00ACC-7474-FC06-B6EE-ABD3B12E1B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999B8-9F48-5917-1B9C-293127B66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2F50D-2E1A-DA12-5F4F-AC17AFDF5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23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3EB229F-5CF8-A4C5-BAB4-055247966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44" y="502920"/>
            <a:ext cx="4361688" cy="5952744"/>
          </a:xfrm>
        </p:spPr>
        <p:txBody>
          <a:bodyPr/>
          <a:lstStyle/>
          <a:p>
            <a:r>
              <a:rPr lang="en-US" dirty="0"/>
              <a:t>intro</a:t>
            </a:r>
          </a:p>
        </p:txBody>
      </p:sp>
    </p:spTree>
    <p:extLst>
      <p:ext uri="{BB962C8B-B14F-4D97-AF65-F5344CB8AC3E}">
        <p14:creationId xmlns:p14="http://schemas.microsoft.com/office/powerpoint/2010/main" val="1288465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51"/>
    </mc:Choice>
    <mc:Fallback>
      <p:transition spd="slow" advTm="605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7DFCB-456F-7229-DF8C-7C575D3E5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AC8C108-6C13-6533-48C5-FD32852C8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44" y="502920"/>
            <a:ext cx="4361688" cy="5952744"/>
          </a:xfrm>
        </p:spPr>
        <p:txBody>
          <a:bodyPr/>
          <a:lstStyle/>
          <a:p>
            <a:r>
              <a:rPr lang="en-US" dirty="0"/>
              <a:t>State of the earth </a:t>
            </a:r>
          </a:p>
          <a:p>
            <a:r>
              <a:rPr lang="en-US" dirty="0"/>
              <a:t>We all share </a:t>
            </a:r>
            <a:r>
              <a:rPr lang="en-US" i="1" dirty="0"/>
              <a:t>Many</a:t>
            </a:r>
            <a:r>
              <a:rPr lang="en-US" dirty="0"/>
              <a:t> threats</a:t>
            </a:r>
          </a:p>
          <a:p>
            <a:r>
              <a:rPr lang="en-US" dirty="0"/>
              <a:t>#1 - Global Warming</a:t>
            </a:r>
          </a:p>
        </p:txBody>
      </p:sp>
    </p:spTree>
    <p:extLst>
      <p:ext uri="{BB962C8B-B14F-4D97-AF65-F5344CB8AC3E}">
        <p14:creationId xmlns:p14="http://schemas.microsoft.com/office/powerpoint/2010/main" val="42456841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361"/>
    </mc:Choice>
    <mc:Fallback>
      <p:transition spd="slow" advTm="936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419B4-F9F8-8A8F-B357-DD1EB0C27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FD33CC6-E0A4-1BE6-C905-DD35A6887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44" y="502920"/>
            <a:ext cx="4361688" cy="5952744"/>
          </a:xfrm>
        </p:spPr>
        <p:txBody>
          <a:bodyPr/>
          <a:lstStyle/>
          <a:p>
            <a:r>
              <a:rPr lang="en-US" dirty="0"/>
              <a:t>Current political offerings;</a:t>
            </a:r>
          </a:p>
          <a:p>
            <a:r>
              <a:rPr lang="en-US" dirty="0"/>
              <a:t>Business as usual</a:t>
            </a:r>
          </a:p>
          <a:p>
            <a:r>
              <a:rPr lang="en-US" dirty="0"/>
              <a:t>= “Fight!”</a:t>
            </a:r>
          </a:p>
          <a:p>
            <a:endParaRPr lang="en-US" dirty="0"/>
          </a:p>
          <a:p>
            <a:r>
              <a:rPr lang="en-US" dirty="0"/>
              <a:t>We are anything but “Business as Usual”</a:t>
            </a:r>
          </a:p>
        </p:txBody>
      </p:sp>
    </p:spTree>
    <p:extLst>
      <p:ext uri="{BB962C8B-B14F-4D97-AF65-F5344CB8AC3E}">
        <p14:creationId xmlns:p14="http://schemas.microsoft.com/office/powerpoint/2010/main" val="18241156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827"/>
    </mc:Choice>
    <mc:Fallback>
      <p:transition spd="slow" advTm="1482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6F7CB-2498-3837-B8F7-CA8829457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EAFF55-2BC9-2B45-147B-AF33785F9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44" y="502920"/>
            <a:ext cx="4361688" cy="5952744"/>
          </a:xfrm>
        </p:spPr>
        <p:txBody>
          <a:bodyPr/>
          <a:lstStyle/>
          <a:p>
            <a:r>
              <a:rPr lang="en-US" dirty="0"/>
              <a:t>I think we are heading into “Hell on Earth”</a:t>
            </a:r>
          </a:p>
          <a:p>
            <a:r>
              <a:rPr lang="en-US" dirty="0"/>
              <a:t>I hate sensationalists.. </a:t>
            </a:r>
          </a:p>
          <a:p>
            <a:r>
              <a:rPr lang="en-US" dirty="0"/>
              <a:t>But that’s where we are</a:t>
            </a:r>
          </a:p>
          <a:p>
            <a:r>
              <a:rPr lang="en-US" dirty="0"/>
              <a:t>It’s not “Coming” </a:t>
            </a:r>
          </a:p>
          <a:p>
            <a:r>
              <a:rPr lang="en-US" dirty="0"/>
              <a:t>It arrived on our doorstep at the end of last summer</a:t>
            </a:r>
          </a:p>
          <a:p>
            <a:r>
              <a:rPr lang="en-US" dirty="0"/>
              <a:t>This summer will be our first true taste of Hell on Earth</a:t>
            </a:r>
          </a:p>
        </p:txBody>
      </p:sp>
    </p:spTree>
    <p:extLst>
      <p:ext uri="{BB962C8B-B14F-4D97-AF65-F5344CB8AC3E}">
        <p14:creationId xmlns:p14="http://schemas.microsoft.com/office/powerpoint/2010/main" val="19520843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126"/>
    </mc:Choice>
    <mc:Fallback>
      <p:transition spd="slow" advTm="1612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465F4-6CAB-4986-431A-492E19BA3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7074EEF-26A0-9426-DF76-418EBF1EC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44" y="502920"/>
            <a:ext cx="4361688" cy="5952744"/>
          </a:xfrm>
        </p:spPr>
        <p:txBody>
          <a:bodyPr/>
          <a:lstStyle/>
          <a:p>
            <a:r>
              <a:rPr lang="en-US" dirty="0"/>
              <a:t>I can &amp; will address these issues</a:t>
            </a:r>
          </a:p>
          <a:p>
            <a:r>
              <a:rPr lang="en-US" dirty="0"/>
              <a:t>To do this – we all (and that includes you) need to rise above “The Fight”</a:t>
            </a:r>
          </a:p>
          <a:p>
            <a:r>
              <a:rPr lang="en-US" dirty="0"/>
              <a:t>Creative thinkers, able to adapt &amp; respond to </a:t>
            </a:r>
            <a:r>
              <a:rPr lang="en-US" i="1" dirty="0"/>
              <a:t>whatever</a:t>
            </a:r>
            <a:r>
              <a:rPr lang="en-US" dirty="0"/>
              <a:t> is coming our way</a:t>
            </a:r>
          </a:p>
        </p:txBody>
      </p:sp>
    </p:spTree>
    <p:extLst>
      <p:ext uri="{BB962C8B-B14F-4D97-AF65-F5344CB8AC3E}">
        <p14:creationId xmlns:p14="http://schemas.microsoft.com/office/powerpoint/2010/main" val="18202421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532"/>
    </mc:Choice>
    <mc:Fallback>
      <p:transition spd="slow" advTm="1553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92E1F-6828-16C0-85EB-924AB3419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35701A3-FE32-2C17-B1E7-D7D1073D0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44" y="502920"/>
            <a:ext cx="4361688" cy="5952744"/>
          </a:xfrm>
        </p:spPr>
        <p:txBody>
          <a:bodyPr/>
          <a:lstStyle/>
          <a:p>
            <a:r>
              <a:rPr lang="en-US" dirty="0"/>
              <a:t>The Big Idea on this one is a miles-wide* ribbon of ice – created by our flying bus infrastructure – which can directly combat the negative effects</a:t>
            </a:r>
          </a:p>
          <a:p>
            <a:r>
              <a:rPr lang="en-US" dirty="0"/>
              <a:t>We are going to create “contrails”</a:t>
            </a:r>
          </a:p>
          <a:p>
            <a:r>
              <a:rPr lang="en-US" dirty="0"/>
              <a:t>(not by using jet engines) </a:t>
            </a:r>
          </a:p>
        </p:txBody>
      </p:sp>
    </p:spTree>
    <p:extLst>
      <p:ext uri="{BB962C8B-B14F-4D97-AF65-F5344CB8AC3E}">
        <p14:creationId xmlns:p14="http://schemas.microsoft.com/office/powerpoint/2010/main" val="432507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067"/>
    </mc:Choice>
    <mc:Fallback>
      <p:transition spd="slow" advTm="2106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FC018-2408-9D6A-1798-78CAC5593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5D67252-940C-B063-9677-283A0A776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44" y="502920"/>
            <a:ext cx="4361688" cy="5952744"/>
          </a:xfrm>
        </p:spPr>
        <p:txBody>
          <a:bodyPr/>
          <a:lstStyle/>
          <a:p>
            <a:r>
              <a:rPr lang="en-US" dirty="0"/>
              <a:t>We create as many of these ribbons as are requested by the local authorities – anywhere they’re needed</a:t>
            </a:r>
          </a:p>
        </p:txBody>
      </p:sp>
    </p:spTree>
    <p:extLst>
      <p:ext uri="{BB962C8B-B14F-4D97-AF65-F5344CB8AC3E}">
        <p14:creationId xmlns:p14="http://schemas.microsoft.com/office/powerpoint/2010/main" val="3522042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430"/>
    </mc:Choice>
    <mc:Fallback>
      <p:transition spd="slow" advTm="1143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BEA7E-F5C1-0975-6A78-B6661E6F2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0CC1A2-85B2-A327-79C8-38FD16515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44" y="502920"/>
            <a:ext cx="4361688" cy="5952744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is our best shot at stopping global warming in its tracks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687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849"/>
    </mc:Choice>
    <mc:Fallback>
      <p:transition spd="slow" advTm="684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F2582-0F64-A047-DA55-A6E7D075B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DCA0557-FF43-702D-0600-520D58F73F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44" y="502920"/>
            <a:ext cx="4361688" cy="5952744"/>
          </a:xfrm>
        </p:spPr>
        <p:txBody>
          <a:bodyPr/>
          <a:lstStyle/>
          <a:p>
            <a:r>
              <a:rPr lang="en-US" dirty="0"/>
              <a:t>Also – someone who can tackle the big 3:</a:t>
            </a:r>
          </a:p>
          <a:p>
            <a:r>
              <a:rPr lang="en-US" dirty="0"/>
              <a:t>Oil &amp; Gas</a:t>
            </a:r>
          </a:p>
          <a:p>
            <a:r>
              <a:rPr lang="en-US" dirty="0"/>
              <a:t>Plastics</a:t>
            </a:r>
          </a:p>
          <a:p>
            <a:r>
              <a:rPr lang="en-US" dirty="0"/>
              <a:t>Transportation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049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3743A-D104-67E9-E143-82C353A1C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8EF513-16F9-CA8C-DABF-7FCA54B34B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44" y="502920"/>
            <a:ext cx="4361688" cy="5952744"/>
          </a:xfrm>
        </p:spPr>
        <p:txBody>
          <a:bodyPr/>
          <a:lstStyle/>
          <a:p>
            <a:r>
              <a:rPr lang="en-US" dirty="0"/>
              <a:t>Come Hell or High Water – and I think they’re both on their way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504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68</TotalTime>
  <Words>225</Words>
  <Application>Microsoft Office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Jeff DeRemer</dc:creator>
  <cp:lastModifiedBy>Jeff DeRemer</cp:lastModifiedBy>
  <cp:revision>5</cp:revision>
  <dcterms:created xsi:type="dcterms:W3CDTF">2024-02-09T15:17:32Z</dcterms:created>
  <dcterms:modified xsi:type="dcterms:W3CDTF">2024-02-17T18:24:10Z</dcterms:modified>
</cp:coreProperties>
</file>