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EE5E0-4266-4291-B903-40DEDD455C36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8E316-0E67-4902-8B03-8CCA5AFDD3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4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88E0-10D0-9C65-39F1-BF7645D79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C38DB-A428-1F47-D2F7-F9859323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DC530-C3BB-C9CB-030B-521E06A1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9E9FF-2C92-424E-8B93-A1797D298AC0}" type="datetime1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C3A2-2720-5210-6829-C5435B77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40218-F527-8704-4C18-5D444C22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4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D56E-65E3-0062-C85B-7D8E5B9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4D96-042A-4347-BB7E-51F4F202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C85E8-3263-F79A-B3C7-3BDD5BC9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FCF8-D560-427E-BD04-1C2DF31EE781}" type="datetime1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5D1D-FE6E-9115-E85A-5A3C2BEA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AB12-2C24-609F-468F-DFC54E3A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B4A5-03BC-8115-0B9F-159FCD12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84CA1-29E9-B449-6B9E-26CE76EC3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54DE-A2D8-6CEC-DE93-9A0EFDF2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A830-D641-48AB-BEAC-A4307F3BF633}" type="datetime1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F103E-4775-AAA3-1CDB-03763E3F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6B45B-99C4-B093-6073-8FEF5E05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1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09A7-3FEC-9DAB-CD13-4676CD76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BE5-3873-B971-2EA6-4FDEBFB77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F2EF7-11F8-BB17-F3D8-2C526BF53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BBB79-9590-4B90-7EB5-48DA6235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A9FB9-DC88-4E1F-9014-A26BFA31B135}" type="datetime1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4450-51D3-ECA3-19FD-40CC4A37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8AB59-3DE6-8FF5-97EE-7FF377C7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3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A67D-6313-B382-864E-696AC54E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61247-AEA9-260A-3495-7B7198DCC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EC4C0-4ED6-0124-4D01-AC9BB9369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B9FD8-E9DC-6815-5A3D-58DC0621E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AE1C7-C95B-F04F-6431-2A8147A3D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E0ECB-3810-168D-4E5D-28D2A51B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93A3-B501-4E02-8E22-934AFC995696}" type="datetime1">
              <a:rPr lang="en-US" smtClean="0"/>
              <a:t>2/17/2024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4D082-537A-C7D5-CFD5-AFFB903A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1749E-7B3B-F012-5D54-50152710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E2D2-CB09-D355-5908-0E39F13F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34C18-02A4-133B-3222-5FC124C6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88BD-853C-460F-9DD0-731845C9AA46}" type="datetime1">
              <a:rPr lang="en-US" smtClean="0"/>
              <a:t>2/17/2024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5A693-815D-5491-439D-AAF4F63A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C867-40F4-E51B-FC5D-D04B0CC2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8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24ED78-7FFC-F0EA-8D06-9E30681F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6C3-4F1D-4C4A-AB5C-E629171D4591}" type="datetime1">
              <a:rPr lang="en-US" smtClean="0"/>
              <a:t>2/17/2024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0AA0D-9DCD-990C-ED2B-6106C58F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81F6-BBB7-1D95-3B3F-6089568A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1D01-2984-BC39-75BA-E5F40D4D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915B-91EB-35DC-FF09-5D982E91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487BB-19ED-A564-F795-56B8132CF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4AEE4-200F-E9D5-F235-31A235CE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6105-4FF4-4850-88E3-6D0D3463802C}" type="datetime1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CAD4E-B63F-DC50-46DA-0A82A0D8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B8897-5805-C2A0-8D15-B5FFB9C1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9562-A810-1597-84D0-123740DB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99674-DF2B-E7C2-4EC6-DC949D21D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DDDD0-E218-F90D-113A-98AEB05F8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AB5FD-5E3C-94FC-09A9-B7112F5F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19C11-7933-45A3-B57D-EEBD833462B6}" type="datetime1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CAAB1-0476-0119-AFDC-8A9DCD3B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68E67-0441-FDE1-6E5A-6CCAB9D6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9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729E-6516-351C-A00D-91130693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DABC6-B6E2-4AA0-A955-0A1BD64AC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1096-8383-32C9-ED8A-6E902E8C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4ABE-8FCF-41B5-9179-3E28722F8E0F}" type="datetime1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3049D-2DF8-81F7-67D5-9C9B8108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7CC27-A602-98A7-8876-709E2011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1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E1404-EEA5-C4BB-D374-7ACD6026B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31F42-2934-F021-2037-86D2FCE04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E43EC-CDAB-12A6-29EA-D414F3D0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637A-53C3-4B3B-93F0-39AF2B26EED5}" type="datetime1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5228-8CB6-FF57-7BFC-73576069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D008-3B01-F020-16FD-8B1E9541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5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6F0E9-F7DB-5045-FBF2-5C0EE21E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57FC5-EA7C-8920-94E8-CEAA8D4F1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00ACC-7474-FC06-B6EE-ABD3B12E1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E665C-8CDB-44A5-AD42-50D72DEA0029}" type="datetime1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99B8-9F48-5917-1B9C-293127B66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2F50D-2E1A-DA12-5F4F-AC17AFDF5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2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B229F-5CF8-A4C5-BAB4-05524796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5E2DA872-979C-0B92-1437-8FF49958F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75C579-4960-9771-D2C0-70FBEBD0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52D0F-C7D4-6D3E-76CA-70A23FA9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6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89C06-1445-B29C-3614-5E3F6269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A03253-931E-0739-8D7F-1F9CE3982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74629-5FE3-3FB5-4E86-FB40D86A9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4FBDDB-3973-2BF8-7CAD-7D7515A33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3E8F5-8D08-1B48-B8FD-A1DBFFC16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7699B3-820C-F5A7-8FD5-3B516FD2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A9F3C5-87EC-9225-51FB-60396109F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005ED1F-2CAF-7D98-789A-3D4222EA3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98EA6-722C-27C9-BB10-1CB550B98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E7B3B7D8-AD09-96E3-E458-AF9371710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7F6868-F647-19B2-13C3-4AA7BDB9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2024 Terran Astra - https://www.terranastra.net/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AD4437-C21E-5009-48F4-845AE436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0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DeRemer</dc:creator>
  <cp:lastModifiedBy>Jeff DeRemer</cp:lastModifiedBy>
  <cp:revision>5</cp:revision>
  <dcterms:created xsi:type="dcterms:W3CDTF">2024-02-09T15:17:32Z</dcterms:created>
  <dcterms:modified xsi:type="dcterms:W3CDTF">2024-02-17T19:44:11Z</dcterms:modified>
</cp:coreProperties>
</file>