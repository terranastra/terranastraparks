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88E0-10D0-9C65-39F1-BF7645D7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38DB-A428-1F47-D2F7-F9859323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C530-C3BB-C9CB-030B-521E06A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C3A2-2720-5210-6829-C5435B77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0218-F527-8704-4C18-5D444C22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56E-65E3-0062-C85B-7D8E5B9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4D96-042A-4347-BB7E-51F4F20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85E8-3263-F79A-B3C7-3BDD5BC9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5D1D-FE6E-9115-E85A-5A3C2BEA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B12-2C24-609F-468F-DFC54E3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B4A5-03BC-8115-0B9F-159FCD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4CA1-29E9-B449-6B9E-26CE76EC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4DE-A2D8-6CEC-DE93-9A0EFDF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103E-4775-AAA3-1CDB-03763E3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6B45B-99C4-B093-6073-8FEF5E05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A7-3FEC-9DAB-CD13-4676CD7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BE5-3873-B971-2EA6-4FDEBFB7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2EF7-11F8-BB17-F3D8-2C526BF5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BBB79-9590-4B90-7EB5-48DA6235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4450-51D3-ECA3-19FD-40CC4A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AB59-3DE6-8FF5-97EE-7FF377C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7D-6313-B382-864E-696AC54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1247-AEA9-260A-3495-7B7198DC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EC4C0-4ED6-0124-4D01-AC9BB936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B9FD8-E9DC-6815-5A3D-58DC0621E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E1C7-C95B-F04F-6431-2A8147A3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E0ECB-3810-168D-4E5D-28D2A51B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D082-537A-C7D5-CFD5-AFFB903A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1749E-7B3B-F012-5D54-5015271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2D2-CB09-D355-5908-0E39F13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4C18-02A4-133B-3222-5FC124C6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A693-815D-5491-439D-AAF4F63A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C867-40F4-E51B-FC5D-D04B0CC2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4ED78-7FFC-F0EA-8D06-9E30681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0AA0D-9DCD-990C-ED2B-6106C58F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81F6-BBB7-1D95-3B3F-6089568A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1D01-2984-BC39-75BA-E5F40D4D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15B-91EB-35DC-FF09-5D982E9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87BB-19ED-A564-F795-56B8132C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4AEE4-200F-E9D5-F235-31A235CE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AD4E-B63F-DC50-46DA-0A82A0D8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8897-5805-C2A0-8D15-B5FFB9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562-A810-1597-84D0-123740DB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99674-DF2B-E7C2-4EC6-DC949D21D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DDD0-E218-F90D-113A-98AEB05F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B5FD-5E3C-94FC-09A9-B7112F5F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AAB1-0476-0119-AFDC-8A9DCD3B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E67-0441-FDE1-6E5A-6CCAB9D6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729E-6516-351C-A00D-91130693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ABC6-B6E2-4AA0-A955-0A1BD64A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1096-8383-32C9-ED8A-6E902E8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049D-2DF8-81F7-67D5-9C9B8108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CC27-A602-98A7-8876-709E201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1404-EEA5-C4BB-D374-7ACD6026B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1F42-2934-F021-2037-86D2FCE0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E43EC-CDAB-12A6-29EA-D414F3D0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5228-8CB6-FF57-7BFC-7357606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D008-3B01-F020-16FD-8B1E954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0E9-F7DB-5045-FBF2-5C0EE21E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57FC5-EA7C-8920-94E8-CEAA8D4F1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0ACC-7474-FC06-B6EE-ABD3B12E1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F5A9-9F75-48B9-A664-07756CACECE7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99B8-9F48-5917-1B9C-293127B66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F50D-2E1A-DA12-5F4F-AC17AFDF5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EB229F-5CF8-A4C5-BAB4-0552479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128846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DFCB-456F-7229-DF8C-7C575D3E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C8C108-6C13-6533-48C5-FD32852C8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424568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419B4-F9F8-8A8F-B357-DD1EB0C2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D33CC6-E0A4-1BE6-C905-DD35A6887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Tired of “you're not gonna silence our voices” </a:t>
            </a:r>
          </a:p>
          <a:p>
            <a:r>
              <a:rPr lang="en-US" dirty="0"/>
              <a:t>Tired of loud-mouths who think they know all, yet are boorish &amp; ill-informed</a:t>
            </a:r>
          </a:p>
          <a:p>
            <a:r>
              <a:rPr lang="en-US" dirty="0"/>
              <a:t>Tired of quiet &amp; shy, given to great opinions, being shouted down by the above</a:t>
            </a:r>
          </a:p>
          <a:p>
            <a:r>
              <a:rPr lang="en-US" dirty="0"/>
              <a:t>Going to create a platform to anonymously augment the quiet</a:t>
            </a:r>
          </a:p>
          <a:p>
            <a:r>
              <a:rPr lang="en-US" dirty="0"/>
              <a:t>Also going to “group up” spammed messages – when someone has emptily made a claim N,NNN times – they’re grouped.. (a demeaning process, if that’s not self-evident)</a:t>
            </a:r>
          </a:p>
        </p:txBody>
      </p:sp>
    </p:spTree>
    <p:extLst>
      <p:ext uri="{BB962C8B-B14F-4D97-AF65-F5344CB8AC3E}">
        <p14:creationId xmlns:p14="http://schemas.microsoft.com/office/powerpoint/2010/main" val="18241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F7CB-2498-3837-B8F7-CA882945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EAFF55-2BC9-2B45-147B-AF33785F9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195208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65F4-6CAB-4986-431A-492E19BA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074EEF-26A0-9426-DF76-418EBF1EC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1820242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2E1F-6828-16C0-85EB-924AB341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5701A3-FE32-2C17-B1E7-D7D1073D0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Pic there</a:t>
            </a:r>
          </a:p>
        </p:txBody>
      </p:sp>
    </p:spTree>
    <p:extLst>
      <p:ext uri="{BB962C8B-B14F-4D97-AF65-F5344CB8AC3E}">
        <p14:creationId xmlns:p14="http://schemas.microsoft.com/office/powerpoint/2010/main" val="432507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111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DeRemer</dc:creator>
  <cp:lastModifiedBy>Jeff</cp:lastModifiedBy>
  <cp:revision>4</cp:revision>
  <dcterms:created xsi:type="dcterms:W3CDTF">2024-02-09T15:17:32Z</dcterms:created>
  <dcterms:modified xsi:type="dcterms:W3CDTF">2024-02-14T14:17:21Z</dcterms:modified>
</cp:coreProperties>
</file>