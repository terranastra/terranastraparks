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88E0-10D0-9C65-39F1-BF7645D79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C38DB-A428-1F47-D2F7-F9859323C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DC530-C3BB-C9CB-030B-521E06A1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2C3A2-2720-5210-6829-C5435B77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40218-F527-8704-4C18-5D444C22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4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D56E-65E3-0062-C85B-7D8E5B98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D4D96-042A-4347-BB7E-51F4F202E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C85E8-3263-F79A-B3C7-3BDD5BC9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75D1D-FE6E-9115-E85A-5A3C2BEA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2AB12-2C24-609F-468F-DFC54E3A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B4A5-03BC-8115-0B9F-159FCD120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84CA1-29E9-B449-6B9E-26CE76EC3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54DE-A2D8-6CEC-DE93-9A0EFDF2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F103E-4775-AAA3-1CDB-03763E3F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6B45B-99C4-B093-6073-8FEF5E05A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1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09A7-3FEC-9DAB-CD13-4676CD76B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5BE5-3873-B971-2EA6-4FDEBFB77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F2EF7-11F8-BB17-F3D8-2C526BF53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BBB79-9590-4B90-7EB5-48DA6235B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B4450-51D3-ECA3-19FD-40CC4A37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8AB59-3DE6-8FF5-97EE-7FF377C7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39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A67D-6313-B382-864E-696AC54E4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61247-AEA9-260A-3495-7B7198DCC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EC4C0-4ED6-0124-4D01-AC9BB9369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B9FD8-E9DC-6815-5A3D-58DC0621E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AE1C7-C95B-F04F-6431-2A8147A3D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8E0ECB-3810-168D-4E5D-28D2A51B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4D082-537A-C7D5-CFD5-AFFB903A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81749E-7B3B-F012-5D54-50152710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8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E2D2-CB09-D355-5908-0E39F13F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34C18-02A4-133B-3222-5FC124C6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5A693-815D-5491-439D-AAF4F63A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BC867-40F4-E51B-FC5D-D04B0CC2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8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24ED78-7FFC-F0EA-8D06-9E30681F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0AA0D-9DCD-990C-ED2B-6106C58F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081F6-BBB7-1D95-3B3F-6089568A0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55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81D01-2984-BC39-75BA-E5F40D4DA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5915B-91EB-35DC-FF09-5D982E91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487BB-19ED-A564-F795-56B8132CF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4AEE4-200F-E9D5-F235-31A235CE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CAD4E-B63F-DC50-46DA-0A82A0D8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B8897-5805-C2A0-8D15-B5FFB9C1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9562-A810-1597-84D0-123740DB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99674-DF2B-E7C2-4EC6-DC949D21D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DDDD0-E218-F90D-113A-98AEB05F8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AB5FD-5E3C-94FC-09A9-B7112F5F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CAAB1-0476-0119-AFDC-8A9DCD3B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68E67-0441-FDE1-6E5A-6CCAB9D6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9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8729E-6516-351C-A00D-91130693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DABC6-B6E2-4AA0-A955-0A1BD64AC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11096-8383-32C9-ED8A-6E902E8C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3049D-2DF8-81F7-67D5-9C9B8108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7CC27-A602-98A7-8876-709E2011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1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4E1404-EEA5-C4BB-D374-7ACD6026B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31F42-2934-F021-2037-86D2FCE04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E43EC-CDAB-12A6-29EA-D414F3D0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05228-8CB6-FF57-7BFC-73576069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FD008-3B01-F020-16FD-8B1E9541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5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6F0E9-F7DB-5045-FBF2-5C0EE21E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57FC5-EA7C-8920-94E8-CEAA8D4F1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00ACC-7474-FC06-B6EE-ABD3B12E1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6F5A9-9F75-48B9-A664-07756CACECE7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999B8-9F48-5917-1B9C-293127B66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2F50D-2E1A-DA12-5F4F-AC17AFDF5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E0C0-7346-456B-86B5-CFEDB5782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2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B229F-5CF8-A4C5-BAB4-055247966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Text here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Pic there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5E2DA872-979C-0B92-1437-8FF49958F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6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89C06-1445-B29C-3614-5E3F62695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A03253-931E-0739-8D7F-1F9CE3982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B74629-5FE3-3FB5-4E86-FB40D86A9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4FBDDB-3973-2BF8-7CAD-7D7515A33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C3E8F5-8D08-1B48-B8FD-A1DBFFC16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7699B3-820C-F5A7-8FD5-3B516FD2A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A9F3C5-87EC-9225-51FB-60396109F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005ED1F-2CAF-7D98-789A-3D4222EA3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98EA6-722C-27C9-BB10-1CB550B98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Text here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Pic there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E7B3B7D8-AD09-96E3-E458-AF9371710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0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697B4-0313-AB8D-0D4C-BD69EA970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1CCBFA-9503-D654-E560-C0E6F8972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BD86F4-DB3C-7391-177C-3B1811AC5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BD64BB-2D38-9FC2-030D-1EEFD09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55228A-5F21-B0BD-91F8-0D4C1F3F6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93BD31-DF18-3554-C2A9-A86BE78B0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158F0B-478F-0C1B-8A3A-DC1C92ECF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F5B7F59-E360-2E97-2587-10F57689F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D0E735-EFF3-84DD-BBF2-574C7F02A4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Text here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Pic there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1AA8BA84-25E9-75AB-13E0-B29B9B885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87E9F-D331-CD61-07F8-D61E14CA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31FB29-7B4F-2A87-FCDC-C51076FE1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6B4131-8365-3BC8-A0EA-057457C1B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AE81C7-C12C-EC2A-D696-198E7838A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7801F7-BAE3-9448-41C2-DD6B03A29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004EB-A53D-7F78-B32F-74F7548A0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E039B2-9A04-99B7-521E-BCFC5103B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090AA64-6B73-492A-6D37-C66D9AE49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F8440-2400-C376-E78D-B07513B1E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Text here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Pic there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DB94AF21-396F-BB75-1617-8375B23B5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5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ACA03-2EC4-AC69-2205-A78D868A5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35D9202-B2AC-1D92-C846-4747DF3DE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6E0B9-C6AE-3C17-7BC2-A6DB92A10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F687C1-AAA5-A716-4F01-992418AE3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869623-4DEB-E47D-D85B-E768E8C29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60C85C-5E75-56B4-3944-E4D75CF70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497543-AC10-F8FA-BD25-0A93AE156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69DA8A2-4A08-6D01-9601-9313CCBD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AAA95-0E05-40B4-5517-8B5655479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67" y="1795524"/>
            <a:ext cx="4422711" cy="442799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Text here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Pic there</a:t>
            </a:r>
          </a:p>
        </p:txBody>
      </p:sp>
      <p:pic>
        <p:nvPicPr>
          <p:cNvPr id="4" name="Picture 3" descr="A circular logo with trees and mountains&#10;&#10;Description automatically generated">
            <a:extLst>
              <a:ext uri="{FF2B5EF4-FFF2-40B4-BE49-F238E27FC236}">
                <a16:creationId xmlns:a16="http://schemas.microsoft.com/office/drawing/2014/main" id="{30A1D106-A6B1-5DEC-A647-A8C77B11D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30629"/>
            <a:ext cx="1538314" cy="15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9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DeRemer</dc:creator>
  <cp:lastModifiedBy>Jeff DeRemer</cp:lastModifiedBy>
  <cp:revision>3</cp:revision>
  <dcterms:created xsi:type="dcterms:W3CDTF">2024-02-09T15:17:32Z</dcterms:created>
  <dcterms:modified xsi:type="dcterms:W3CDTF">2024-02-17T18:24:05Z</dcterms:modified>
</cp:coreProperties>
</file>