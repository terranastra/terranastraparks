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21" r:id="rId2"/>
    <p:sldId id="259" r:id="rId3"/>
    <p:sldId id="270" r:id="rId4"/>
    <p:sldId id="261" r:id="rId5"/>
    <p:sldId id="263" r:id="rId6"/>
    <p:sldId id="292" r:id="rId7"/>
    <p:sldId id="262" r:id="rId8"/>
    <p:sldId id="320" r:id="rId9"/>
    <p:sldId id="285" r:id="rId10"/>
    <p:sldId id="286" r:id="rId11"/>
    <p:sldId id="26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09F985-F149-4C5F-8B47-876A0F02611B}" v="196" dt="2023-07-09T16:56:03.518"/>
    <p1510:client id="{0BDED9F4-44CE-425C-96BA-E94E9F532312}" v="3584" dt="2023-07-08T15:38:03.634"/>
    <p1510:client id="{10C5AAE3-D96F-4D64-92CD-35A4AE8CC79F}" v="2234" dt="2023-09-02T19:34:56.213"/>
    <p1510:client id="{1223BCE1-4C89-41A7-8BEE-CB59582820A3}" v="249" dt="2023-07-08T16:16:33.004"/>
    <p1510:client id="{1D8C70B6-822F-45A3-9FA8-4D04D39FEA7F}" v="946" dt="2023-07-23T18:57:04.999"/>
    <p1510:client id="{2C89035A-D4C0-42E0-8F7B-602192D4449B}" v="18229" dt="2023-07-01T18:39:19.477"/>
    <p1510:client id="{42EDC90B-4339-41B8-BCE6-C8EF18E5B55E}" v="303" dt="2023-07-08T11:20:15.776"/>
    <p1510:client id="{437F9473-31E1-4FC1-A591-DF6B779AC242}" v="134" dt="2023-09-01T19:08:34.063"/>
    <p1510:client id="{440B02FF-CBA4-4939-A8C4-9DEDA1DD0B81}" v="898" dt="2023-07-23T18:16:14.708"/>
    <p1510:client id="{5BCE91C0-95A6-48B0-AF61-5AFECFED59A2}" v="118" dt="2023-07-09T15:04:15.203"/>
    <p1510:client id="{737A9984-4C3A-4A06-A56A-38548B16413A}" v="10" dt="2023-07-23T15:35:43.637"/>
    <p1510:client id="{75DACE6C-8541-45F6-BC50-3594DC9DD107}" v="4958" dt="2023-07-02T15:25:35.437"/>
    <p1510:client id="{78709633-10D0-46A9-B600-506D0A837346}" v="317" dt="2023-09-01T19:50:15.938"/>
    <p1510:client id="{84FDC6C0-EB0C-48F3-B9B4-1D7FAE88DCC6}" v="373" dt="2023-07-27T18:54:37.885"/>
    <p1510:client id="{887904E5-101B-4198-B41C-CB7CF2220861}" v="32" dt="2023-07-09T14:50:25.165"/>
    <p1510:client id="{92EF2564-113B-429D-A8A2-071C7699B284}" v="11613" dt="2023-07-02T23:27:50.992"/>
    <p1510:client id="{9F28D5C8-2B8B-4C36-840A-84D9CE3ABDD9}" v="69" dt="2023-07-08T15:47:15.574"/>
    <p1510:client id="{A6BECA11-9D7C-43E7-A7C4-03BEAA99AD62}" v="78" dt="2023-07-08T17:19:20.380"/>
    <p1510:client id="{A79622ED-45C5-49CA-B4C5-3A324EB20FD8}" v="753" dt="2023-07-01T19:16:20.682"/>
    <p1510:client id="{B26B62FC-1869-4897-87A8-C4D70978CF54}" v="236" dt="2023-07-24T00:03:48.680"/>
    <p1510:client id="{C5C4C69A-C9AB-413A-9E04-A2ECC18226DA}" v="3" dt="2023-07-09T11:13:25.513"/>
    <p1510:client id="{D9BBC0EC-0D5B-42D0-A894-C3748449BDCD}" v="313" dt="2023-07-09T12:26:19.550"/>
    <p1510:client id="{F3789344-94E5-4437-B860-896DF5195135}" v="54" dt="2023-09-02T17:37:28.327"/>
    <p1510:client id="{F453DC0A-5A79-4B0E-A6BB-37057526593A}" v="50" dt="2023-07-09T18:22:19.420"/>
    <p1510:client id="{F53B665C-8E0F-4624-9FB6-6EF94641C9ED}" v="287" dt="2023-07-09T10:44:29.9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ff DeRemer" userId="a37f3d2d141577c5" providerId="Windows Live" clId="Web-{F3789344-94E5-4437-B860-896DF5195135}"/>
    <pc:docChg chg="delSld delSection modSection">
      <pc:chgData name="Jeff DeRemer" userId="a37f3d2d141577c5" providerId="Windows Live" clId="Web-{F3789344-94E5-4437-B860-896DF5195135}" dt="2023-09-02T17:37:28.327" v="53"/>
      <pc:docMkLst>
        <pc:docMk/>
      </pc:docMkLst>
      <pc:sldChg chg="del">
        <pc:chgData name="Jeff DeRemer" userId="a37f3d2d141577c5" providerId="Windows Live" clId="Web-{F3789344-94E5-4437-B860-896DF5195135}" dt="2023-09-02T17:34:05.040" v="2"/>
        <pc:sldMkLst>
          <pc:docMk/>
          <pc:sldMk cId="436497126" sldId="257"/>
        </pc:sldMkLst>
      </pc:sldChg>
      <pc:sldChg chg="del">
        <pc:chgData name="Jeff DeRemer" userId="a37f3d2d141577c5" providerId="Windows Live" clId="Web-{F3789344-94E5-4437-B860-896DF5195135}" dt="2023-09-02T17:34:06.743" v="4"/>
        <pc:sldMkLst>
          <pc:docMk/>
          <pc:sldMk cId="3204198918" sldId="258"/>
        </pc:sldMkLst>
      </pc:sldChg>
      <pc:sldChg chg="del">
        <pc:chgData name="Jeff DeRemer" userId="a37f3d2d141577c5" providerId="Windows Live" clId="Web-{F3789344-94E5-4437-B860-896DF5195135}" dt="2023-09-02T17:34:39.853" v="12"/>
        <pc:sldMkLst>
          <pc:docMk/>
          <pc:sldMk cId="4027165043" sldId="265"/>
        </pc:sldMkLst>
      </pc:sldChg>
      <pc:sldChg chg="del">
        <pc:chgData name="Jeff DeRemer" userId="a37f3d2d141577c5" providerId="Windows Live" clId="Web-{F3789344-94E5-4437-B860-896DF5195135}" dt="2023-09-02T17:34:44.197" v="15"/>
        <pc:sldMkLst>
          <pc:docMk/>
          <pc:sldMk cId="1052964133" sldId="266"/>
        </pc:sldMkLst>
      </pc:sldChg>
      <pc:sldChg chg="del">
        <pc:chgData name="Jeff DeRemer" userId="a37f3d2d141577c5" providerId="Windows Live" clId="Web-{F3789344-94E5-4437-B860-896DF5195135}" dt="2023-09-02T17:34:47.135" v="18"/>
        <pc:sldMkLst>
          <pc:docMk/>
          <pc:sldMk cId="1079600738" sldId="267"/>
        </pc:sldMkLst>
      </pc:sldChg>
      <pc:sldChg chg="del">
        <pc:chgData name="Jeff DeRemer" userId="a37f3d2d141577c5" providerId="Windows Live" clId="Web-{F3789344-94E5-4437-B860-896DF5195135}" dt="2023-09-02T17:34:43.135" v="14"/>
        <pc:sldMkLst>
          <pc:docMk/>
          <pc:sldMk cId="4291219111" sldId="269"/>
        </pc:sldMkLst>
      </pc:sldChg>
      <pc:sldChg chg="del">
        <pc:chgData name="Jeff DeRemer" userId="a37f3d2d141577c5" providerId="Windows Live" clId="Web-{F3789344-94E5-4437-B860-896DF5195135}" dt="2023-09-02T17:34:49.213" v="20"/>
        <pc:sldMkLst>
          <pc:docMk/>
          <pc:sldMk cId="4094167011" sldId="271"/>
        </pc:sldMkLst>
      </pc:sldChg>
      <pc:sldChg chg="del">
        <pc:chgData name="Jeff DeRemer" userId="a37f3d2d141577c5" providerId="Windows Live" clId="Web-{F3789344-94E5-4437-B860-896DF5195135}" dt="2023-09-02T17:34:55.104" v="29"/>
        <pc:sldMkLst>
          <pc:docMk/>
          <pc:sldMk cId="1682394483" sldId="272"/>
        </pc:sldMkLst>
      </pc:sldChg>
      <pc:sldChg chg="del">
        <pc:chgData name="Jeff DeRemer" userId="a37f3d2d141577c5" providerId="Windows Live" clId="Web-{F3789344-94E5-4437-B860-896DF5195135}" dt="2023-09-02T17:34:53.354" v="27"/>
        <pc:sldMkLst>
          <pc:docMk/>
          <pc:sldMk cId="1966568967" sldId="273"/>
        </pc:sldMkLst>
      </pc:sldChg>
      <pc:sldChg chg="del">
        <pc:chgData name="Jeff DeRemer" userId="a37f3d2d141577c5" providerId="Windows Live" clId="Web-{F3789344-94E5-4437-B860-896DF5195135}" dt="2023-09-02T17:34:54.135" v="28"/>
        <pc:sldMkLst>
          <pc:docMk/>
          <pc:sldMk cId="517718756" sldId="274"/>
        </pc:sldMkLst>
      </pc:sldChg>
      <pc:sldChg chg="del">
        <pc:chgData name="Jeff DeRemer" userId="a37f3d2d141577c5" providerId="Windows Live" clId="Web-{F3789344-94E5-4437-B860-896DF5195135}" dt="2023-09-02T17:34:50.901" v="23"/>
        <pc:sldMkLst>
          <pc:docMk/>
          <pc:sldMk cId="494778731" sldId="275"/>
        </pc:sldMkLst>
      </pc:sldChg>
      <pc:sldChg chg="del">
        <pc:chgData name="Jeff DeRemer" userId="a37f3d2d141577c5" providerId="Windows Live" clId="Web-{F3789344-94E5-4437-B860-896DF5195135}" dt="2023-09-02T17:34:52.448" v="26"/>
        <pc:sldMkLst>
          <pc:docMk/>
          <pc:sldMk cId="3591501101" sldId="276"/>
        </pc:sldMkLst>
      </pc:sldChg>
      <pc:sldChg chg="del">
        <pc:chgData name="Jeff DeRemer" userId="a37f3d2d141577c5" providerId="Windows Live" clId="Web-{F3789344-94E5-4437-B860-896DF5195135}" dt="2023-09-02T17:34:56.432" v="30"/>
        <pc:sldMkLst>
          <pc:docMk/>
          <pc:sldMk cId="2990784307" sldId="277"/>
        </pc:sldMkLst>
      </pc:sldChg>
      <pc:sldChg chg="del">
        <pc:chgData name="Jeff DeRemer" userId="a37f3d2d141577c5" providerId="Windows Live" clId="Web-{F3789344-94E5-4437-B860-896DF5195135}" dt="2023-09-02T17:35:00.760" v="34"/>
        <pc:sldMkLst>
          <pc:docMk/>
          <pc:sldMk cId="3744251568" sldId="278"/>
        </pc:sldMkLst>
      </pc:sldChg>
      <pc:sldChg chg="del">
        <pc:chgData name="Jeff DeRemer" userId="a37f3d2d141577c5" providerId="Windows Live" clId="Web-{F3789344-94E5-4437-B860-896DF5195135}" dt="2023-09-02T17:34:59.620" v="33"/>
        <pc:sldMkLst>
          <pc:docMk/>
          <pc:sldMk cId="3982399502" sldId="279"/>
        </pc:sldMkLst>
      </pc:sldChg>
      <pc:sldChg chg="del">
        <pc:chgData name="Jeff DeRemer" userId="a37f3d2d141577c5" providerId="Windows Live" clId="Web-{F3789344-94E5-4437-B860-896DF5195135}" dt="2023-09-02T17:34:58.901" v="32"/>
        <pc:sldMkLst>
          <pc:docMk/>
          <pc:sldMk cId="2746935985" sldId="280"/>
        </pc:sldMkLst>
      </pc:sldChg>
      <pc:sldChg chg="del">
        <pc:chgData name="Jeff DeRemer" userId="a37f3d2d141577c5" providerId="Windows Live" clId="Web-{F3789344-94E5-4437-B860-896DF5195135}" dt="2023-09-02T17:35:01.448" v="35"/>
        <pc:sldMkLst>
          <pc:docMk/>
          <pc:sldMk cId="204965760" sldId="282"/>
        </pc:sldMkLst>
      </pc:sldChg>
      <pc:sldChg chg="del">
        <pc:chgData name="Jeff DeRemer" userId="a37f3d2d141577c5" providerId="Windows Live" clId="Web-{F3789344-94E5-4437-B860-896DF5195135}" dt="2023-09-02T17:34:48.604" v="19"/>
        <pc:sldMkLst>
          <pc:docMk/>
          <pc:sldMk cId="1861732289" sldId="283"/>
        </pc:sldMkLst>
      </pc:sldChg>
      <pc:sldChg chg="del">
        <pc:chgData name="Jeff DeRemer" userId="a37f3d2d141577c5" providerId="Windows Live" clId="Web-{F3789344-94E5-4437-B860-896DF5195135}" dt="2023-09-02T17:34:50.369" v="22"/>
        <pc:sldMkLst>
          <pc:docMk/>
          <pc:sldMk cId="1987841433" sldId="284"/>
        </pc:sldMkLst>
      </pc:sldChg>
      <pc:sldChg chg="del">
        <pc:chgData name="Jeff DeRemer" userId="a37f3d2d141577c5" providerId="Windows Live" clId="Web-{F3789344-94E5-4437-B860-896DF5195135}" dt="2023-09-02T17:34:57.995" v="31"/>
        <pc:sldMkLst>
          <pc:docMk/>
          <pc:sldMk cId="1175048660" sldId="288"/>
        </pc:sldMkLst>
      </pc:sldChg>
      <pc:sldChg chg="del">
        <pc:chgData name="Jeff DeRemer" userId="a37f3d2d141577c5" providerId="Windows Live" clId="Web-{F3789344-94E5-4437-B860-896DF5195135}" dt="2023-09-02T17:35:05.667" v="40"/>
        <pc:sldMkLst>
          <pc:docMk/>
          <pc:sldMk cId="1487085672" sldId="289"/>
        </pc:sldMkLst>
      </pc:sldChg>
      <pc:sldChg chg="del">
        <pc:chgData name="Jeff DeRemer" userId="a37f3d2d141577c5" providerId="Windows Live" clId="Web-{F3789344-94E5-4437-B860-896DF5195135}" dt="2023-09-02T17:34:08.384" v="6"/>
        <pc:sldMkLst>
          <pc:docMk/>
          <pc:sldMk cId="4076531934" sldId="290"/>
        </pc:sldMkLst>
      </pc:sldChg>
      <pc:sldChg chg="del">
        <pc:chgData name="Jeff DeRemer" userId="a37f3d2d141577c5" providerId="Windows Live" clId="Web-{F3789344-94E5-4437-B860-896DF5195135}" dt="2023-09-02T17:34:40.994" v="13"/>
        <pc:sldMkLst>
          <pc:docMk/>
          <pc:sldMk cId="2373186645" sldId="294"/>
        </pc:sldMkLst>
      </pc:sldChg>
      <pc:sldChg chg="del">
        <pc:chgData name="Jeff DeRemer" userId="a37f3d2d141577c5" providerId="Windows Live" clId="Web-{F3789344-94E5-4437-B860-896DF5195135}" dt="2023-09-02T17:35:07.151" v="41"/>
        <pc:sldMkLst>
          <pc:docMk/>
          <pc:sldMk cId="1109033926" sldId="295"/>
        </pc:sldMkLst>
      </pc:sldChg>
      <pc:sldChg chg="del">
        <pc:chgData name="Jeff DeRemer" userId="a37f3d2d141577c5" providerId="Windows Live" clId="Web-{F3789344-94E5-4437-B860-896DF5195135}" dt="2023-09-02T17:34:09.274" v="7"/>
        <pc:sldMkLst>
          <pc:docMk/>
          <pc:sldMk cId="3257431584" sldId="296"/>
        </pc:sldMkLst>
      </pc:sldChg>
      <pc:sldChg chg="del">
        <pc:chgData name="Jeff DeRemer" userId="a37f3d2d141577c5" providerId="Windows Live" clId="Web-{F3789344-94E5-4437-B860-896DF5195135}" dt="2023-09-02T17:34:09.853" v="8"/>
        <pc:sldMkLst>
          <pc:docMk/>
          <pc:sldMk cId="3916907533" sldId="297"/>
        </pc:sldMkLst>
      </pc:sldChg>
      <pc:sldChg chg="del">
        <pc:chgData name="Jeff DeRemer" userId="a37f3d2d141577c5" providerId="Windows Live" clId="Web-{F3789344-94E5-4437-B860-896DF5195135}" dt="2023-09-02T17:35:04.104" v="38"/>
        <pc:sldMkLst>
          <pc:docMk/>
          <pc:sldMk cId="3946900745" sldId="299"/>
        </pc:sldMkLst>
      </pc:sldChg>
      <pc:sldChg chg="del">
        <pc:chgData name="Jeff DeRemer" userId="a37f3d2d141577c5" providerId="Windows Live" clId="Web-{F3789344-94E5-4437-B860-896DF5195135}" dt="2023-09-02T17:35:02.042" v="36"/>
        <pc:sldMkLst>
          <pc:docMk/>
          <pc:sldMk cId="586689482" sldId="300"/>
        </pc:sldMkLst>
      </pc:sldChg>
      <pc:sldChg chg="del">
        <pc:chgData name="Jeff DeRemer" userId="a37f3d2d141577c5" providerId="Windows Live" clId="Web-{F3789344-94E5-4437-B860-896DF5195135}" dt="2023-09-02T17:35:11.979" v="43"/>
        <pc:sldMkLst>
          <pc:docMk/>
          <pc:sldMk cId="2227905725" sldId="301"/>
        </pc:sldMkLst>
      </pc:sldChg>
      <pc:sldChg chg="del">
        <pc:chgData name="Jeff DeRemer" userId="a37f3d2d141577c5" providerId="Windows Live" clId="Web-{F3789344-94E5-4437-B860-896DF5195135}" dt="2023-09-02T17:35:08.698" v="42"/>
        <pc:sldMkLst>
          <pc:docMk/>
          <pc:sldMk cId="2536371849" sldId="302"/>
        </pc:sldMkLst>
      </pc:sldChg>
      <pc:sldChg chg="del">
        <pc:chgData name="Jeff DeRemer" userId="a37f3d2d141577c5" providerId="Windows Live" clId="Web-{F3789344-94E5-4437-B860-896DF5195135}" dt="2023-09-02T17:35:12.839" v="44"/>
        <pc:sldMkLst>
          <pc:docMk/>
          <pc:sldMk cId="4098653268" sldId="303"/>
        </pc:sldMkLst>
      </pc:sldChg>
      <pc:sldChg chg="del">
        <pc:chgData name="Jeff DeRemer" userId="a37f3d2d141577c5" providerId="Windows Live" clId="Web-{F3789344-94E5-4437-B860-896DF5195135}" dt="2023-09-02T17:35:04.682" v="39"/>
        <pc:sldMkLst>
          <pc:docMk/>
          <pc:sldMk cId="2894770160" sldId="304"/>
        </pc:sldMkLst>
      </pc:sldChg>
      <pc:sldChg chg="del">
        <pc:chgData name="Jeff DeRemer" userId="a37f3d2d141577c5" providerId="Windows Live" clId="Web-{F3789344-94E5-4437-B860-896DF5195135}" dt="2023-09-02T17:34:51.448" v="24"/>
        <pc:sldMkLst>
          <pc:docMk/>
          <pc:sldMk cId="1935756779" sldId="305"/>
        </pc:sldMkLst>
      </pc:sldChg>
      <pc:sldChg chg="del">
        <pc:chgData name="Jeff DeRemer" userId="a37f3d2d141577c5" providerId="Windows Live" clId="Web-{F3789344-94E5-4437-B860-896DF5195135}" dt="2023-09-02T17:34:45.135" v="16"/>
        <pc:sldMkLst>
          <pc:docMk/>
          <pc:sldMk cId="2145870571" sldId="307"/>
        </pc:sldMkLst>
      </pc:sldChg>
      <pc:sldChg chg="del">
        <pc:chgData name="Jeff DeRemer" userId="a37f3d2d141577c5" providerId="Windows Live" clId="Web-{F3789344-94E5-4437-B860-896DF5195135}" dt="2023-09-02T17:34:46.182" v="17"/>
        <pc:sldMkLst>
          <pc:docMk/>
          <pc:sldMk cId="1173428035" sldId="308"/>
        </pc:sldMkLst>
      </pc:sldChg>
      <pc:sldChg chg="del">
        <pc:chgData name="Jeff DeRemer" userId="a37f3d2d141577c5" providerId="Windows Live" clId="Web-{F3789344-94E5-4437-B860-896DF5195135}" dt="2023-09-02T17:34:05.821" v="3"/>
        <pc:sldMkLst>
          <pc:docMk/>
          <pc:sldMk cId="2940824636" sldId="310"/>
        </pc:sldMkLst>
      </pc:sldChg>
      <pc:sldChg chg="del">
        <pc:chgData name="Jeff DeRemer" userId="a37f3d2d141577c5" providerId="Windows Live" clId="Web-{F3789344-94E5-4437-B860-896DF5195135}" dt="2023-09-02T17:34:49.744" v="21"/>
        <pc:sldMkLst>
          <pc:docMk/>
          <pc:sldMk cId="322086555" sldId="312"/>
        </pc:sldMkLst>
      </pc:sldChg>
      <pc:sldChg chg="del">
        <pc:chgData name="Jeff DeRemer" userId="a37f3d2d141577c5" providerId="Windows Live" clId="Web-{F3789344-94E5-4437-B860-896DF5195135}" dt="2023-09-02T17:34:04.009" v="1"/>
        <pc:sldMkLst>
          <pc:docMk/>
          <pc:sldMk cId="3904009533" sldId="313"/>
        </pc:sldMkLst>
      </pc:sldChg>
      <pc:sldChg chg="del">
        <pc:chgData name="Jeff DeRemer" userId="a37f3d2d141577c5" providerId="Windows Live" clId="Web-{F3789344-94E5-4437-B860-896DF5195135}" dt="2023-09-02T17:34:07.681" v="5"/>
        <pc:sldMkLst>
          <pc:docMk/>
          <pc:sldMk cId="588049691" sldId="314"/>
        </pc:sldMkLst>
      </pc:sldChg>
      <pc:sldChg chg="del">
        <pc:chgData name="Jeff DeRemer" userId="a37f3d2d141577c5" providerId="Windows Live" clId="Web-{F3789344-94E5-4437-B860-896DF5195135}" dt="2023-09-02T17:34:52.041" v="25"/>
        <pc:sldMkLst>
          <pc:docMk/>
          <pc:sldMk cId="3080211462" sldId="316"/>
        </pc:sldMkLst>
      </pc:sldChg>
      <pc:sldChg chg="del">
        <pc:chgData name="Jeff DeRemer" userId="a37f3d2d141577c5" providerId="Windows Live" clId="Web-{F3789344-94E5-4437-B860-896DF5195135}" dt="2023-09-02T17:33:57.759" v="0"/>
        <pc:sldMkLst>
          <pc:docMk/>
          <pc:sldMk cId="915020623" sldId="317"/>
        </pc:sldMkLst>
      </pc:sldChg>
      <pc:sldChg chg="del">
        <pc:chgData name="Jeff DeRemer" userId="a37f3d2d141577c5" providerId="Windows Live" clId="Web-{F3789344-94E5-4437-B860-896DF5195135}" dt="2023-09-02T17:37:28.327" v="53"/>
        <pc:sldMkLst>
          <pc:docMk/>
          <pc:sldMk cId="1712350636" sldId="318"/>
        </pc:sldMkLst>
      </pc:sldChg>
      <pc:sldChg chg="del">
        <pc:chgData name="Jeff DeRemer" userId="a37f3d2d141577c5" providerId="Windows Live" clId="Web-{F3789344-94E5-4437-B860-896DF5195135}" dt="2023-09-02T17:35:03.057" v="37"/>
        <pc:sldMkLst>
          <pc:docMk/>
          <pc:sldMk cId="2417779818" sldId="319"/>
        </pc:sldMkLst>
      </pc:sldChg>
    </pc:docChg>
  </pc:docChgLst>
  <pc:docChgLst>
    <pc:chgData name="Jeff DeRemer" userId="a37f3d2d141577c5" providerId="Windows Live" clId="Web-{1D8C70B6-822F-45A3-9FA8-4D04D39FEA7F}"/>
    <pc:docChg chg="addSld modSld sldOrd addSection delSection modSection">
      <pc:chgData name="Jeff DeRemer" userId="a37f3d2d141577c5" providerId="Windows Live" clId="Web-{1D8C70B6-822F-45A3-9FA8-4D04D39FEA7F}" dt="2023-07-23T18:57:04.999" v="959"/>
      <pc:docMkLst>
        <pc:docMk/>
      </pc:docMkLst>
      <pc:sldChg chg="modSp">
        <pc:chgData name="Jeff DeRemer" userId="a37f3d2d141577c5" providerId="Windows Live" clId="Web-{1D8C70B6-822F-45A3-9FA8-4D04D39FEA7F}" dt="2023-07-23T18:17:51.426" v="22" actId="20577"/>
        <pc:sldMkLst>
          <pc:docMk/>
          <pc:sldMk cId="1537062186" sldId="259"/>
        </pc:sldMkLst>
        <pc:spChg chg="mod">
          <ac:chgData name="Jeff DeRemer" userId="a37f3d2d141577c5" providerId="Windows Live" clId="Web-{1D8C70B6-822F-45A3-9FA8-4D04D39FEA7F}" dt="2023-07-23T18:17:51.426" v="22" actId="20577"/>
          <ac:spMkLst>
            <pc:docMk/>
            <pc:sldMk cId="1537062186" sldId="259"/>
            <ac:spMk id="3" creationId="{C94EAD4E-0DEF-F3E3-2CD3-304D0D8776E8}"/>
          </ac:spMkLst>
        </pc:spChg>
      </pc:sldChg>
      <pc:sldChg chg="modSp">
        <pc:chgData name="Jeff DeRemer" userId="a37f3d2d141577c5" providerId="Windows Live" clId="Web-{1D8C70B6-822F-45A3-9FA8-4D04D39FEA7F}" dt="2023-07-23T18:23:57.014" v="186" actId="20577"/>
        <pc:sldMkLst>
          <pc:docMk/>
          <pc:sldMk cId="3800418244" sldId="260"/>
        </pc:sldMkLst>
        <pc:spChg chg="mod">
          <ac:chgData name="Jeff DeRemer" userId="a37f3d2d141577c5" providerId="Windows Live" clId="Web-{1D8C70B6-822F-45A3-9FA8-4D04D39FEA7F}" dt="2023-07-23T18:23:57.014" v="186" actId="20577"/>
          <ac:spMkLst>
            <pc:docMk/>
            <pc:sldMk cId="3800418244" sldId="260"/>
            <ac:spMk id="3" creationId="{0C5B5C69-3010-67FC-1E38-ECFAC33F0253}"/>
          </ac:spMkLst>
        </pc:spChg>
      </pc:sldChg>
      <pc:sldChg chg="modSp">
        <pc:chgData name="Jeff DeRemer" userId="a37f3d2d141577c5" providerId="Windows Live" clId="Web-{1D8C70B6-822F-45A3-9FA8-4D04D39FEA7F}" dt="2023-07-23T18:19:50.226" v="90" actId="20577"/>
        <pc:sldMkLst>
          <pc:docMk/>
          <pc:sldMk cId="1862461135" sldId="261"/>
        </pc:sldMkLst>
        <pc:spChg chg="mod">
          <ac:chgData name="Jeff DeRemer" userId="a37f3d2d141577c5" providerId="Windows Live" clId="Web-{1D8C70B6-822F-45A3-9FA8-4D04D39FEA7F}" dt="2023-07-23T18:19:50.226" v="90" actId="20577"/>
          <ac:spMkLst>
            <pc:docMk/>
            <pc:sldMk cId="1862461135" sldId="261"/>
            <ac:spMk id="3" creationId="{4FA58D88-1C41-4DB8-50F5-C0148DF26DEC}"/>
          </ac:spMkLst>
        </pc:spChg>
      </pc:sldChg>
      <pc:sldChg chg="modSp ord">
        <pc:chgData name="Jeff DeRemer" userId="a37f3d2d141577c5" providerId="Windows Live" clId="Web-{1D8C70B6-822F-45A3-9FA8-4D04D39FEA7F}" dt="2023-07-23T18:24:14.780" v="190" actId="20577"/>
        <pc:sldMkLst>
          <pc:docMk/>
          <pc:sldMk cId="750474985" sldId="262"/>
        </pc:sldMkLst>
        <pc:spChg chg="mod">
          <ac:chgData name="Jeff DeRemer" userId="a37f3d2d141577c5" providerId="Windows Live" clId="Web-{1D8C70B6-822F-45A3-9FA8-4D04D39FEA7F}" dt="2023-07-23T18:22:51.091" v="180" actId="20577"/>
          <ac:spMkLst>
            <pc:docMk/>
            <pc:sldMk cId="750474985" sldId="262"/>
            <ac:spMk id="2" creationId="{720CAF6B-2713-2BF8-D39E-F92F43D744B3}"/>
          </ac:spMkLst>
        </pc:spChg>
        <pc:spChg chg="mod">
          <ac:chgData name="Jeff DeRemer" userId="a37f3d2d141577c5" providerId="Windows Live" clId="Web-{1D8C70B6-822F-45A3-9FA8-4D04D39FEA7F}" dt="2023-07-23T18:24:14.780" v="190" actId="20577"/>
          <ac:spMkLst>
            <pc:docMk/>
            <pc:sldMk cId="750474985" sldId="262"/>
            <ac:spMk id="3" creationId="{429D0DB0-413D-C8AB-1A23-F9C01F950E4C}"/>
          </ac:spMkLst>
        </pc:spChg>
      </pc:sldChg>
      <pc:sldChg chg="modSp">
        <pc:chgData name="Jeff DeRemer" userId="a37f3d2d141577c5" providerId="Windows Live" clId="Web-{1D8C70B6-822F-45A3-9FA8-4D04D39FEA7F}" dt="2023-07-23T18:21:50.230" v="165" actId="20577"/>
        <pc:sldMkLst>
          <pc:docMk/>
          <pc:sldMk cId="1604463162" sldId="263"/>
        </pc:sldMkLst>
        <pc:spChg chg="mod">
          <ac:chgData name="Jeff DeRemer" userId="a37f3d2d141577c5" providerId="Windows Live" clId="Web-{1D8C70B6-822F-45A3-9FA8-4D04D39FEA7F}" dt="2023-07-23T18:21:50.230" v="165" actId="20577"/>
          <ac:spMkLst>
            <pc:docMk/>
            <pc:sldMk cId="1604463162" sldId="263"/>
            <ac:spMk id="3" creationId="{FF35C628-9ED1-48A4-98A5-A82E3566925E}"/>
          </ac:spMkLst>
        </pc:spChg>
      </pc:sldChg>
      <pc:sldChg chg="modSp">
        <pc:chgData name="Jeff DeRemer" userId="a37f3d2d141577c5" providerId="Windows Live" clId="Web-{1D8C70B6-822F-45A3-9FA8-4D04D39FEA7F}" dt="2023-07-23T18:25:19.797" v="202" actId="20577"/>
        <pc:sldMkLst>
          <pc:docMk/>
          <pc:sldMk cId="98002227" sldId="264"/>
        </pc:sldMkLst>
        <pc:spChg chg="mod">
          <ac:chgData name="Jeff DeRemer" userId="a37f3d2d141577c5" providerId="Windows Live" clId="Web-{1D8C70B6-822F-45A3-9FA8-4D04D39FEA7F}" dt="2023-07-23T18:25:19.797" v="202" actId="20577"/>
          <ac:spMkLst>
            <pc:docMk/>
            <pc:sldMk cId="98002227" sldId="264"/>
            <ac:spMk id="3" creationId="{18544897-D0A9-DA82-41A4-10CBB57ECE59}"/>
          </ac:spMkLst>
        </pc:spChg>
      </pc:sldChg>
      <pc:sldChg chg="modSp">
        <pc:chgData name="Jeff DeRemer" userId="a37f3d2d141577c5" providerId="Windows Live" clId="Web-{1D8C70B6-822F-45A3-9FA8-4D04D39FEA7F}" dt="2023-07-23T18:26:20.424" v="208" actId="20577"/>
        <pc:sldMkLst>
          <pc:docMk/>
          <pc:sldMk cId="4027165043" sldId="265"/>
        </pc:sldMkLst>
        <pc:spChg chg="mod">
          <ac:chgData name="Jeff DeRemer" userId="a37f3d2d141577c5" providerId="Windows Live" clId="Web-{1D8C70B6-822F-45A3-9FA8-4D04D39FEA7F}" dt="2023-07-23T18:26:20.424" v="208" actId="20577"/>
          <ac:spMkLst>
            <pc:docMk/>
            <pc:sldMk cId="4027165043" sldId="265"/>
            <ac:spMk id="3" creationId="{4182CC16-3AE7-DF35-254E-91CD4D63E479}"/>
          </ac:spMkLst>
        </pc:spChg>
      </pc:sldChg>
      <pc:sldChg chg="modSp">
        <pc:chgData name="Jeff DeRemer" userId="a37f3d2d141577c5" providerId="Windows Live" clId="Web-{1D8C70B6-822F-45A3-9FA8-4D04D39FEA7F}" dt="2023-07-23T18:26:49.956" v="212" actId="20577"/>
        <pc:sldMkLst>
          <pc:docMk/>
          <pc:sldMk cId="1052964133" sldId="266"/>
        </pc:sldMkLst>
        <pc:spChg chg="mod">
          <ac:chgData name="Jeff DeRemer" userId="a37f3d2d141577c5" providerId="Windows Live" clId="Web-{1D8C70B6-822F-45A3-9FA8-4D04D39FEA7F}" dt="2023-07-23T18:26:49.956" v="212" actId="20577"/>
          <ac:spMkLst>
            <pc:docMk/>
            <pc:sldMk cId="1052964133" sldId="266"/>
            <ac:spMk id="3" creationId="{FB20C80A-234C-1B92-533C-D58FA0A04C61}"/>
          </ac:spMkLst>
        </pc:spChg>
      </pc:sldChg>
      <pc:sldChg chg="modSp">
        <pc:chgData name="Jeff DeRemer" userId="a37f3d2d141577c5" providerId="Windows Live" clId="Web-{1D8C70B6-822F-45A3-9FA8-4D04D39FEA7F}" dt="2023-07-23T18:29:39.116" v="357" actId="20577"/>
        <pc:sldMkLst>
          <pc:docMk/>
          <pc:sldMk cId="1079600738" sldId="267"/>
        </pc:sldMkLst>
        <pc:spChg chg="mod">
          <ac:chgData name="Jeff DeRemer" userId="a37f3d2d141577c5" providerId="Windows Live" clId="Web-{1D8C70B6-822F-45A3-9FA8-4D04D39FEA7F}" dt="2023-07-23T18:29:39.116" v="357" actId="20577"/>
          <ac:spMkLst>
            <pc:docMk/>
            <pc:sldMk cId="1079600738" sldId="267"/>
            <ac:spMk id="3" creationId="{D5A21A21-6D25-B829-492F-6BC8C1ADA0ED}"/>
          </ac:spMkLst>
        </pc:spChg>
      </pc:sldChg>
      <pc:sldChg chg="modSp">
        <pc:chgData name="Jeff DeRemer" userId="a37f3d2d141577c5" providerId="Windows Live" clId="Web-{1D8C70B6-822F-45A3-9FA8-4D04D39FEA7F}" dt="2023-07-23T18:30:00.710" v="362" actId="20577"/>
        <pc:sldMkLst>
          <pc:docMk/>
          <pc:sldMk cId="3059359370" sldId="268"/>
        </pc:sldMkLst>
        <pc:spChg chg="mod">
          <ac:chgData name="Jeff DeRemer" userId="a37f3d2d141577c5" providerId="Windows Live" clId="Web-{1D8C70B6-822F-45A3-9FA8-4D04D39FEA7F}" dt="2023-07-23T18:30:00.710" v="362" actId="20577"/>
          <ac:spMkLst>
            <pc:docMk/>
            <pc:sldMk cId="3059359370" sldId="268"/>
            <ac:spMk id="2" creationId="{BAE2503A-0488-D5C7-B302-07BABE5BDEFC}"/>
          </ac:spMkLst>
        </pc:spChg>
        <pc:spChg chg="mod">
          <ac:chgData name="Jeff DeRemer" userId="a37f3d2d141577c5" providerId="Windows Live" clId="Web-{1D8C70B6-822F-45A3-9FA8-4D04D39FEA7F}" dt="2023-07-23T18:29:53.148" v="359" actId="20577"/>
          <ac:spMkLst>
            <pc:docMk/>
            <pc:sldMk cId="3059359370" sldId="268"/>
            <ac:spMk id="3" creationId="{73345575-4215-69DF-BAC1-57E514E491CD}"/>
          </ac:spMkLst>
        </pc:spChg>
      </pc:sldChg>
      <pc:sldChg chg="modSp">
        <pc:chgData name="Jeff DeRemer" userId="a37f3d2d141577c5" providerId="Windows Live" clId="Web-{1D8C70B6-822F-45A3-9FA8-4D04D39FEA7F}" dt="2023-07-23T18:30:40.727" v="386" actId="20577"/>
        <pc:sldMkLst>
          <pc:docMk/>
          <pc:sldMk cId="4291219111" sldId="269"/>
        </pc:sldMkLst>
        <pc:spChg chg="mod">
          <ac:chgData name="Jeff DeRemer" userId="a37f3d2d141577c5" providerId="Windows Live" clId="Web-{1D8C70B6-822F-45A3-9FA8-4D04D39FEA7F}" dt="2023-07-23T18:30:31.242" v="384" actId="20577"/>
          <ac:spMkLst>
            <pc:docMk/>
            <pc:sldMk cId="4291219111" sldId="269"/>
            <ac:spMk id="2" creationId="{9247A437-3EC2-47AD-0CB0-00EE5C7560CD}"/>
          </ac:spMkLst>
        </pc:spChg>
        <pc:spChg chg="mod">
          <ac:chgData name="Jeff DeRemer" userId="a37f3d2d141577c5" providerId="Windows Live" clId="Web-{1D8C70B6-822F-45A3-9FA8-4D04D39FEA7F}" dt="2023-07-23T18:30:40.727" v="386" actId="20577"/>
          <ac:spMkLst>
            <pc:docMk/>
            <pc:sldMk cId="4291219111" sldId="269"/>
            <ac:spMk id="3" creationId="{0F18B9B2-A879-82B3-D71E-0BA6774BC0F8}"/>
          </ac:spMkLst>
        </pc:spChg>
      </pc:sldChg>
      <pc:sldChg chg="modSp">
        <pc:chgData name="Jeff DeRemer" userId="a37f3d2d141577c5" providerId="Windows Live" clId="Web-{1D8C70B6-822F-45A3-9FA8-4D04D39FEA7F}" dt="2023-07-23T18:39:31.474" v="707" actId="20577"/>
        <pc:sldMkLst>
          <pc:docMk/>
          <pc:sldMk cId="3628189326" sldId="270"/>
        </pc:sldMkLst>
        <pc:spChg chg="mod">
          <ac:chgData name="Jeff DeRemer" userId="a37f3d2d141577c5" providerId="Windows Live" clId="Web-{1D8C70B6-822F-45A3-9FA8-4D04D39FEA7F}" dt="2023-07-23T18:39:31.474" v="707" actId="20577"/>
          <ac:spMkLst>
            <pc:docMk/>
            <pc:sldMk cId="3628189326" sldId="270"/>
            <ac:spMk id="2" creationId="{9DB831FD-D532-CC05-3979-A33DE6AA6F6E}"/>
          </ac:spMkLst>
        </pc:spChg>
        <pc:spChg chg="mod">
          <ac:chgData name="Jeff DeRemer" userId="a37f3d2d141577c5" providerId="Windows Live" clId="Web-{1D8C70B6-822F-45A3-9FA8-4D04D39FEA7F}" dt="2023-07-23T18:39:29.115" v="705" actId="20577"/>
          <ac:spMkLst>
            <pc:docMk/>
            <pc:sldMk cId="3628189326" sldId="270"/>
            <ac:spMk id="3" creationId="{6F7476CC-B0F5-EBA0-A09C-F0614C089CE5}"/>
          </ac:spMkLst>
        </pc:spChg>
      </pc:sldChg>
      <pc:sldChg chg="modSp">
        <pc:chgData name="Jeff DeRemer" userId="a37f3d2d141577c5" providerId="Windows Live" clId="Web-{1D8C70B6-822F-45A3-9FA8-4D04D39FEA7F}" dt="2023-07-23T18:32:29.542" v="484" actId="20577"/>
        <pc:sldMkLst>
          <pc:docMk/>
          <pc:sldMk cId="4094167011" sldId="271"/>
        </pc:sldMkLst>
        <pc:spChg chg="mod">
          <ac:chgData name="Jeff DeRemer" userId="a37f3d2d141577c5" providerId="Windows Live" clId="Web-{1D8C70B6-822F-45A3-9FA8-4D04D39FEA7F}" dt="2023-07-23T18:32:29.542" v="484" actId="20577"/>
          <ac:spMkLst>
            <pc:docMk/>
            <pc:sldMk cId="4094167011" sldId="271"/>
            <ac:spMk id="3" creationId="{1149A847-D5C9-8EA2-01EB-CE8AF3A606C7}"/>
          </ac:spMkLst>
        </pc:spChg>
      </pc:sldChg>
      <pc:sldChg chg="modSp">
        <pc:chgData name="Jeff DeRemer" userId="a37f3d2d141577c5" providerId="Windows Live" clId="Web-{1D8C70B6-822F-45A3-9FA8-4D04D39FEA7F}" dt="2023-07-23T18:37:38.940" v="664" actId="20577"/>
        <pc:sldMkLst>
          <pc:docMk/>
          <pc:sldMk cId="1966568967" sldId="273"/>
        </pc:sldMkLst>
        <pc:spChg chg="mod">
          <ac:chgData name="Jeff DeRemer" userId="a37f3d2d141577c5" providerId="Windows Live" clId="Web-{1D8C70B6-822F-45A3-9FA8-4D04D39FEA7F}" dt="2023-07-23T18:37:38.940" v="664" actId="20577"/>
          <ac:spMkLst>
            <pc:docMk/>
            <pc:sldMk cId="1966568967" sldId="273"/>
            <ac:spMk id="2" creationId="{C4C77302-4BF8-065B-0985-42ED6C4A094E}"/>
          </ac:spMkLst>
        </pc:spChg>
        <pc:spChg chg="mod">
          <ac:chgData name="Jeff DeRemer" userId="a37f3d2d141577c5" providerId="Windows Live" clId="Web-{1D8C70B6-822F-45A3-9FA8-4D04D39FEA7F}" dt="2023-07-23T18:37:19.612" v="633" actId="20577"/>
          <ac:spMkLst>
            <pc:docMk/>
            <pc:sldMk cId="1966568967" sldId="273"/>
            <ac:spMk id="3" creationId="{FEC97AF6-D0E5-6CFC-5087-727547E76E49}"/>
          </ac:spMkLst>
        </pc:spChg>
      </pc:sldChg>
      <pc:sldChg chg="modSp">
        <pc:chgData name="Jeff DeRemer" userId="a37f3d2d141577c5" providerId="Windows Live" clId="Web-{1D8C70B6-822F-45A3-9FA8-4D04D39FEA7F}" dt="2023-07-23T18:40:21.647" v="713" actId="20577"/>
        <pc:sldMkLst>
          <pc:docMk/>
          <pc:sldMk cId="517718756" sldId="274"/>
        </pc:sldMkLst>
        <pc:spChg chg="mod">
          <ac:chgData name="Jeff DeRemer" userId="a37f3d2d141577c5" providerId="Windows Live" clId="Web-{1D8C70B6-822F-45A3-9FA8-4D04D39FEA7F}" dt="2023-07-23T18:40:21.647" v="713" actId="20577"/>
          <ac:spMkLst>
            <pc:docMk/>
            <pc:sldMk cId="517718756" sldId="274"/>
            <ac:spMk id="2" creationId="{DA44FD8D-74EE-A547-A9C3-112CE6388BDC}"/>
          </ac:spMkLst>
        </pc:spChg>
        <pc:spChg chg="mod">
          <ac:chgData name="Jeff DeRemer" userId="a37f3d2d141577c5" providerId="Windows Live" clId="Web-{1D8C70B6-822F-45A3-9FA8-4D04D39FEA7F}" dt="2023-07-23T18:40:14.975" v="710" actId="20577"/>
          <ac:spMkLst>
            <pc:docMk/>
            <pc:sldMk cId="517718756" sldId="274"/>
            <ac:spMk id="3" creationId="{36AB1BDB-E2A1-4202-92E8-6D3885AAD11B}"/>
          </ac:spMkLst>
        </pc:spChg>
      </pc:sldChg>
      <pc:sldChg chg="modSp">
        <pc:chgData name="Jeff DeRemer" userId="a37f3d2d141577c5" providerId="Windows Live" clId="Web-{1D8C70B6-822F-45A3-9FA8-4D04D39FEA7F}" dt="2023-07-23T18:36:56.298" v="631" actId="20577"/>
        <pc:sldMkLst>
          <pc:docMk/>
          <pc:sldMk cId="494778731" sldId="275"/>
        </pc:sldMkLst>
        <pc:spChg chg="mod">
          <ac:chgData name="Jeff DeRemer" userId="a37f3d2d141577c5" providerId="Windows Live" clId="Web-{1D8C70B6-822F-45A3-9FA8-4D04D39FEA7F}" dt="2023-07-23T18:36:56.298" v="631" actId="20577"/>
          <ac:spMkLst>
            <pc:docMk/>
            <pc:sldMk cId="494778731" sldId="275"/>
            <ac:spMk id="3" creationId="{62D247C3-81E2-E2CD-1A32-6248E469CEAD}"/>
          </ac:spMkLst>
        </pc:spChg>
      </pc:sldChg>
      <pc:sldChg chg="modSp">
        <pc:chgData name="Jeff DeRemer" userId="a37f3d2d141577c5" providerId="Windows Live" clId="Web-{1D8C70B6-822F-45A3-9FA8-4D04D39FEA7F}" dt="2023-07-23T18:41:12.414" v="728" actId="20577"/>
        <pc:sldMkLst>
          <pc:docMk/>
          <pc:sldMk cId="3591501101" sldId="276"/>
        </pc:sldMkLst>
        <pc:spChg chg="mod">
          <ac:chgData name="Jeff DeRemer" userId="a37f3d2d141577c5" providerId="Windows Live" clId="Web-{1D8C70B6-822F-45A3-9FA8-4D04D39FEA7F}" dt="2023-07-23T18:41:12.414" v="728" actId="20577"/>
          <ac:spMkLst>
            <pc:docMk/>
            <pc:sldMk cId="3591501101" sldId="276"/>
            <ac:spMk id="3" creationId="{0398F67A-659A-3AB8-CBA9-89F233418F8E}"/>
          </ac:spMkLst>
        </pc:spChg>
      </pc:sldChg>
      <pc:sldChg chg="modSp">
        <pc:chgData name="Jeff DeRemer" userId="a37f3d2d141577c5" providerId="Windows Live" clId="Web-{1D8C70B6-822F-45A3-9FA8-4D04D39FEA7F}" dt="2023-07-23T18:41:44.759" v="735" actId="20577"/>
        <pc:sldMkLst>
          <pc:docMk/>
          <pc:sldMk cId="2990784307" sldId="277"/>
        </pc:sldMkLst>
        <pc:spChg chg="mod">
          <ac:chgData name="Jeff DeRemer" userId="a37f3d2d141577c5" providerId="Windows Live" clId="Web-{1D8C70B6-822F-45A3-9FA8-4D04D39FEA7F}" dt="2023-07-23T18:41:44.759" v="735" actId="20577"/>
          <ac:spMkLst>
            <pc:docMk/>
            <pc:sldMk cId="2990784307" sldId="277"/>
            <ac:spMk id="3" creationId="{8505100E-6EFE-B8B7-5E92-053F23902331}"/>
          </ac:spMkLst>
        </pc:spChg>
      </pc:sldChg>
      <pc:sldChg chg="modSp">
        <pc:chgData name="Jeff DeRemer" userId="a37f3d2d141577c5" providerId="Windows Live" clId="Web-{1D8C70B6-822F-45A3-9FA8-4D04D39FEA7F}" dt="2023-07-23T18:42:44.838" v="742" actId="20577"/>
        <pc:sldMkLst>
          <pc:docMk/>
          <pc:sldMk cId="3744251568" sldId="278"/>
        </pc:sldMkLst>
        <pc:spChg chg="mod">
          <ac:chgData name="Jeff DeRemer" userId="a37f3d2d141577c5" providerId="Windows Live" clId="Web-{1D8C70B6-822F-45A3-9FA8-4D04D39FEA7F}" dt="2023-07-23T18:42:44.838" v="742" actId="20577"/>
          <ac:spMkLst>
            <pc:docMk/>
            <pc:sldMk cId="3744251568" sldId="278"/>
            <ac:spMk id="3" creationId="{FB490085-442A-F459-46C4-DE49E5A3B707}"/>
          </ac:spMkLst>
        </pc:spChg>
      </pc:sldChg>
      <pc:sldChg chg="modSp">
        <pc:chgData name="Jeff DeRemer" userId="a37f3d2d141577c5" providerId="Windows Live" clId="Web-{1D8C70B6-822F-45A3-9FA8-4D04D39FEA7F}" dt="2023-07-23T18:43:55.949" v="765" actId="20577"/>
        <pc:sldMkLst>
          <pc:docMk/>
          <pc:sldMk cId="3982399502" sldId="279"/>
        </pc:sldMkLst>
        <pc:spChg chg="mod">
          <ac:chgData name="Jeff DeRemer" userId="a37f3d2d141577c5" providerId="Windows Live" clId="Web-{1D8C70B6-822F-45A3-9FA8-4D04D39FEA7F}" dt="2023-07-23T18:43:55.949" v="765" actId="20577"/>
          <ac:spMkLst>
            <pc:docMk/>
            <pc:sldMk cId="3982399502" sldId="279"/>
            <ac:spMk id="3" creationId="{E9946A79-B7B2-74E9-63F9-ED6A04F68C26}"/>
          </ac:spMkLst>
        </pc:spChg>
      </pc:sldChg>
      <pc:sldChg chg="modSp">
        <pc:chgData name="Jeff DeRemer" userId="a37f3d2d141577c5" providerId="Windows Live" clId="Web-{1D8C70B6-822F-45A3-9FA8-4D04D39FEA7F}" dt="2023-07-23T18:44:08.403" v="768" actId="20577"/>
        <pc:sldMkLst>
          <pc:docMk/>
          <pc:sldMk cId="2746935985" sldId="280"/>
        </pc:sldMkLst>
        <pc:spChg chg="mod">
          <ac:chgData name="Jeff DeRemer" userId="a37f3d2d141577c5" providerId="Windows Live" clId="Web-{1D8C70B6-822F-45A3-9FA8-4D04D39FEA7F}" dt="2023-07-23T18:44:08.403" v="768" actId="20577"/>
          <ac:spMkLst>
            <pc:docMk/>
            <pc:sldMk cId="2746935985" sldId="280"/>
            <ac:spMk id="3" creationId="{2CC19F36-1038-F57E-91F2-B8DE49592B97}"/>
          </ac:spMkLst>
        </pc:spChg>
      </pc:sldChg>
      <pc:sldChg chg="modSp">
        <pc:chgData name="Jeff DeRemer" userId="a37f3d2d141577c5" providerId="Windows Live" clId="Web-{1D8C70B6-822F-45A3-9FA8-4D04D39FEA7F}" dt="2023-07-23T18:44:28.809" v="786" actId="20577"/>
        <pc:sldMkLst>
          <pc:docMk/>
          <pc:sldMk cId="1741603341" sldId="281"/>
        </pc:sldMkLst>
        <pc:spChg chg="mod">
          <ac:chgData name="Jeff DeRemer" userId="a37f3d2d141577c5" providerId="Windows Live" clId="Web-{1D8C70B6-822F-45A3-9FA8-4D04D39FEA7F}" dt="2023-07-23T18:44:28.809" v="786" actId="20577"/>
          <ac:spMkLst>
            <pc:docMk/>
            <pc:sldMk cId="1741603341" sldId="281"/>
            <ac:spMk id="2" creationId="{76059A4D-C0FA-3742-CB0A-83B93BEC2BE4}"/>
          </ac:spMkLst>
        </pc:spChg>
        <pc:spChg chg="mod">
          <ac:chgData name="Jeff DeRemer" userId="a37f3d2d141577c5" providerId="Windows Live" clId="Web-{1D8C70B6-822F-45A3-9FA8-4D04D39FEA7F}" dt="2023-07-23T18:44:19.059" v="770" actId="20577"/>
          <ac:spMkLst>
            <pc:docMk/>
            <pc:sldMk cId="1741603341" sldId="281"/>
            <ac:spMk id="3" creationId="{AE93F422-6E43-9151-FE4B-8F3515273467}"/>
          </ac:spMkLst>
        </pc:spChg>
      </pc:sldChg>
      <pc:sldChg chg="modSp">
        <pc:chgData name="Jeff DeRemer" userId="a37f3d2d141577c5" providerId="Windows Live" clId="Web-{1D8C70B6-822F-45A3-9FA8-4D04D39FEA7F}" dt="2023-07-23T18:45:46.343" v="804" actId="20577"/>
        <pc:sldMkLst>
          <pc:docMk/>
          <pc:sldMk cId="204965760" sldId="282"/>
        </pc:sldMkLst>
        <pc:spChg chg="mod">
          <ac:chgData name="Jeff DeRemer" userId="a37f3d2d141577c5" providerId="Windows Live" clId="Web-{1D8C70B6-822F-45A3-9FA8-4D04D39FEA7F}" dt="2023-07-23T18:45:46.343" v="804" actId="20577"/>
          <ac:spMkLst>
            <pc:docMk/>
            <pc:sldMk cId="204965760" sldId="282"/>
            <ac:spMk id="3" creationId="{214B1D8D-63BD-DD0B-C0F5-8839FC6374EC}"/>
          </ac:spMkLst>
        </pc:spChg>
      </pc:sldChg>
      <pc:sldChg chg="modSp">
        <pc:chgData name="Jeff DeRemer" userId="a37f3d2d141577c5" providerId="Windows Live" clId="Web-{1D8C70B6-822F-45A3-9FA8-4D04D39FEA7F}" dt="2023-07-23T18:45:07.404" v="791" actId="20577"/>
        <pc:sldMkLst>
          <pc:docMk/>
          <pc:sldMk cId="1861732289" sldId="283"/>
        </pc:sldMkLst>
        <pc:spChg chg="mod">
          <ac:chgData name="Jeff DeRemer" userId="a37f3d2d141577c5" providerId="Windows Live" clId="Web-{1D8C70B6-822F-45A3-9FA8-4D04D39FEA7F}" dt="2023-07-23T18:45:07.404" v="791" actId="20577"/>
          <ac:spMkLst>
            <pc:docMk/>
            <pc:sldMk cId="1861732289" sldId="283"/>
            <ac:spMk id="3" creationId="{A4DD8A52-93C3-307C-94F8-99CD4F67B3B0}"/>
          </ac:spMkLst>
        </pc:spChg>
      </pc:sldChg>
      <pc:sldChg chg="modSp">
        <pc:chgData name="Jeff DeRemer" userId="a37f3d2d141577c5" providerId="Windows Live" clId="Web-{1D8C70B6-822F-45A3-9FA8-4D04D39FEA7F}" dt="2023-07-23T18:47:01.563" v="867" actId="20577"/>
        <pc:sldMkLst>
          <pc:docMk/>
          <pc:sldMk cId="1987841433" sldId="284"/>
        </pc:sldMkLst>
        <pc:spChg chg="mod">
          <ac:chgData name="Jeff DeRemer" userId="a37f3d2d141577c5" providerId="Windows Live" clId="Web-{1D8C70B6-822F-45A3-9FA8-4D04D39FEA7F}" dt="2023-07-23T18:47:01.563" v="867" actId="20577"/>
          <ac:spMkLst>
            <pc:docMk/>
            <pc:sldMk cId="1987841433" sldId="284"/>
            <ac:spMk id="3" creationId="{167EB91F-F6C9-4B4F-90F3-7CA2D46122AE}"/>
          </ac:spMkLst>
        </pc:spChg>
      </pc:sldChg>
      <pc:sldChg chg="modSp">
        <pc:chgData name="Jeff DeRemer" userId="a37f3d2d141577c5" providerId="Windows Live" clId="Web-{1D8C70B6-822F-45A3-9FA8-4D04D39FEA7F}" dt="2023-07-23T18:48:25.612" v="921" actId="20577"/>
        <pc:sldMkLst>
          <pc:docMk/>
          <pc:sldMk cId="1112612059" sldId="285"/>
        </pc:sldMkLst>
        <pc:spChg chg="mod">
          <ac:chgData name="Jeff DeRemer" userId="a37f3d2d141577c5" providerId="Windows Live" clId="Web-{1D8C70B6-822F-45A3-9FA8-4D04D39FEA7F}" dt="2023-07-23T18:48:25.612" v="921" actId="20577"/>
          <ac:spMkLst>
            <pc:docMk/>
            <pc:sldMk cId="1112612059" sldId="285"/>
            <ac:spMk id="3" creationId="{2C233C5D-AE6E-EE9D-E247-48CB088754FF}"/>
          </ac:spMkLst>
        </pc:spChg>
      </pc:sldChg>
      <pc:sldChg chg="modSp">
        <pc:chgData name="Jeff DeRemer" userId="a37f3d2d141577c5" providerId="Windows Live" clId="Web-{1D8C70B6-822F-45A3-9FA8-4D04D39FEA7F}" dt="2023-07-23T18:48:39.925" v="924" actId="20577"/>
        <pc:sldMkLst>
          <pc:docMk/>
          <pc:sldMk cId="2771794891" sldId="286"/>
        </pc:sldMkLst>
        <pc:spChg chg="mod">
          <ac:chgData name="Jeff DeRemer" userId="a37f3d2d141577c5" providerId="Windows Live" clId="Web-{1D8C70B6-822F-45A3-9FA8-4D04D39FEA7F}" dt="2023-07-23T18:48:39.925" v="924" actId="20577"/>
          <ac:spMkLst>
            <pc:docMk/>
            <pc:sldMk cId="2771794891" sldId="286"/>
            <ac:spMk id="3" creationId="{E43A48AF-984B-687B-AB99-A4749E13FE18}"/>
          </ac:spMkLst>
        </pc:spChg>
      </pc:sldChg>
      <pc:sldChg chg="modSp">
        <pc:chgData name="Jeff DeRemer" userId="a37f3d2d141577c5" providerId="Windows Live" clId="Web-{1D8C70B6-822F-45A3-9FA8-4D04D39FEA7F}" dt="2023-07-23T18:48:01.393" v="918" actId="20577"/>
        <pc:sldMkLst>
          <pc:docMk/>
          <pc:sldMk cId="4209612668" sldId="287"/>
        </pc:sldMkLst>
        <pc:spChg chg="mod">
          <ac:chgData name="Jeff DeRemer" userId="a37f3d2d141577c5" providerId="Windows Live" clId="Web-{1D8C70B6-822F-45A3-9FA8-4D04D39FEA7F}" dt="2023-07-23T18:48:01.393" v="918" actId="20577"/>
          <ac:spMkLst>
            <pc:docMk/>
            <pc:sldMk cId="4209612668" sldId="287"/>
            <ac:spMk id="2" creationId="{2EF7659A-F540-6B95-C923-EA9F9DA2FDC8}"/>
          </ac:spMkLst>
        </pc:spChg>
      </pc:sldChg>
      <pc:sldChg chg="modSp">
        <pc:chgData name="Jeff DeRemer" userId="a37f3d2d141577c5" providerId="Windows Live" clId="Web-{1D8C70B6-822F-45A3-9FA8-4D04D39FEA7F}" dt="2023-07-23T18:49:14.644" v="927" actId="20577"/>
        <pc:sldMkLst>
          <pc:docMk/>
          <pc:sldMk cId="1175048660" sldId="288"/>
        </pc:sldMkLst>
        <pc:spChg chg="mod">
          <ac:chgData name="Jeff DeRemer" userId="a37f3d2d141577c5" providerId="Windows Live" clId="Web-{1D8C70B6-822F-45A3-9FA8-4D04D39FEA7F}" dt="2023-07-23T18:49:14.644" v="927" actId="20577"/>
          <ac:spMkLst>
            <pc:docMk/>
            <pc:sldMk cId="1175048660" sldId="288"/>
            <ac:spMk id="3" creationId="{E35BB5F5-DEF6-901B-798D-F75EF1BEE6C3}"/>
          </ac:spMkLst>
        </pc:spChg>
      </pc:sldChg>
      <pc:sldChg chg="modSp">
        <pc:chgData name="Jeff DeRemer" userId="a37f3d2d141577c5" providerId="Windows Live" clId="Web-{1D8C70B6-822F-45A3-9FA8-4D04D39FEA7F}" dt="2023-07-23T18:50:02.536" v="949" actId="20577"/>
        <pc:sldMkLst>
          <pc:docMk/>
          <pc:sldMk cId="1487085672" sldId="289"/>
        </pc:sldMkLst>
        <pc:spChg chg="mod">
          <ac:chgData name="Jeff DeRemer" userId="a37f3d2d141577c5" providerId="Windows Live" clId="Web-{1D8C70B6-822F-45A3-9FA8-4D04D39FEA7F}" dt="2023-07-23T18:50:02.536" v="949" actId="20577"/>
          <ac:spMkLst>
            <pc:docMk/>
            <pc:sldMk cId="1487085672" sldId="289"/>
            <ac:spMk id="3" creationId="{35D0BBDA-8803-BE37-2613-0EDAF02F44B8}"/>
          </ac:spMkLst>
        </pc:spChg>
      </pc:sldChg>
      <pc:sldChg chg="modSp">
        <pc:chgData name="Jeff DeRemer" userId="a37f3d2d141577c5" providerId="Windows Live" clId="Web-{1D8C70B6-822F-45A3-9FA8-4D04D39FEA7F}" dt="2023-07-23T18:46:05.390" v="827" actId="20577"/>
        <pc:sldMkLst>
          <pc:docMk/>
          <pc:sldMk cId="117291877" sldId="291"/>
        </pc:sldMkLst>
        <pc:spChg chg="mod">
          <ac:chgData name="Jeff DeRemer" userId="a37f3d2d141577c5" providerId="Windows Live" clId="Web-{1D8C70B6-822F-45A3-9FA8-4D04D39FEA7F}" dt="2023-07-23T18:45:59.671" v="825" actId="20577"/>
          <ac:spMkLst>
            <pc:docMk/>
            <pc:sldMk cId="117291877" sldId="291"/>
            <ac:spMk id="2" creationId="{7C7FA624-06C1-58CB-6EBF-6A6E06B55AA5}"/>
          </ac:spMkLst>
        </pc:spChg>
        <pc:spChg chg="mod">
          <ac:chgData name="Jeff DeRemer" userId="a37f3d2d141577c5" providerId="Windows Live" clId="Web-{1D8C70B6-822F-45A3-9FA8-4D04D39FEA7F}" dt="2023-07-23T18:46:05.390" v="827" actId="20577"/>
          <ac:spMkLst>
            <pc:docMk/>
            <pc:sldMk cId="117291877" sldId="291"/>
            <ac:spMk id="3" creationId="{64E1AC00-5F6F-8A57-76A4-5BD2487C9873}"/>
          </ac:spMkLst>
        </pc:spChg>
      </pc:sldChg>
      <pc:sldChg chg="modSp">
        <pc:chgData name="Jeff DeRemer" userId="a37f3d2d141577c5" providerId="Windows Live" clId="Web-{1D8C70B6-822F-45A3-9FA8-4D04D39FEA7F}" dt="2023-07-23T18:22:21.137" v="176" actId="20577"/>
        <pc:sldMkLst>
          <pc:docMk/>
          <pc:sldMk cId="2803421184" sldId="292"/>
        </pc:sldMkLst>
        <pc:spChg chg="mod">
          <ac:chgData name="Jeff DeRemer" userId="a37f3d2d141577c5" providerId="Windows Live" clId="Web-{1D8C70B6-822F-45A3-9FA8-4D04D39FEA7F}" dt="2023-07-23T18:22:21.137" v="176" actId="20577"/>
          <ac:spMkLst>
            <pc:docMk/>
            <pc:sldMk cId="2803421184" sldId="292"/>
            <ac:spMk id="3" creationId="{DABAC2CE-B759-65A2-A9AA-973000EA0D14}"/>
          </ac:spMkLst>
        </pc:spChg>
      </pc:sldChg>
      <pc:sldChg chg="modSp">
        <pc:chgData name="Jeff DeRemer" userId="a37f3d2d141577c5" providerId="Windows Live" clId="Web-{1D8C70B6-822F-45A3-9FA8-4D04D39FEA7F}" dt="2023-07-23T18:28:05.801" v="240" actId="20577"/>
        <pc:sldMkLst>
          <pc:docMk/>
          <pc:sldMk cId="2373186645" sldId="294"/>
        </pc:sldMkLst>
        <pc:spChg chg="mod">
          <ac:chgData name="Jeff DeRemer" userId="a37f3d2d141577c5" providerId="Windows Live" clId="Web-{1D8C70B6-822F-45A3-9FA8-4D04D39FEA7F}" dt="2023-07-23T18:27:53.692" v="238" actId="20577"/>
          <ac:spMkLst>
            <pc:docMk/>
            <pc:sldMk cId="2373186645" sldId="294"/>
            <ac:spMk id="2" creationId="{B2222F7C-0144-814E-2BAD-01A1646151D4}"/>
          </ac:spMkLst>
        </pc:spChg>
        <pc:spChg chg="mod">
          <ac:chgData name="Jeff DeRemer" userId="a37f3d2d141577c5" providerId="Windows Live" clId="Web-{1D8C70B6-822F-45A3-9FA8-4D04D39FEA7F}" dt="2023-07-23T18:28:05.801" v="240" actId="20577"/>
          <ac:spMkLst>
            <pc:docMk/>
            <pc:sldMk cId="2373186645" sldId="294"/>
            <ac:spMk id="3" creationId="{044EA9B4-6A65-9695-5C1B-998070458920}"/>
          </ac:spMkLst>
        </pc:spChg>
      </pc:sldChg>
      <pc:sldChg chg="modSp">
        <pc:chgData name="Jeff DeRemer" userId="a37f3d2d141577c5" providerId="Windows Live" clId="Web-{1D8C70B6-822F-45A3-9FA8-4D04D39FEA7F}" dt="2023-07-23T18:24:58.594" v="199" actId="20577"/>
        <pc:sldMkLst>
          <pc:docMk/>
          <pc:sldMk cId="4013399894" sldId="298"/>
        </pc:sldMkLst>
        <pc:spChg chg="mod">
          <ac:chgData name="Jeff DeRemer" userId="a37f3d2d141577c5" providerId="Windows Live" clId="Web-{1D8C70B6-822F-45A3-9FA8-4D04D39FEA7F}" dt="2023-07-23T18:24:58.594" v="199" actId="20577"/>
          <ac:spMkLst>
            <pc:docMk/>
            <pc:sldMk cId="4013399894" sldId="298"/>
            <ac:spMk id="2" creationId="{9FC04FDF-F6C6-A102-AAE8-320D1538DF86}"/>
          </ac:spMkLst>
        </pc:spChg>
        <pc:spChg chg="mod">
          <ac:chgData name="Jeff DeRemer" userId="a37f3d2d141577c5" providerId="Windows Live" clId="Web-{1D8C70B6-822F-45A3-9FA8-4D04D39FEA7F}" dt="2023-07-23T18:24:46.562" v="193" actId="20577"/>
          <ac:spMkLst>
            <pc:docMk/>
            <pc:sldMk cId="4013399894" sldId="298"/>
            <ac:spMk id="3" creationId="{6743DE19-7F4F-73A0-DA1F-334D05FC2A93}"/>
          </ac:spMkLst>
        </pc:spChg>
      </pc:sldChg>
      <pc:sldChg chg="modSp">
        <pc:chgData name="Jeff DeRemer" userId="a37f3d2d141577c5" providerId="Windows Live" clId="Web-{1D8C70B6-822F-45A3-9FA8-4D04D39FEA7F}" dt="2023-07-23T18:49:29.629" v="946" actId="20577"/>
        <pc:sldMkLst>
          <pc:docMk/>
          <pc:sldMk cId="586689482" sldId="300"/>
        </pc:sldMkLst>
        <pc:spChg chg="mod">
          <ac:chgData name="Jeff DeRemer" userId="a37f3d2d141577c5" providerId="Windows Live" clId="Web-{1D8C70B6-822F-45A3-9FA8-4D04D39FEA7F}" dt="2023-07-23T18:49:29.629" v="946" actId="20577"/>
          <ac:spMkLst>
            <pc:docMk/>
            <pc:sldMk cId="586689482" sldId="300"/>
            <ac:spMk id="2" creationId="{E396FD66-0FAC-C93C-0BC0-9B32126BDF21}"/>
          </ac:spMkLst>
        </pc:spChg>
      </pc:sldChg>
      <pc:sldChg chg="modSp">
        <pc:chgData name="Jeff DeRemer" userId="a37f3d2d141577c5" providerId="Windows Live" clId="Web-{1D8C70B6-822F-45A3-9FA8-4D04D39FEA7F}" dt="2023-07-23T18:34:50.858" v="530" actId="20577"/>
        <pc:sldMkLst>
          <pc:docMk/>
          <pc:sldMk cId="1935756779" sldId="305"/>
        </pc:sldMkLst>
        <pc:spChg chg="mod">
          <ac:chgData name="Jeff DeRemer" userId="a37f3d2d141577c5" providerId="Windows Live" clId="Web-{1D8C70B6-822F-45A3-9FA8-4D04D39FEA7F}" dt="2023-07-23T18:34:50.858" v="530" actId="20577"/>
          <ac:spMkLst>
            <pc:docMk/>
            <pc:sldMk cId="1935756779" sldId="305"/>
            <ac:spMk id="2" creationId="{3ACE7FED-C200-7B67-3E02-882BF64E67DD}"/>
          </ac:spMkLst>
        </pc:spChg>
      </pc:sldChg>
      <pc:sldChg chg="modSp">
        <pc:chgData name="Jeff DeRemer" userId="a37f3d2d141577c5" providerId="Windows Live" clId="Web-{1D8C70B6-822F-45A3-9FA8-4D04D39FEA7F}" dt="2023-07-23T18:47:37.783" v="898" actId="20577"/>
        <pc:sldMkLst>
          <pc:docMk/>
          <pc:sldMk cId="3166782752" sldId="306"/>
        </pc:sldMkLst>
        <pc:spChg chg="mod">
          <ac:chgData name="Jeff DeRemer" userId="a37f3d2d141577c5" providerId="Windows Live" clId="Web-{1D8C70B6-822F-45A3-9FA8-4D04D39FEA7F}" dt="2023-07-23T18:47:37.783" v="898" actId="20577"/>
          <ac:spMkLst>
            <pc:docMk/>
            <pc:sldMk cId="3166782752" sldId="306"/>
            <ac:spMk id="2" creationId="{772C3B8A-BFCD-230B-87C2-C9526DBB601C}"/>
          </ac:spMkLst>
        </pc:spChg>
      </pc:sldChg>
      <pc:sldChg chg="modSp">
        <pc:chgData name="Jeff DeRemer" userId="a37f3d2d141577c5" providerId="Windows Live" clId="Web-{1D8C70B6-822F-45A3-9FA8-4D04D39FEA7F}" dt="2023-07-23T18:27:13.784" v="219" actId="20577"/>
        <pc:sldMkLst>
          <pc:docMk/>
          <pc:sldMk cId="2145870571" sldId="307"/>
        </pc:sldMkLst>
        <pc:spChg chg="mod">
          <ac:chgData name="Jeff DeRemer" userId="a37f3d2d141577c5" providerId="Windows Live" clId="Web-{1D8C70B6-822F-45A3-9FA8-4D04D39FEA7F}" dt="2023-07-23T18:27:13.784" v="219" actId="20577"/>
          <ac:spMkLst>
            <pc:docMk/>
            <pc:sldMk cId="2145870571" sldId="307"/>
            <ac:spMk id="3" creationId="{E16765E4-91CB-D7BB-72DE-17157CA29AE6}"/>
          </ac:spMkLst>
        </pc:spChg>
      </pc:sldChg>
      <pc:sldChg chg="modSp">
        <pc:chgData name="Jeff DeRemer" userId="a37f3d2d141577c5" providerId="Windows Live" clId="Web-{1D8C70B6-822F-45A3-9FA8-4D04D39FEA7F}" dt="2023-07-23T18:27:40.832" v="236" actId="20577"/>
        <pc:sldMkLst>
          <pc:docMk/>
          <pc:sldMk cId="1173428035" sldId="308"/>
        </pc:sldMkLst>
        <pc:spChg chg="mod">
          <ac:chgData name="Jeff DeRemer" userId="a37f3d2d141577c5" providerId="Windows Live" clId="Web-{1D8C70B6-822F-45A3-9FA8-4D04D39FEA7F}" dt="2023-07-23T18:27:40.832" v="236" actId="20577"/>
          <ac:spMkLst>
            <pc:docMk/>
            <pc:sldMk cId="1173428035" sldId="308"/>
            <ac:spMk id="2" creationId="{7905709C-0522-4331-5D4F-CCBE2BEF0D9D}"/>
          </ac:spMkLst>
        </pc:spChg>
        <pc:spChg chg="mod">
          <ac:chgData name="Jeff DeRemer" userId="a37f3d2d141577c5" providerId="Windows Live" clId="Web-{1D8C70B6-822F-45A3-9FA8-4D04D39FEA7F}" dt="2023-07-23T18:27:28.941" v="221" actId="20577"/>
          <ac:spMkLst>
            <pc:docMk/>
            <pc:sldMk cId="1173428035" sldId="308"/>
            <ac:spMk id="3" creationId="{D8401FEB-2B12-65C9-4AB5-92E8C061DEA6}"/>
          </ac:spMkLst>
        </pc:spChg>
      </pc:sldChg>
      <pc:sldChg chg="modSp">
        <pc:chgData name="Jeff DeRemer" userId="a37f3d2d141577c5" providerId="Windows Live" clId="Web-{1D8C70B6-822F-45A3-9FA8-4D04D39FEA7F}" dt="2023-07-23T18:33:14.809" v="495" actId="20577"/>
        <pc:sldMkLst>
          <pc:docMk/>
          <pc:sldMk cId="322086555" sldId="312"/>
        </pc:sldMkLst>
        <pc:spChg chg="mod">
          <ac:chgData name="Jeff DeRemer" userId="a37f3d2d141577c5" providerId="Windows Live" clId="Web-{1D8C70B6-822F-45A3-9FA8-4D04D39FEA7F}" dt="2023-07-23T18:32:53.277" v="492" actId="20577"/>
          <ac:spMkLst>
            <pc:docMk/>
            <pc:sldMk cId="322086555" sldId="312"/>
            <ac:spMk id="2" creationId="{5FF6EBCF-D7C6-7D4F-E1F5-F35CACAB2D0A}"/>
          </ac:spMkLst>
        </pc:spChg>
        <pc:spChg chg="mod">
          <ac:chgData name="Jeff DeRemer" userId="a37f3d2d141577c5" providerId="Windows Live" clId="Web-{1D8C70B6-822F-45A3-9FA8-4D04D39FEA7F}" dt="2023-07-23T18:33:14.809" v="495" actId="20577"/>
          <ac:spMkLst>
            <pc:docMk/>
            <pc:sldMk cId="322086555" sldId="312"/>
            <ac:spMk id="3" creationId="{0167575D-D147-EA22-F445-19C81CCD42A4}"/>
          </ac:spMkLst>
        </pc:spChg>
      </pc:sldChg>
      <pc:sldChg chg="modSp">
        <pc:chgData name="Jeff DeRemer" userId="a37f3d2d141577c5" providerId="Windows Live" clId="Web-{1D8C70B6-822F-45A3-9FA8-4D04D39FEA7F}" dt="2023-07-23T18:18:06.692" v="24" actId="20577"/>
        <pc:sldMkLst>
          <pc:docMk/>
          <pc:sldMk cId="3588194236" sldId="315"/>
        </pc:sldMkLst>
        <pc:spChg chg="mod">
          <ac:chgData name="Jeff DeRemer" userId="a37f3d2d141577c5" providerId="Windows Live" clId="Web-{1D8C70B6-822F-45A3-9FA8-4D04D39FEA7F}" dt="2023-07-23T18:18:06.692" v="24" actId="20577"/>
          <ac:spMkLst>
            <pc:docMk/>
            <pc:sldMk cId="3588194236" sldId="315"/>
            <ac:spMk id="3" creationId="{8797E62F-9EFE-7982-AA44-CA6ED395C745}"/>
          </ac:spMkLst>
        </pc:spChg>
      </pc:sldChg>
      <pc:sldChg chg="modSp">
        <pc:chgData name="Jeff DeRemer" userId="a37f3d2d141577c5" providerId="Windows Live" clId="Web-{1D8C70B6-822F-45A3-9FA8-4D04D39FEA7F}" dt="2023-07-23T18:34:34.592" v="529" actId="20577"/>
        <pc:sldMkLst>
          <pc:docMk/>
          <pc:sldMk cId="3080211462" sldId="316"/>
        </pc:sldMkLst>
        <pc:spChg chg="mod">
          <ac:chgData name="Jeff DeRemer" userId="a37f3d2d141577c5" providerId="Windows Live" clId="Web-{1D8C70B6-822F-45A3-9FA8-4D04D39FEA7F}" dt="2023-07-23T18:34:34.592" v="529" actId="20577"/>
          <ac:spMkLst>
            <pc:docMk/>
            <pc:sldMk cId="3080211462" sldId="316"/>
            <ac:spMk id="3" creationId="{22CFC226-DC8E-64BB-56E7-EA99E3243D7F}"/>
          </ac:spMkLst>
        </pc:spChg>
      </pc:sldChg>
      <pc:sldChg chg="modSp">
        <pc:chgData name="Jeff DeRemer" userId="a37f3d2d141577c5" providerId="Windows Live" clId="Web-{1D8C70B6-822F-45A3-9FA8-4D04D39FEA7F}" dt="2023-07-23T18:53:09.509" v="952" actId="20577"/>
        <pc:sldMkLst>
          <pc:docMk/>
          <pc:sldMk cId="915020623" sldId="317"/>
        </pc:sldMkLst>
        <pc:spChg chg="mod">
          <ac:chgData name="Jeff DeRemer" userId="a37f3d2d141577c5" providerId="Windows Live" clId="Web-{1D8C70B6-822F-45A3-9FA8-4D04D39FEA7F}" dt="2023-07-23T18:53:09.509" v="952" actId="20577"/>
          <ac:spMkLst>
            <pc:docMk/>
            <pc:sldMk cId="915020623" sldId="317"/>
            <ac:spMk id="3" creationId="{594954C9-A707-69B0-D235-57E16BE68174}"/>
          </ac:spMkLst>
        </pc:spChg>
      </pc:sldChg>
      <pc:sldChg chg="new">
        <pc:chgData name="Jeff DeRemer" userId="a37f3d2d141577c5" providerId="Windows Live" clId="Web-{1D8C70B6-822F-45A3-9FA8-4D04D39FEA7F}" dt="2023-07-23T18:56:51.264" v="957"/>
        <pc:sldMkLst>
          <pc:docMk/>
          <pc:sldMk cId="1712350636" sldId="318"/>
        </pc:sldMkLst>
      </pc:sldChg>
    </pc:docChg>
  </pc:docChgLst>
  <pc:docChgLst>
    <pc:chgData name="Jeff DeRemer" userId="a37f3d2d141577c5" providerId="Windows Live" clId="Web-{10C5AAE3-D96F-4D64-92CD-35A4AE8CC79F}"/>
    <pc:docChg chg="addSld delSld modSld sldOrd">
      <pc:chgData name="Jeff DeRemer" userId="a37f3d2d141577c5" providerId="Windows Live" clId="Web-{10C5AAE3-D96F-4D64-92CD-35A4AE8CC79F}" dt="2023-09-02T19:34:56.213" v="2263" actId="20577"/>
      <pc:docMkLst>
        <pc:docMk/>
      </pc:docMkLst>
      <pc:sldChg chg="modSp ord">
        <pc:chgData name="Jeff DeRemer" userId="a37f3d2d141577c5" providerId="Windows Live" clId="Web-{10C5AAE3-D96F-4D64-92CD-35A4AE8CC79F}" dt="2023-09-02T19:22:47.271" v="1950"/>
        <pc:sldMkLst>
          <pc:docMk/>
          <pc:sldMk cId="1537062186" sldId="259"/>
        </pc:sldMkLst>
        <pc:spChg chg="mod">
          <ac:chgData name="Jeff DeRemer" userId="a37f3d2d141577c5" providerId="Windows Live" clId="Web-{10C5AAE3-D96F-4D64-92CD-35A4AE8CC79F}" dt="2023-09-02T18:20:38.511" v="561" actId="20577"/>
          <ac:spMkLst>
            <pc:docMk/>
            <pc:sldMk cId="1537062186" sldId="259"/>
            <ac:spMk id="3" creationId="{C94EAD4E-0DEF-F3E3-2CD3-304D0D8776E8}"/>
          </ac:spMkLst>
        </pc:spChg>
      </pc:sldChg>
      <pc:sldChg chg="modSp del">
        <pc:chgData name="Jeff DeRemer" userId="a37f3d2d141577c5" providerId="Windows Live" clId="Web-{10C5AAE3-D96F-4D64-92CD-35A4AE8CC79F}" dt="2023-09-02T18:25:56.144" v="689"/>
        <pc:sldMkLst>
          <pc:docMk/>
          <pc:sldMk cId="3800418244" sldId="260"/>
        </pc:sldMkLst>
        <pc:spChg chg="mod">
          <ac:chgData name="Jeff DeRemer" userId="a37f3d2d141577c5" providerId="Windows Live" clId="Web-{10C5AAE3-D96F-4D64-92CD-35A4AE8CC79F}" dt="2023-09-02T18:25:52.191" v="688" actId="20577"/>
          <ac:spMkLst>
            <pc:docMk/>
            <pc:sldMk cId="3800418244" sldId="260"/>
            <ac:spMk id="3" creationId="{0C5B5C69-3010-67FC-1E38-ECFAC33F0253}"/>
          </ac:spMkLst>
        </pc:spChg>
      </pc:sldChg>
      <pc:sldChg chg="modSp ord">
        <pc:chgData name="Jeff DeRemer" userId="a37f3d2d141577c5" providerId="Windows Live" clId="Web-{10C5AAE3-D96F-4D64-92CD-35A4AE8CC79F}" dt="2023-09-02T19:23:46.929" v="1970" actId="20577"/>
        <pc:sldMkLst>
          <pc:docMk/>
          <pc:sldMk cId="1862461135" sldId="261"/>
        </pc:sldMkLst>
        <pc:spChg chg="mod">
          <ac:chgData name="Jeff DeRemer" userId="a37f3d2d141577c5" providerId="Windows Live" clId="Web-{10C5AAE3-D96F-4D64-92CD-35A4AE8CC79F}" dt="2023-09-02T19:23:46.929" v="1970" actId="20577"/>
          <ac:spMkLst>
            <pc:docMk/>
            <pc:sldMk cId="1862461135" sldId="261"/>
            <ac:spMk id="3" creationId="{4FA58D88-1C41-4DB8-50F5-C0148DF26DEC}"/>
          </ac:spMkLst>
        </pc:spChg>
      </pc:sldChg>
      <pc:sldChg chg="modSp">
        <pc:chgData name="Jeff DeRemer" userId="a37f3d2d141577c5" providerId="Windows Live" clId="Web-{10C5AAE3-D96F-4D64-92CD-35A4AE8CC79F}" dt="2023-09-02T18:55:40.241" v="1280" actId="20577"/>
        <pc:sldMkLst>
          <pc:docMk/>
          <pc:sldMk cId="750474985" sldId="262"/>
        </pc:sldMkLst>
        <pc:spChg chg="mod">
          <ac:chgData name="Jeff DeRemer" userId="a37f3d2d141577c5" providerId="Windows Live" clId="Web-{10C5AAE3-D96F-4D64-92CD-35A4AE8CC79F}" dt="2023-09-02T18:55:40.241" v="1280" actId="20577"/>
          <ac:spMkLst>
            <pc:docMk/>
            <pc:sldMk cId="750474985" sldId="262"/>
            <ac:spMk id="3" creationId="{429D0DB0-413D-C8AB-1A23-F9C01F950E4C}"/>
          </ac:spMkLst>
        </pc:spChg>
      </pc:sldChg>
      <pc:sldChg chg="modSp ord">
        <pc:chgData name="Jeff DeRemer" userId="a37f3d2d141577c5" providerId="Windows Live" clId="Web-{10C5AAE3-D96F-4D64-92CD-35A4AE8CC79F}" dt="2023-09-02T18:44:26.441" v="1017" actId="20577"/>
        <pc:sldMkLst>
          <pc:docMk/>
          <pc:sldMk cId="1604463162" sldId="263"/>
        </pc:sldMkLst>
        <pc:spChg chg="mod">
          <ac:chgData name="Jeff DeRemer" userId="a37f3d2d141577c5" providerId="Windows Live" clId="Web-{10C5AAE3-D96F-4D64-92CD-35A4AE8CC79F}" dt="2023-09-02T18:44:26.441" v="1017" actId="20577"/>
          <ac:spMkLst>
            <pc:docMk/>
            <pc:sldMk cId="1604463162" sldId="263"/>
            <ac:spMk id="3" creationId="{FF35C628-9ED1-48A4-98A5-A82E3566925E}"/>
          </ac:spMkLst>
        </pc:spChg>
      </pc:sldChg>
      <pc:sldChg chg="modSp ord">
        <pc:chgData name="Jeff DeRemer" userId="a37f3d2d141577c5" providerId="Windows Live" clId="Web-{10C5AAE3-D96F-4D64-92CD-35A4AE8CC79F}" dt="2023-09-02T19:26:09.105" v="2005"/>
        <pc:sldMkLst>
          <pc:docMk/>
          <pc:sldMk cId="98002227" sldId="264"/>
        </pc:sldMkLst>
        <pc:spChg chg="mod">
          <ac:chgData name="Jeff DeRemer" userId="a37f3d2d141577c5" providerId="Windows Live" clId="Web-{10C5AAE3-D96F-4D64-92CD-35A4AE8CC79F}" dt="2023-09-02T19:25:27.025" v="1983" actId="20577"/>
          <ac:spMkLst>
            <pc:docMk/>
            <pc:sldMk cId="98002227" sldId="264"/>
            <ac:spMk id="2" creationId="{5CEA8E9D-6032-95F0-2F3B-1159C45D6D81}"/>
          </ac:spMkLst>
        </pc:spChg>
        <pc:spChg chg="mod">
          <ac:chgData name="Jeff DeRemer" userId="a37f3d2d141577c5" providerId="Windows Live" clId="Web-{10C5AAE3-D96F-4D64-92CD-35A4AE8CC79F}" dt="2023-09-02T19:26:02.354" v="2003" actId="20577"/>
          <ac:spMkLst>
            <pc:docMk/>
            <pc:sldMk cId="98002227" sldId="264"/>
            <ac:spMk id="3" creationId="{18544897-D0A9-DA82-41A4-10CBB57ECE59}"/>
          </ac:spMkLst>
        </pc:spChg>
      </pc:sldChg>
      <pc:sldChg chg="modSp ord">
        <pc:chgData name="Jeff DeRemer" userId="a37f3d2d141577c5" providerId="Windows Live" clId="Web-{10C5AAE3-D96F-4D64-92CD-35A4AE8CC79F}" dt="2023-09-02T19:26:37.340" v="2006"/>
        <pc:sldMkLst>
          <pc:docMk/>
          <pc:sldMk cId="3628189326" sldId="270"/>
        </pc:sldMkLst>
        <pc:spChg chg="mod">
          <ac:chgData name="Jeff DeRemer" userId="a37f3d2d141577c5" providerId="Windows Live" clId="Web-{10C5AAE3-D96F-4D64-92CD-35A4AE8CC79F}" dt="2023-09-02T19:21:52.035" v="1946" actId="20577"/>
          <ac:spMkLst>
            <pc:docMk/>
            <pc:sldMk cId="3628189326" sldId="270"/>
            <ac:spMk id="3" creationId="{6F7476CC-B0F5-EBA0-A09C-F0614C089CE5}"/>
          </ac:spMkLst>
        </pc:spChg>
      </pc:sldChg>
      <pc:sldChg chg="modSp">
        <pc:chgData name="Jeff DeRemer" userId="a37f3d2d141577c5" providerId="Windows Live" clId="Web-{10C5AAE3-D96F-4D64-92CD-35A4AE8CC79F}" dt="2023-09-02T19:06:18.962" v="1665" actId="20577"/>
        <pc:sldMkLst>
          <pc:docMk/>
          <pc:sldMk cId="1112612059" sldId="285"/>
        </pc:sldMkLst>
        <pc:spChg chg="mod">
          <ac:chgData name="Jeff DeRemer" userId="a37f3d2d141577c5" providerId="Windows Live" clId="Web-{10C5AAE3-D96F-4D64-92CD-35A4AE8CC79F}" dt="2023-09-02T19:06:18.962" v="1665" actId="20577"/>
          <ac:spMkLst>
            <pc:docMk/>
            <pc:sldMk cId="1112612059" sldId="285"/>
            <ac:spMk id="3" creationId="{2C233C5D-AE6E-EE9D-E247-48CB088754FF}"/>
          </ac:spMkLst>
        </pc:spChg>
      </pc:sldChg>
      <pc:sldChg chg="modSp">
        <pc:chgData name="Jeff DeRemer" userId="a37f3d2d141577c5" providerId="Windows Live" clId="Web-{10C5AAE3-D96F-4D64-92CD-35A4AE8CC79F}" dt="2023-09-02T19:11:06.564" v="1766" actId="20577"/>
        <pc:sldMkLst>
          <pc:docMk/>
          <pc:sldMk cId="2771794891" sldId="286"/>
        </pc:sldMkLst>
        <pc:spChg chg="mod">
          <ac:chgData name="Jeff DeRemer" userId="a37f3d2d141577c5" providerId="Windows Live" clId="Web-{10C5AAE3-D96F-4D64-92CD-35A4AE8CC79F}" dt="2023-09-02T19:06:31.853" v="1667" actId="20577"/>
          <ac:spMkLst>
            <pc:docMk/>
            <pc:sldMk cId="2771794891" sldId="286"/>
            <ac:spMk id="2" creationId="{971AA95C-DED5-3E53-CD9A-C04D628DFA05}"/>
          </ac:spMkLst>
        </pc:spChg>
        <pc:spChg chg="mod">
          <ac:chgData name="Jeff DeRemer" userId="a37f3d2d141577c5" providerId="Windows Live" clId="Web-{10C5AAE3-D96F-4D64-92CD-35A4AE8CC79F}" dt="2023-09-02T19:11:06.564" v="1766" actId="20577"/>
          <ac:spMkLst>
            <pc:docMk/>
            <pc:sldMk cId="2771794891" sldId="286"/>
            <ac:spMk id="3" creationId="{E43A48AF-984B-687B-AB99-A4749E13FE18}"/>
          </ac:spMkLst>
        </pc:spChg>
      </pc:sldChg>
      <pc:sldChg chg="del ord">
        <pc:chgData name="Jeff DeRemer" userId="a37f3d2d141577c5" providerId="Windows Live" clId="Web-{10C5AAE3-D96F-4D64-92CD-35A4AE8CC79F}" dt="2023-09-02T19:21:44.597" v="1944"/>
        <pc:sldMkLst>
          <pc:docMk/>
          <pc:sldMk cId="4209612668" sldId="287"/>
        </pc:sldMkLst>
      </pc:sldChg>
      <pc:sldChg chg="modSp">
        <pc:chgData name="Jeff DeRemer" userId="a37f3d2d141577c5" providerId="Windows Live" clId="Web-{10C5AAE3-D96F-4D64-92CD-35A4AE8CC79F}" dt="2023-09-02T18:50:52.358" v="1140" actId="20577"/>
        <pc:sldMkLst>
          <pc:docMk/>
          <pc:sldMk cId="2803421184" sldId="292"/>
        </pc:sldMkLst>
        <pc:spChg chg="mod">
          <ac:chgData name="Jeff DeRemer" userId="a37f3d2d141577c5" providerId="Windows Live" clId="Web-{10C5AAE3-D96F-4D64-92CD-35A4AE8CC79F}" dt="2023-09-02T18:50:52.358" v="1140" actId="20577"/>
          <ac:spMkLst>
            <pc:docMk/>
            <pc:sldMk cId="2803421184" sldId="292"/>
            <ac:spMk id="3" creationId="{DABAC2CE-B759-65A2-A9AA-973000EA0D14}"/>
          </ac:spMkLst>
        </pc:spChg>
      </pc:sldChg>
      <pc:sldChg chg="del">
        <pc:chgData name="Jeff DeRemer" userId="a37f3d2d141577c5" providerId="Windows Live" clId="Web-{10C5AAE3-D96F-4D64-92CD-35A4AE8CC79F}" dt="2023-09-02T17:42:46.820" v="0"/>
        <pc:sldMkLst>
          <pc:docMk/>
          <pc:sldMk cId="3056689765" sldId="293"/>
        </pc:sldMkLst>
      </pc:sldChg>
      <pc:sldChg chg="del ord">
        <pc:chgData name="Jeff DeRemer" userId="a37f3d2d141577c5" providerId="Windows Live" clId="Web-{10C5AAE3-D96F-4D64-92CD-35A4AE8CC79F}" dt="2023-09-02T19:20:49.143" v="1943"/>
        <pc:sldMkLst>
          <pc:docMk/>
          <pc:sldMk cId="3166782752" sldId="306"/>
        </pc:sldMkLst>
      </pc:sldChg>
      <pc:sldChg chg="modSp del ord">
        <pc:chgData name="Jeff DeRemer" userId="a37f3d2d141577c5" providerId="Windows Live" clId="Web-{10C5AAE3-D96F-4D64-92CD-35A4AE8CC79F}" dt="2023-09-02T19:26:04.573" v="2004"/>
        <pc:sldMkLst>
          <pc:docMk/>
          <pc:sldMk cId="3630277452" sldId="309"/>
        </pc:sldMkLst>
        <pc:spChg chg="mod">
          <ac:chgData name="Jeff DeRemer" userId="a37f3d2d141577c5" providerId="Windows Live" clId="Web-{10C5AAE3-D96F-4D64-92CD-35A4AE8CC79F}" dt="2023-09-02T17:46:42.016" v="33" actId="20577"/>
          <ac:spMkLst>
            <pc:docMk/>
            <pc:sldMk cId="3630277452" sldId="309"/>
            <ac:spMk id="2" creationId="{143E2224-8D2A-9674-3AB7-C33CFCD589D7}"/>
          </ac:spMkLst>
        </pc:spChg>
        <pc:spChg chg="mod">
          <ac:chgData name="Jeff DeRemer" userId="a37f3d2d141577c5" providerId="Windows Live" clId="Web-{10C5AAE3-D96F-4D64-92CD-35A4AE8CC79F}" dt="2023-09-02T19:24:47.634" v="1972" actId="20577"/>
          <ac:spMkLst>
            <pc:docMk/>
            <pc:sldMk cId="3630277452" sldId="309"/>
            <ac:spMk id="3" creationId="{667CAB59-D103-80B2-8972-BA950EE5CE80}"/>
          </ac:spMkLst>
        </pc:spChg>
      </pc:sldChg>
      <pc:sldChg chg="modSp del">
        <pc:chgData name="Jeff DeRemer" userId="a37f3d2d141577c5" providerId="Windows Live" clId="Web-{10C5AAE3-D96F-4D64-92CD-35A4AE8CC79F}" dt="2023-09-02T18:04:38.140" v="328"/>
        <pc:sldMkLst>
          <pc:docMk/>
          <pc:sldMk cId="3588194236" sldId="315"/>
        </pc:sldMkLst>
        <pc:spChg chg="mod">
          <ac:chgData name="Jeff DeRemer" userId="a37f3d2d141577c5" providerId="Windows Live" clId="Web-{10C5AAE3-D96F-4D64-92CD-35A4AE8CC79F}" dt="2023-09-02T18:03:05.153" v="261" actId="20577"/>
          <ac:spMkLst>
            <pc:docMk/>
            <pc:sldMk cId="3588194236" sldId="315"/>
            <ac:spMk id="3" creationId="{8797E62F-9EFE-7982-AA44-CA6ED395C745}"/>
          </ac:spMkLst>
        </pc:spChg>
      </pc:sldChg>
      <pc:sldChg chg="modSp ord">
        <pc:chgData name="Jeff DeRemer" userId="a37f3d2d141577c5" providerId="Windows Live" clId="Web-{10C5AAE3-D96F-4D64-92CD-35A4AE8CC79F}" dt="2023-09-02T19:33:36.664" v="2256"/>
        <pc:sldMkLst>
          <pc:docMk/>
          <pc:sldMk cId="1363589781" sldId="320"/>
        </pc:sldMkLst>
        <pc:spChg chg="mod">
          <ac:chgData name="Jeff DeRemer" userId="a37f3d2d141577c5" providerId="Windows Live" clId="Web-{10C5AAE3-D96F-4D64-92CD-35A4AE8CC79F}" dt="2023-09-02T18:26:17.879" v="705" actId="20577"/>
          <ac:spMkLst>
            <pc:docMk/>
            <pc:sldMk cId="1363589781" sldId="320"/>
            <ac:spMk id="2" creationId="{07EF102E-E259-88DD-3AD0-39AA23C1E14E}"/>
          </ac:spMkLst>
        </pc:spChg>
        <pc:spChg chg="mod">
          <ac:chgData name="Jeff DeRemer" userId="a37f3d2d141577c5" providerId="Windows Live" clId="Web-{10C5AAE3-D96F-4D64-92CD-35A4AE8CC79F}" dt="2023-09-02T19:33:18.195" v="2254" actId="20577"/>
          <ac:spMkLst>
            <pc:docMk/>
            <pc:sldMk cId="1363589781" sldId="320"/>
            <ac:spMk id="3" creationId="{C04151B2-B1AD-2D0C-5740-3000E828F1AC}"/>
          </ac:spMkLst>
        </pc:spChg>
      </pc:sldChg>
      <pc:sldChg chg="modSp new del ord">
        <pc:chgData name="Jeff DeRemer" userId="a37f3d2d141577c5" providerId="Windows Live" clId="Web-{10C5AAE3-D96F-4D64-92CD-35A4AE8CC79F}" dt="2023-09-02T17:54:37.764" v="111"/>
        <pc:sldMkLst>
          <pc:docMk/>
          <pc:sldMk cId="42068124" sldId="321"/>
        </pc:sldMkLst>
        <pc:spChg chg="mod">
          <ac:chgData name="Jeff DeRemer" userId="a37f3d2d141577c5" providerId="Windows Live" clId="Web-{10C5AAE3-D96F-4D64-92CD-35A4AE8CC79F}" dt="2023-09-02T17:49:52.568" v="110" actId="20577"/>
          <ac:spMkLst>
            <pc:docMk/>
            <pc:sldMk cId="42068124" sldId="321"/>
            <ac:spMk id="3" creationId="{E7E7037D-D603-807B-A4DF-2C47F920A25A}"/>
          </ac:spMkLst>
        </pc:spChg>
      </pc:sldChg>
      <pc:sldChg chg="add del replId">
        <pc:chgData name="Jeff DeRemer" userId="a37f3d2d141577c5" providerId="Windows Live" clId="Web-{10C5AAE3-D96F-4D64-92CD-35A4AE8CC79F}" dt="2023-09-02T17:47:39.596" v="40"/>
        <pc:sldMkLst>
          <pc:docMk/>
          <pc:sldMk cId="839792313" sldId="321"/>
        </pc:sldMkLst>
      </pc:sldChg>
      <pc:sldChg chg="modSp new ord">
        <pc:chgData name="Jeff DeRemer" userId="a37f3d2d141577c5" providerId="Windows Live" clId="Web-{10C5AAE3-D96F-4D64-92CD-35A4AE8CC79F}" dt="2023-09-02T19:34:56.213" v="2263" actId="20577"/>
        <pc:sldMkLst>
          <pc:docMk/>
          <pc:sldMk cId="1710104238" sldId="321"/>
        </pc:sldMkLst>
        <pc:spChg chg="mod">
          <ac:chgData name="Jeff DeRemer" userId="a37f3d2d141577c5" providerId="Windows Live" clId="Web-{10C5AAE3-D96F-4D64-92CD-35A4AE8CC79F}" dt="2023-09-02T17:55:20.843" v="127" actId="20577"/>
          <ac:spMkLst>
            <pc:docMk/>
            <pc:sldMk cId="1710104238" sldId="321"/>
            <ac:spMk id="2" creationId="{4527CBD6-C984-0C2F-ECC3-D8C1690F26D4}"/>
          </ac:spMkLst>
        </pc:spChg>
        <pc:spChg chg="mod">
          <ac:chgData name="Jeff DeRemer" userId="a37f3d2d141577c5" providerId="Windows Live" clId="Web-{10C5AAE3-D96F-4D64-92CD-35A4AE8CC79F}" dt="2023-09-02T19:34:56.213" v="2263" actId="20577"/>
          <ac:spMkLst>
            <pc:docMk/>
            <pc:sldMk cId="1710104238" sldId="321"/>
            <ac:spMk id="3" creationId="{4AD610BA-9A63-41EF-B8B1-0FC87E69C24A}"/>
          </ac:spMkLst>
        </pc:spChg>
      </pc:sldChg>
      <pc:sldChg chg="modSp new del">
        <pc:chgData name="Jeff DeRemer" userId="a37f3d2d141577c5" providerId="Windows Live" clId="Web-{10C5AAE3-D96F-4D64-92CD-35A4AE8CC79F}" dt="2023-09-02T18:12:51.576" v="426"/>
        <pc:sldMkLst>
          <pc:docMk/>
          <pc:sldMk cId="2173307904" sldId="322"/>
        </pc:sldMkLst>
        <pc:spChg chg="mod">
          <ac:chgData name="Jeff DeRemer" userId="a37f3d2d141577c5" providerId="Windows Live" clId="Web-{10C5AAE3-D96F-4D64-92CD-35A4AE8CC79F}" dt="2023-09-02T18:11:13.886" v="423" actId="20577"/>
          <ac:spMkLst>
            <pc:docMk/>
            <pc:sldMk cId="2173307904" sldId="322"/>
            <ac:spMk id="2" creationId="{C60E0047-9C1C-C2AC-5A72-6E4C81FD7F7C}"/>
          </ac:spMkLst>
        </pc:spChg>
        <pc:spChg chg="mod">
          <ac:chgData name="Jeff DeRemer" userId="a37f3d2d141577c5" providerId="Windows Live" clId="Web-{10C5AAE3-D96F-4D64-92CD-35A4AE8CC79F}" dt="2023-09-02T18:12:48.466" v="425" actId="20577"/>
          <ac:spMkLst>
            <pc:docMk/>
            <pc:sldMk cId="2173307904" sldId="322"/>
            <ac:spMk id="3" creationId="{DA972A02-4BE9-85D7-304A-E238DD77D9F1}"/>
          </ac:spMkLst>
        </pc:spChg>
      </pc:sldChg>
    </pc:docChg>
  </pc:docChgLst>
  <pc:docChgLst>
    <pc:chgData name="Jeff DeRemer" userId="a37f3d2d141577c5" providerId="Windows Live" clId="Web-{B26B62FC-1869-4897-87A8-C4D70978CF54}"/>
    <pc:docChg chg="modSld sldOrd modSection">
      <pc:chgData name="Jeff DeRemer" userId="a37f3d2d141577c5" providerId="Windows Live" clId="Web-{B26B62FC-1869-4897-87A8-C4D70978CF54}" dt="2023-07-24T00:03:48.680" v="236" actId="20577"/>
      <pc:docMkLst>
        <pc:docMk/>
      </pc:docMkLst>
      <pc:sldChg chg="modSp">
        <pc:chgData name="Jeff DeRemer" userId="a37f3d2d141577c5" providerId="Windows Live" clId="Web-{B26B62FC-1869-4897-87A8-C4D70978CF54}" dt="2023-07-23T23:06:32.103" v="61" actId="20577"/>
        <pc:sldMkLst>
          <pc:docMk/>
          <pc:sldMk cId="1537062186" sldId="259"/>
        </pc:sldMkLst>
        <pc:spChg chg="mod">
          <ac:chgData name="Jeff DeRemer" userId="a37f3d2d141577c5" providerId="Windows Live" clId="Web-{B26B62FC-1869-4897-87A8-C4D70978CF54}" dt="2023-07-23T23:06:32.103" v="61" actId="20577"/>
          <ac:spMkLst>
            <pc:docMk/>
            <pc:sldMk cId="1537062186" sldId="259"/>
            <ac:spMk id="3" creationId="{C94EAD4E-0DEF-F3E3-2CD3-304D0D8776E8}"/>
          </ac:spMkLst>
        </pc:spChg>
      </pc:sldChg>
      <pc:sldChg chg="ord">
        <pc:chgData name="Jeff DeRemer" userId="a37f3d2d141577c5" providerId="Windows Live" clId="Web-{B26B62FC-1869-4897-87A8-C4D70978CF54}" dt="2023-07-23T23:25:23.738" v="101"/>
        <pc:sldMkLst>
          <pc:docMk/>
          <pc:sldMk cId="3800418244" sldId="260"/>
        </pc:sldMkLst>
      </pc:sldChg>
      <pc:sldChg chg="modSp">
        <pc:chgData name="Jeff DeRemer" userId="a37f3d2d141577c5" providerId="Windows Live" clId="Web-{B26B62FC-1869-4897-87A8-C4D70978CF54}" dt="2023-07-23T23:09:16.624" v="69" actId="20577"/>
        <pc:sldMkLst>
          <pc:docMk/>
          <pc:sldMk cId="1862461135" sldId="261"/>
        </pc:sldMkLst>
        <pc:spChg chg="mod">
          <ac:chgData name="Jeff DeRemer" userId="a37f3d2d141577c5" providerId="Windows Live" clId="Web-{B26B62FC-1869-4897-87A8-C4D70978CF54}" dt="2023-07-23T23:09:16.624" v="69" actId="20577"/>
          <ac:spMkLst>
            <pc:docMk/>
            <pc:sldMk cId="1862461135" sldId="261"/>
            <ac:spMk id="3" creationId="{4FA58D88-1C41-4DB8-50F5-C0148DF26DEC}"/>
          </ac:spMkLst>
        </pc:spChg>
      </pc:sldChg>
      <pc:sldChg chg="modSp ord">
        <pc:chgData name="Jeff DeRemer" userId="a37f3d2d141577c5" providerId="Windows Live" clId="Web-{B26B62FC-1869-4897-87A8-C4D70978CF54}" dt="2023-07-23T23:29:38.465" v="111"/>
        <pc:sldMkLst>
          <pc:docMk/>
          <pc:sldMk cId="750474985" sldId="262"/>
        </pc:sldMkLst>
        <pc:spChg chg="mod">
          <ac:chgData name="Jeff DeRemer" userId="a37f3d2d141577c5" providerId="Windows Live" clId="Web-{B26B62FC-1869-4897-87A8-C4D70978CF54}" dt="2023-07-23T23:24:27.704" v="96" actId="20577"/>
          <ac:spMkLst>
            <pc:docMk/>
            <pc:sldMk cId="750474985" sldId="262"/>
            <ac:spMk id="3" creationId="{429D0DB0-413D-C8AB-1A23-F9C01F950E4C}"/>
          </ac:spMkLst>
        </pc:spChg>
      </pc:sldChg>
      <pc:sldChg chg="ord">
        <pc:chgData name="Jeff DeRemer" userId="a37f3d2d141577c5" providerId="Windows Live" clId="Web-{B26B62FC-1869-4897-87A8-C4D70978CF54}" dt="2023-07-23T23:38:37.546" v="124"/>
        <pc:sldMkLst>
          <pc:docMk/>
          <pc:sldMk cId="3059359370" sldId="268"/>
        </pc:sldMkLst>
      </pc:sldChg>
      <pc:sldChg chg="modSp">
        <pc:chgData name="Jeff DeRemer" userId="a37f3d2d141577c5" providerId="Windows Live" clId="Web-{B26B62FC-1869-4897-87A8-C4D70978CF54}" dt="2023-07-23T23:30:34.545" v="113" actId="20577"/>
        <pc:sldMkLst>
          <pc:docMk/>
          <pc:sldMk cId="4291219111" sldId="269"/>
        </pc:sldMkLst>
        <pc:spChg chg="mod">
          <ac:chgData name="Jeff DeRemer" userId="a37f3d2d141577c5" providerId="Windows Live" clId="Web-{B26B62FC-1869-4897-87A8-C4D70978CF54}" dt="2023-07-23T23:30:34.545" v="113" actId="20577"/>
          <ac:spMkLst>
            <pc:docMk/>
            <pc:sldMk cId="4291219111" sldId="269"/>
            <ac:spMk id="2" creationId="{9247A437-3EC2-47AD-0CB0-00EE5C7560CD}"/>
          </ac:spMkLst>
        </pc:spChg>
      </pc:sldChg>
      <pc:sldChg chg="modSp ord">
        <pc:chgData name="Jeff DeRemer" userId="a37f3d2d141577c5" providerId="Windows Live" clId="Web-{B26B62FC-1869-4897-87A8-C4D70978CF54}" dt="2023-07-23T23:25:05.924" v="98"/>
        <pc:sldMkLst>
          <pc:docMk/>
          <pc:sldMk cId="3628189326" sldId="270"/>
        </pc:sldMkLst>
        <pc:spChg chg="mod">
          <ac:chgData name="Jeff DeRemer" userId="a37f3d2d141577c5" providerId="Windows Live" clId="Web-{B26B62FC-1869-4897-87A8-C4D70978CF54}" dt="2023-07-23T23:14:35.963" v="72" actId="20577"/>
          <ac:spMkLst>
            <pc:docMk/>
            <pc:sldMk cId="3628189326" sldId="270"/>
            <ac:spMk id="2" creationId="{9DB831FD-D532-CC05-3979-A33DE6AA6F6E}"/>
          </ac:spMkLst>
        </pc:spChg>
      </pc:sldChg>
      <pc:sldChg chg="modSp">
        <pc:chgData name="Jeff DeRemer" userId="a37f3d2d141577c5" providerId="Windows Live" clId="Web-{B26B62FC-1869-4897-87A8-C4D70978CF54}" dt="2023-07-23T23:45:23.185" v="147" actId="20577"/>
        <pc:sldMkLst>
          <pc:docMk/>
          <pc:sldMk cId="1966568967" sldId="273"/>
        </pc:sldMkLst>
        <pc:spChg chg="mod">
          <ac:chgData name="Jeff DeRemer" userId="a37f3d2d141577c5" providerId="Windows Live" clId="Web-{B26B62FC-1869-4897-87A8-C4D70978CF54}" dt="2023-07-23T23:45:23.185" v="147" actId="20577"/>
          <ac:spMkLst>
            <pc:docMk/>
            <pc:sldMk cId="1966568967" sldId="273"/>
            <ac:spMk id="2" creationId="{C4C77302-4BF8-065B-0985-42ED6C4A094E}"/>
          </ac:spMkLst>
        </pc:spChg>
      </pc:sldChg>
      <pc:sldChg chg="modSp">
        <pc:chgData name="Jeff DeRemer" userId="a37f3d2d141577c5" providerId="Windows Live" clId="Web-{B26B62FC-1869-4897-87A8-C4D70978CF54}" dt="2023-07-23T23:48:23.050" v="166" actId="20577"/>
        <pc:sldMkLst>
          <pc:docMk/>
          <pc:sldMk cId="517718756" sldId="274"/>
        </pc:sldMkLst>
        <pc:spChg chg="mod">
          <ac:chgData name="Jeff DeRemer" userId="a37f3d2d141577c5" providerId="Windows Live" clId="Web-{B26B62FC-1869-4897-87A8-C4D70978CF54}" dt="2023-07-23T23:45:37.248" v="149" actId="20577"/>
          <ac:spMkLst>
            <pc:docMk/>
            <pc:sldMk cId="517718756" sldId="274"/>
            <ac:spMk id="2" creationId="{DA44FD8D-74EE-A547-A9C3-112CE6388BDC}"/>
          </ac:spMkLst>
        </pc:spChg>
        <pc:spChg chg="mod">
          <ac:chgData name="Jeff DeRemer" userId="a37f3d2d141577c5" providerId="Windows Live" clId="Web-{B26B62FC-1869-4897-87A8-C4D70978CF54}" dt="2023-07-23T23:48:23.050" v="166" actId="20577"/>
          <ac:spMkLst>
            <pc:docMk/>
            <pc:sldMk cId="517718756" sldId="274"/>
            <ac:spMk id="3" creationId="{36AB1BDB-E2A1-4202-92E8-6D3885AAD11B}"/>
          </ac:spMkLst>
        </pc:spChg>
      </pc:sldChg>
      <pc:sldChg chg="modSp">
        <pc:chgData name="Jeff DeRemer" userId="a37f3d2d141577c5" providerId="Windows Live" clId="Web-{B26B62FC-1869-4897-87A8-C4D70978CF54}" dt="2023-07-23T23:50:19.445" v="185" actId="20577"/>
        <pc:sldMkLst>
          <pc:docMk/>
          <pc:sldMk cId="2990784307" sldId="277"/>
        </pc:sldMkLst>
        <pc:spChg chg="mod">
          <ac:chgData name="Jeff DeRemer" userId="a37f3d2d141577c5" providerId="Windows Live" clId="Web-{B26B62FC-1869-4897-87A8-C4D70978CF54}" dt="2023-07-23T23:50:19.445" v="185" actId="20577"/>
          <ac:spMkLst>
            <pc:docMk/>
            <pc:sldMk cId="2990784307" sldId="277"/>
            <ac:spMk id="3" creationId="{8505100E-6EFE-B8B7-5E92-053F23902331}"/>
          </ac:spMkLst>
        </pc:spChg>
      </pc:sldChg>
      <pc:sldChg chg="modSp ord">
        <pc:chgData name="Jeff DeRemer" userId="a37f3d2d141577c5" providerId="Windows Live" clId="Web-{B26B62FC-1869-4897-87A8-C4D70978CF54}" dt="2023-07-24T00:00:11.795" v="232"/>
        <pc:sldMkLst>
          <pc:docMk/>
          <pc:sldMk cId="3744251568" sldId="278"/>
        </pc:sldMkLst>
        <pc:spChg chg="mod">
          <ac:chgData name="Jeff DeRemer" userId="a37f3d2d141577c5" providerId="Windows Live" clId="Web-{B26B62FC-1869-4897-87A8-C4D70978CF54}" dt="2023-07-23T23:51:15.087" v="192" actId="20577"/>
          <ac:spMkLst>
            <pc:docMk/>
            <pc:sldMk cId="3744251568" sldId="278"/>
            <ac:spMk id="3" creationId="{FB490085-442A-F459-46C4-DE49E5A3B707}"/>
          </ac:spMkLst>
        </pc:spChg>
      </pc:sldChg>
      <pc:sldChg chg="modSp">
        <pc:chgData name="Jeff DeRemer" userId="a37f3d2d141577c5" providerId="Windows Live" clId="Web-{B26B62FC-1869-4897-87A8-C4D70978CF54}" dt="2023-07-23T23:53:55.968" v="208" actId="20577"/>
        <pc:sldMkLst>
          <pc:docMk/>
          <pc:sldMk cId="3982399502" sldId="279"/>
        </pc:sldMkLst>
        <pc:spChg chg="mod">
          <ac:chgData name="Jeff DeRemer" userId="a37f3d2d141577c5" providerId="Windows Live" clId="Web-{B26B62FC-1869-4897-87A8-C4D70978CF54}" dt="2023-07-23T23:53:55.968" v="208" actId="20577"/>
          <ac:spMkLst>
            <pc:docMk/>
            <pc:sldMk cId="3982399502" sldId="279"/>
            <ac:spMk id="3" creationId="{E9946A79-B7B2-74E9-63F9-ED6A04F68C26}"/>
          </ac:spMkLst>
        </pc:spChg>
      </pc:sldChg>
      <pc:sldChg chg="modSp">
        <pc:chgData name="Jeff DeRemer" userId="a37f3d2d141577c5" providerId="Windows Live" clId="Web-{B26B62FC-1869-4897-87A8-C4D70978CF54}" dt="2023-07-24T00:00:24.717" v="234" actId="20577"/>
        <pc:sldMkLst>
          <pc:docMk/>
          <pc:sldMk cId="2746935985" sldId="280"/>
        </pc:sldMkLst>
        <pc:spChg chg="mod">
          <ac:chgData name="Jeff DeRemer" userId="a37f3d2d141577c5" providerId="Windows Live" clId="Web-{B26B62FC-1869-4897-87A8-C4D70978CF54}" dt="2023-07-24T00:00:24.717" v="234" actId="20577"/>
          <ac:spMkLst>
            <pc:docMk/>
            <pc:sldMk cId="2746935985" sldId="280"/>
            <ac:spMk id="3" creationId="{2CC19F36-1038-F57E-91F2-B8DE49592B97}"/>
          </ac:spMkLst>
        </pc:spChg>
      </pc:sldChg>
      <pc:sldChg chg="modSp">
        <pc:chgData name="Jeff DeRemer" userId="a37f3d2d141577c5" providerId="Windows Live" clId="Web-{B26B62FC-1869-4897-87A8-C4D70978CF54}" dt="2023-07-23T23:33:16.144" v="118" actId="20577"/>
        <pc:sldMkLst>
          <pc:docMk/>
          <pc:sldMk cId="1861732289" sldId="283"/>
        </pc:sldMkLst>
        <pc:spChg chg="mod">
          <ac:chgData name="Jeff DeRemer" userId="a37f3d2d141577c5" providerId="Windows Live" clId="Web-{B26B62FC-1869-4897-87A8-C4D70978CF54}" dt="2023-07-23T23:33:16.144" v="118" actId="20577"/>
          <ac:spMkLst>
            <pc:docMk/>
            <pc:sldMk cId="1861732289" sldId="283"/>
            <ac:spMk id="3" creationId="{A4DD8A52-93C3-307C-94F8-99CD4F67B3B0}"/>
          </ac:spMkLst>
        </pc:spChg>
      </pc:sldChg>
      <pc:sldChg chg="modSp">
        <pc:chgData name="Jeff DeRemer" userId="a37f3d2d141577c5" providerId="Windows Live" clId="Web-{B26B62FC-1869-4897-87A8-C4D70978CF54}" dt="2023-07-23T23:17:30.922" v="74" actId="20577"/>
        <pc:sldMkLst>
          <pc:docMk/>
          <pc:sldMk cId="2771794891" sldId="286"/>
        </pc:sldMkLst>
        <pc:spChg chg="mod">
          <ac:chgData name="Jeff DeRemer" userId="a37f3d2d141577c5" providerId="Windows Live" clId="Web-{B26B62FC-1869-4897-87A8-C4D70978CF54}" dt="2023-07-23T23:17:30.922" v="74" actId="20577"/>
          <ac:spMkLst>
            <pc:docMk/>
            <pc:sldMk cId="2771794891" sldId="286"/>
            <ac:spMk id="3" creationId="{E43A48AF-984B-687B-AB99-A4749E13FE18}"/>
          </ac:spMkLst>
        </pc:spChg>
      </pc:sldChg>
      <pc:sldChg chg="modSp">
        <pc:chgData name="Jeff DeRemer" userId="a37f3d2d141577c5" providerId="Windows Live" clId="Web-{B26B62FC-1869-4897-87A8-C4D70978CF54}" dt="2023-07-23T23:00:59.357" v="1" actId="20577"/>
        <pc:sldMkLst>
          <pc:docMk/>
          <pc:sldMk cId="4076531934" sldId="290"/>
        </pc:sldMkLst>
        <pc:spChg chg="mod">
          <ac:chgData name="Jeff DeRemer" userId="a37f3d2d141577c5" providerId="Windows Live" clId="Web-{B26B62FC-1869-4897-87A8-C4D70978CF54}" dt="2023-07-23T23:00:59.357" v="1" actId="20577"/>
          <ac:spMkLst>
            <pc:docMk/>
            <pc:sldMk cId="4076531934" sldId="290"/>
            <ac:spMk id="3" creationId="{960B53B4-EA2F-EDEB-811E-08923203A428}"/>
          </ac:spMkLst>
        </pc:spChg>
      </pc:sldChg>
      <pc:sldChg chg="modSp ord">
        <pc:chgData name="Jeff DeRemer" userId="a37f3d2d141577c5" providerId="Windows Live" clId="Web-{B26B62FC-1869-4897-87A8-C4D70978CF54}" dt="2023-07-23T23:28:17.493" v="108" actId="20577"/>
        <pc:sldMkLst>
          <pc:docMk/>
          <pc:sldMk cId="117291877" sldId="291"/>
        </pc:sldMkLst>
        <pc:spChg chg="mod">
          <ac:chgData name="Jeff DeRemer" userId="a37f3d2d141577c5" providerId="Windows Live" clId="Web-{B26B62FC-1869-4897-87A8-C4D70978CF54}" dt="2023-07-23T23:28:17.493" v="108" actId="20577"/>
          <ac:spMkLst>
            <pc:docMk/>
            <pc:sldMk cId="117291877" sldId="291"/>
            <ac:spMk id="2" creationId="{7C7FA624-06C1-58CB-6EBF-6A6E06B55AA5}"/>
          </ac:spMkLst>
        </pc:spChg>
      </pc:sldChg>
      <pc:sldChg chg="ord">
        <pc:chgData name="Jeff DeRemer" userId="a37f3d2d141577c5" providerId="Windows Live" clId="Web-{B26B62FC-1869-4897-87A8-C4D70978CF54}" dt="2023-07-23T23:29:23.511" v="109"/>
        <pc:sldMkLst>
          <pc:docMk/>
          <pc:sldMk cId="3056689765" sldId="293"/>
        </pc:sldMkLst>
      </pc:sldChg>
      <pc:sldChg chg="modSp">
        <pc:chgData name="Jeff DeRemer" userId="a37f3d2d141577c5" providerId="Windows Live" clId="Web-{B26B62FC-1869-4897-87A8-C4D70978CF54}" dt="2023-07-23T23:30:30.310" v="112" actId="20577"/>
        <pc:sldMkLst>
          <pc:docMk/>
          <pc:sldMk cId="2373186645" sldId="294"/>
        </pc:sldMkLst>
        <pc:spChg chg="mod">
          <ac:chgData name="Jeff DeRemer" userId="a37f3d2d141577c5" providerId="Windows Live" clId="Web-{B26B62FC-1869-4897-87A8-C4D70978CF54}" dt="2023-07-23T23:30:30.310" v="112" actId="20577"/>
          <ac:spMkLst>
            <pc:docMk/>
            <pc:sldMk cId="2373186645" sldId="294"/>
            <ac:spMk id="2" creationId="{B2222F7C-0144-814E-2BAD-01A1646151D4}"/>
          </ac:spMkLst>
        </pc:spChg>
      </pc:sldChg>
      <pc:sldChg chg="modSp">
        <pc:chgData name="Jeff DeRemer" userId="a37f3d2d141577c5" providerId="Windows Live" clId="Web-{B26B62FC-1869-4897-87A8-C4D70978CF54}" dt="2023-07-23T23:34:45.132" v="122" actId="20577"/>
        <pc:sldMkLst>
          <pc:docMk/>
          <pc:sldMk cId="3916907533" sldId="297"/>
        </pc:sldMkLst>
        <pc:spChg chg="mod">
          <ac:chgData name="Jeff DeRemer" userId="a37f3d2d141577c5" providerId="Windows Live" clId="Web-{B26B62FC-1869-4897-87A8-C4D70978CF54}" dt="2023-07-23T23:34:45.132" v="122" actId="20577"/>
          <ac:spMkLst>
            <pc:docMk/>
            <pc:sldMk cId="3916907533" sldId="297"/>
            <ac:spMk id="3" creationId="{44445D3B-2A71-A9CA-450D-9A629D66162C}"/>
          </ac:spMkLst>
        </pc:spChg>
      </pc:sldChg>
      <pc:sldChg chg="modSp ord">
        <pc:chgData name="Jeff DeRemer" userId="a37f3d2d141577c5" providerId="Windows Live" clId="Web-{B26B62FC-1869-4897-87A8-C4D70978CF54}" dt="2023-07-23T23:27:59.977" v="104" actId="20577"/>
        <pc:sldMkLst>
          <pc:docMk/>
          <pc:sldMk cId="4013399894" sldId="298"/>
        </pc:sldMkLst>
        <pc:spChg chg="mod">
          <ac:chgData name="Jeff DeRemer" userId="a37f3d2d141577c5" providerId="Windows Live" clId="Web-{B26B62FC-1869-4897-87A8-C4D70978CF54}" dt="2023-07-23T23:27:59.977" v="104" actId="20577"/>
          <ac:spMkLst>
            <pc:docMk/>
            <pc:sldMk cId="4013399894" sldId="298"/>
            <ac:spMk id="2" creationId="{9FC04FDF-F6C6-A102-AAE8-320D1538DF86}"/>
          </ac:spMkLst>
        </pc:spChg>
      </pc:sldChg>
      <pc:sldChg chg="modSp">
        <pc:chgData name="Jeff DeRemer" userId="a37f3d2d141577c5" providerId="Windows Live" clId="Web-{B26B62FC-1869-4897-87A8-C4D70978CF54}" dt="2023-07-23T23:54:14.062" v="214" actId="20577"/>
        <pc:sldMkLst>
          <pc:docMk/>
          <pc:sldMk cId="586689482" sldId="300"/>
        </pc:sldMkLst>
        <pc:spChg chg="mod">
          <ac:chgData name="Jeff DeRemer" userId="a37f3d2d141577c5" providerId="Windows Live" clId="Web-{B26B62FC-1869-4897-87A8-C4D70978CF54}" dt="2023-07-23T23:54:14.062" v="214" actId="20577"/>
          <ac:spMkLst>
            <pc:docMk/>
            <pc:sldMk cId="586689482" sldId="300"/>
            <ac:spMk id="2" creationId="{E396FD66-0FAC-C93C-0BC0-9B32126BDF21}"/>
          </ac:spMkLst>
        </pc:spChg>
      </pc:sldChg>
      <pc:sldChg chg="modSp">
        <pc:chgData name="Jeff DeRemer" userId="a37f3d2d141577c5" providerId="Windows Live" clId="Web-{B26B62FC-1869-4897-87A8-C4D70978CF54}" dt="2023-07-23T23:42:07.506" v="129" actId="20577"/>
        <pc:sldMkLst>
          <pc:docMk/>
          <pc:sldMk cId="1935756779" sldId="305"/>
        </pc:sldMkLst>
        <pc:spChg chg="mod">
          <ac:chgData name="Jeff DeRemer" userId="a37f3d2d141577c5" providerId="Windows Live" clId="Web-{B26B62FC-1869-4897-87A8-C4D70978CF54}" dt="2023-07-23T23:42:07.506" v="129" actId="20577"/>
          <ac:spMkLst>
            <pc:docMk/>
            <pc:sldMk cId="1935756779" sldId="305"/>
            <ac:spMk id="2" creationId="{3ACE7FED-C200-7B67-3E02-882BF64E67DD}"/>
          </ac:spMkLst>
        </pc:spChg>
      </pc:sldChg>
      <pc:sldChg chg="modSp">
        <pc:chgData name="Jeff DeRemer" userId="a37f3d2d141577c5" providerId="Windows Live" clId="Web-{B26B62FC-1869-4897-87A8-C4D70978CF54}" dt="2023-07-23T23:31:34.516" v="114" actId="20577"/>
        <pc:sldMkLst>
          <pc:docMk/>
          <pc:sldMk cId="1173428035" sldId="308"/>
        </pc:sldMkLst>
        <pc:spChg chg="mod">
          <ac:chgData name="Jeff DeRemer" userId="a37f3d2d141577c5" providerId="Windows Live" clId="Web-{B26B62FC-1869-4897-87A8-C4D70978CF54}" dt="2023-07-23T23:31:34.516" v="114" actId="20577"/>
          <ac:spMkLst>
            <pc:docMk/>
            <pc:sldMk cId="1173428035" sldId="308"/>
            <ac:spMk id="2" creationId="{7905709C-0522-4331-5D4F-CCBE2BEF0D9D}"/>
          </ac:spMkLst>
        </pc:spChg>
      </pc:sldChg>
      <pc:sldChg chg="modSp">
        <pc:chgData name="Jeff DeRemer" userId="a37f3d2d141577c5" providerId="Windows Live" clId="Web-{B26B62FC-1869-4897-87A8-C4D70978CF54}" dt="2023-07-23T23:01:46.328" v="5" actId="20577"/>
        <pc:sldMkLst>
          <pc:docMk/>
          <pc:sldMk cId="3630277452" sldId="309"/>
        </pc:sldMkLst>
        <pc:spChg chg="mod">
          <ac:chgData name="Jeff DeRemer" userId="a37f3d2d141577c5" providerId="Windows Live" clId="Web-{B26B62FC-1869-4897-87A8-C4D70978CF54}" dt="2023-07-23T23:01:46.328" v="5" actId="20577"/>
          <ac:spMkLst>
            <pc:docMk/>
            <pc:sldMk cId="3630277452" sldId="309"/>
            <ac:spMk id="3" creationId="{667CAB59-D103-80B2-8972-BA950EE5CE80}"/>
          </ac:spMkLst>
        </pc:spChg>
      </pc:sldChg>
      <pc:sldChg chg="modSp">
        <pc:chgData name="Jeff DeRemer" userId="a37f3d2d141577c5" providerId="Windows Live" clId="Web-{B26B62FC-1869-4897-87A8-C4D70978CF54}" dt="2023-07-24T00:03:48.680" v="236" actId="20577"/>
        <pc:sldMkLst>
          <pc:docMk/>
          <pc:sldMk cId="3904009533" sldId="313"/>
        </pc:sldMkLst>
        <pc:spChg chg="mod">
          <ac:chgData name="Jeff DeRemer" userId="a37f3d2d141577c5" providerId="Windows Live" clId="Web-{B26B62FC-1869-4897-87A8-C4D70978CF54}" dt="2023-07-24T00:03:48.680" v="236" actId="20577"/>
          <ac:spMkLst>
            <pc:docMk/>
            <pc:sldMk cId="3904009533" sldId="313"/>
            <ac:spMk id="3" creationId="{2B48F1B9-BE18-2779-9783-44A7FC8F6204}"/>
          </ac:spMkLst>
        </pc:spChg>
      </pc:sldChg>
      <pc:sldChg chg="modSp">
        <pc:chgData name="Jeff DeRemer" userId="a37f3d2d141577c5" providerId="Windows Live" clId="Web-{B26B62FC-1869-4897-87A8-C4D70978CF54}" dt="2023-07-23T23:34:16.349" v="120" actId="20577"/>
        <pc:sldMkLst>
          <pc:docMk/>
          <pc:sldMk cId="588049691" sldId="314"/>
        </pc:sldMkLst>
        <pc:spChg chg="mod">
          <ac:chgData name="Jeff DeRemer" userId="a37f3d2d141577c5" providerId="Windows Live" clId="Web-{B26B62FC-1869-4897-87A8-C4D70978CF54}" dt="2023-07-23T23:34:16.349" v="120" actId="20577"/>
          <ac:spMkLst>
            <pc:docMk/>
            <pc:sldMk cId="588049691" sldId="314"/>
            <ac:spMk id="2" creationId="{155F2CC8-9572-2144-062B-FABFE70C4A2C}"/>
          </ac:spMkLst>
        </pc:spChg>
      </pc:sldChg>
      <pc:sldChg chg="modSp">
        <pc:chgData name="Jeff DeRemer" userId="a37f3d2d141577c5" providerId="Windows Live" clId="Web-{B26B62FC-1869-4897-87A8-C4D70978CF54}" dt="2023-07-23T23:44:27.323" v="144" actId="20577"/>
        <pc:sldMkLst>
          <pc:docMk/>
          <pc:sldMk cId="3080211462" sldId="316"/>
        </pc:sldMkLst>
        <pc:spChg chg="mod">
          <ac:chgData name="Jeff DeRemer" userId="a37f3d2d141577c5" providerId="Windows Live" clId="Web-{B26B62FC-1869-4897-87A8-C4D70978CF54}" dt="2023-07-23T23:44:27.323" v="144" actId="20577"/>
          <ac:spMkLst>
            <pc:docMk/>
            <pc:sldMk cId="3080211462" sldId="316"/>
            <ac:spMk id="3" creationId="{22CFC226-DC8E-64BB-56E7-EA99E3243D7F}"/>
          </ac:spMkLst>
        </pc:spChg>
      </pc:sldChg>
    </pc:docChg>
  </pc:docChgLst>
  <pc:docChgLst>
    <pc:chgData name="Jeff DeRemer" userId="a37f3d2d141577c5" providerId="Windows Live" clId="Web-{437F9473-31E1-4FC1-A591-DF6B779AC242}"/>
    <pc:docChg chg="addSld modSld sldOrd modSection">
      <pc:chgData name="Jeff DeRemer" userId="a37f3d2d141577c5" providerId="Windows Live" clId="Web-{437F9473-31E1-4FC1-A591-DF6B779AC242}" dt="2023-09-01T19:08:34.063" v="131" actId="20577"/>
      <pc:docMkLst>
        <pc:docMk/>
      </pc:docMkLst>
      <pc:sldChg chg="modSp">
        <pc:chgData name="Jeff DeRemer" userId="a37f3d2d141577c5" providerId="Windows Live" clId="Web-{437F9473-31E1-4FC1-A591-DF6B779AC242}" dt="2023-09-01T18:45:14.849" v="37" actId="20577"/>
        <pc:sldMkLst>
          <pc:docMk/>
          <pc:sldMk cId="3204198918" sldId="258"/>
        </pc:sldMkLst>
        <pc:spChg chg="mod">
          <ac:chgData name="Jeff DeRemer" userId="a37f3d2d141577c5" providerId="Windows Live" clId="Web-{437F9473-31E1-4FC1-A591-DF6B779AC242}" dt="2023-09-01T18:45:14.849" v="37" actId="20577"/>
          <ac:spMkLst>
            <pc:docMk/>
            <pc:sldMk cId="3204198918" sldId="258"/>
            <ac:spMk id="3" creationId="{B6C27F68-3CFD-F860-DC38-DB6A07A7E802}"/>
          </ac:spMkLst>
        </pc:spChg>
      </pc:sldChg>
      <pc:sldChg chg="modSp ord">
        <pc:chgData name="Jeff DeRemer" userId="a37f3d2d141577c5" providerId="Windows Live" clId="Web-{437F9473-31E1-4FC1-A591-DF6B779AC242}" dt="2023-09-01T18:56:35.541" v="50" actId="1076"/>
        <pc:sldMkLst>
          <pc:docMk/>
          <pc:sldMk cId="1862461135" sldId="261"/>
        </pc:sldMkLst>
        <pc:spChg chg="mod">
          <ac:chgData name="Jeff DeRemer" userId="a37f3d2d141577c5" providerId="Windows Live" clId="Web-{437F9473-31E1-4FC1-A591-DF6B779AC242}" dt="2023-09-01T18:56:35.541" v="50" actId="1076"/>
          <ac:spMkLst>
            <pc:docMk/>
            <pc:sldMk cId="1862461135" sldId="261"/>
            <ac:spMk id="2" creationId="{3C0A472B-B6FE-1E36-BAAA-CEFDE0D6E812}"/>
          </ac:spMkLst>
        </pc:spChg>
      </pc:sldChg>
      <pc:sldChg chg="modSp">
        <pc:chgData name="Jeff DeRemer" userId="a37f3d2d141577c5" providerId="Windows Live" clId="Web-{437F9473-31E1-4FC1-A591-DF6B779AC242}" dt="2023-09-01T19:07:49.155" v="126" actId="20577"/>
        <pc:sldMkLst>
          <pc:docMk/>
          <pc:sldMk cId="204965760" sldId="282"/>
        </pc:sldMkLst>
        <pc:spChg chg="mod">
          <ac:chgData name="Jeff DeRemer" userId="a37f3d2d141577c5" providerId="Windows Live" clId="Web-{437F9473-31E1-4FC1-A591-DF6B779AC242}" dt="2023-09-01T19:07:49.155" v="126" actId="20577"/>
          <ac:spMkLst>
            <pc:docMk/>
            <pc:sldMk cId="204965760" sldId="282"/>
            <ac:spMk id="3" creationId="{214B1D8D-63BD-DD0B-C0F5-8839FC6374EC}"/>
          </ac:spMkLst>
        </pc:spChg>
      </pc:sldChg>
      <pc:sldChg chg="modSp">
        <pc:chgData name="Jeff DeRemer" userId="a37f3d2d141577c5" providerId="Windows Live" clId="Web-{437F9473-31E1-4FC1-A591-DF6B779AC242}" dt="2023-09-01T18:53:35.302" v="40" actId="20577"/>
        <pc:sldMkLst>
          <pc:docMk/>
          <pc:sldMk cId="3257431584" sldId="296"/>
        </pc:sldMkLst>
        <pc:spChg chg="mod">
          <ac:chgData name="Jeff DeRemer" userId="a37f3d2d141577c5" providerId="Windows Live" clId="Web-{437F9473-31E1-4FC1-A591-DF6B779AC242}" dt="2023-09-01T18:53:35.302" v="40" actId="20577"/>
          <ac:spMkLst>
            <pc:docMk/>
            <pc:sldMk cId="3257431584" sldId="296"/>
            <ac:spMk id="3" creationId="{796CF47D-9B0B-ECCF-6644-4B8820451995}"/>
          </ac:spMkLst>
        </pc:spChg>
      </pc:sldChg>
      <pc:sldChg chg="modSp">
        <pc:chgData name="Jeff DeRemer" userId="a37f3d2d141577c5" providerId="Windows Live" clId="Web-{437F9473-31E1-4FC1-A591-DF6B779AC242}" dt="2023-09-01T18:44:54.380" v="34" actId="20577"/>
        <pc:sldMkLst>
          <pc:docMk/>
          <pc:sldMk cId="2940824636" sldId="310"/>
        </pc:sldMkLst>
        <pc:spChg chg="mod">
          <ac:chgData name="Jeff DeRemer" userId="a37f3d2d141577c5" providerId="Windows Live" clId="Web-{437F9473-31E1-4FC1-A591-DF6B779AC242}" dt="2023-09-01T18:44:54.380" v="34" actId="20577"/>
          <ac:spMkLst>
            <pc:docMk/>
            <pc:sldMk cId="2940824636" sldId="310"/>
            <ac:spMk id="3" creationId="{1E27FDFE-7CD7-2DFC-2F94-D0819ECC8141}"/>
          </ac:spMkLst>
        </pc:spChg>
      </pc:sldChg>
      <pc:sldChg chg="modSp new">
        <pc:chgData name="Jeff DeRemer" userId="a37f3d2d141577c5" providerId="Windows Live" clId="Web-{437F9473-31E1-4FC1-A591-DF6B779AC242}" dt="2023-09-01T19:08:34.063" v="131" actId="20577"/>
        <pc:sldMkLst>
          <pc:docMk/>
          <pc:sldMk cId="2417779818" sldId="319"/>
        </pc:sldMkLst>
        <pc:spChg chg="mod">
          <ac:chgData name="Jeff DeRemer" userId="a37f3d2d141577c5" providerId="Windows Live" clId="Web-{437F9473-31E1-4FC1-A591-DF6B779AC242}" dt="2023-09-01T18:57:07.870" v="53" actId="20577"/>
          <ac:spMkLst>
            <pc:docMk/>
            <pc:sldMk cId="2417779818" sldId="319"/>
            <ac:spMk id="2" creationId="{470EF524-55BF-DBF8-4D80-571128347465}"/>
          </ac:spMkLst>
        </pc:spChg>
        <pc:spChg chg="mod">
          <ac:chgData name="Jeff DeRemer" userId="a37f3d2d141577c5" providerId="Windows Live" clId="Web-{437F9473-31E1-4FC1-A591-DF6B779AC242}" dt="2023-09-01T19:08:34.063" v="131" actId="20577"/>
          <ac:spMkLst>
            <pc:docMk/>
            <pc:sldMk cId="2417779818" sldId="319"/>
            <ac:spMk id="3" creationId="{12EED0E7-EAC5-B55A-2374-3C8714688BAE}"/>
          </ac:spMkLst>
        </pc:spChg>
      </pc:sldChg>
    </pc:docChg>
  </pc:docChgLst>
  <pc:docChgLst>
    <pc:chgData name="Jeff DeRemer" userId="a37f3d2d141577c5" providerId="Windows Live" clId="Web-{84FDC6C0-EB0C-48F3-B9B4-1D7FAE88DCC6}"/>
    <pc:docChg chg="delSld modSld sldOrd modSection">
      <pc:chgData name="Jeff DeRemer" userId="a37f3d2d141577c5" providerId="Windows Live" clId="Web-{84FDC6C0-EB0C-48F3-B9B4-1D7FAE88DCC6}" dt="2023-07-27T18:54:37.885" v="426" actId="20577"/>
      <pc:docMkLst>
        <pc:docMk/>
      </pc:docMkLst>
      <pc:sldChg chg="modSp">
        <pc:chgData name="Jeff DeRemer" userId="a37f3d2d141577c5" providerId="Windows Live" clId="Web-{84FDC6C0-EB0C-48F3-B9B4-1D7FAE88DCC6}" dt="2023-07-27T18:15:51.435" v="163" actId="20577"/>
        <pc:sldMkLst>
          <pc:docMk/>
          <pc:sldMk cId="436497126" sldId="257"/>
        </pc:sldMkLst>
        <pc:spChg chg="mod">
          <ac:chgData name="Jeff DeRemer" userId="a37f3d2d141577c5" providerId="Windows Live" clId="Web-{84FDC6C0-EB0C-48F3-B9B4-1D7FAE88DCC6}" dt="2023-07-27T18:15:51.435" v="163" actId="20577"/>
          <ac:spMkLst>
            <pc:docMk/>
            <pc:sldMk cId="436497126" sldId="257"/>
            <ac:spMk id="3" creationId="{69F6AD24-2AA8-1769-5A4C-06990BD5C0B0}"/>
          </ac:spMkLst>
        </pc:spChg>
      </pc:sldChg>
      <pc:sldChg chg="modSp">
        <pc:chgData name="Jeff DeRemer" userId="a37f3d2d141577c5" providerId="Windows Live" clId="Web-{84FDC6C0-EB0C-48F3-B9B4-1D7FAE88DCC6}" dt="2023-07-27T18:17:04.500" v="168" actId="20577"/>
        <pc:sldMkLst>
          <pc:docMk/>
          <pc:sldMk cId="3204198918" sldId="258"/>
        </pc:sldMkLst>
        <pc:spChg chg="mod">
          <ac:chgData name="Jeff DeRemer" userId="a37f3d2d141577c5" providerId="Windows Live" clId="Web-{84FDC6C0-EB0C-48F3-B9B4-1D7FAE88DCC6}" dt="2023-07-27T18:17:04.500" v="168" actId="20577"/>
          <ac:spMkLst>
            <pc:docMk/>
            <pc:sldMk cId="3204198918" sldId="258"/>
            <ac:spMk id="3" creationId="{B6C27F68-3CFD-F860-DC38-DB6A07A7E802}"/>
          </ac:spMkLst>
        </pc:spChg>
      </pc:sldChg>
      <pc:sldChg chg="modSp">
        <pc:chgData name="Jeff DeRemer" userId="a37f3d2d141577c5" providerId="Windows Live" clId="Web-{84FDC6C0-EB0C-48F3-B9B4-1D7FAE88DCC6}" dt="2023-07-27T18:07:58.073" v="104" actId="20577"/>
        <pc:sldMkLst>
          <pc:docMk/>
          <pc:sldMk cId="1537062186" sldId="259"/>
        </pc:sldMkLst>
        <pc:spChg chg="mod">
          <ac:chgData name="Jeff DeRemer" userId="a37f3d2d141577c5" providerId="Windows Live" clId="Web-{84FDC6C0-EB0C-48F3-B9B4-1D7FAE88DCC6}" dt="2023-07-27T18:07:58.073" v="104" actId="20577"/>
          <ac:spMkLst>
            <pc:docMk/>
            <pc:sldMk cId="1537062186" sldId="259"/>
            <ac:spMk id="3" creationId="{C94EAD4E-0DEF-F3E3-2CD3-304D0D8776E8}"/>
          </ac:spMkLst>
        </pc:spChg>
      </pc:sldChg>
      <pc:sldChg chg="modSp">
        <pc:chgData name="Jeff DeRemer" userId="a37f3d2d141577c5" providerId="Windows Live" clId="Web-{84FDC6C0-EB0C-48F3-B9B4-1D7FAE88DCC6}" dt="2023-07-27T18:08:42.231" v="116" actId="20577"/>
        <pc:sldMkLst>
          <pc:docMk/>
          <pc:sldMk cId="3800418244" sldId="260"/>
        </pc:sldMkLst>
        <pc:spChg chg="mod">
          <ac:chgData name="Jeff DeRemer" userId="a37f3d2d141577c5" providerId="Windows Live" clId="Web-{84FDC6C0-EB0C-48F3-B9B4-1D7FAE88DCC6}" dt="2023-07-27T18:08:42.231" v="116" actId="20577"/>
          <ac:spMkLst>
            <pc:docMk/>
            <pc:sldMk cId="3800418244" sldId="260"/>
            <ac:spMk id="3" creationId="{0C5B5C69-3010-67FC-1E38-ECFAC33F0253}"/>
          </ac:spMkLst>
        </pc:spChg>
      </pc:sldChg>
      <pc:sldChg chg="modSp">
        <pc:chgData name="Jeff DeRemer" userId="a37f3d2d141577c5" providerId="Windows Live" clId="Web-{84FDC6C0-EB0C-48F3-B9B4-1D7FAE88DCC6}" dt="2023-07-27T18:15:40.091" v="157" actId="20577"/>
        <pc:sldMkLst>
          <pc:docMk/>
          <pc:sldMk cId="1862461135" sldId="261"/>
        </pc:sldMkLst>
        <pc:spChg chg="mod">
          <ac:chgData name="Jeff DeRemer" userId="a37f3d2d141577c5" providerId="Windows Live" clId="Web-{84FDC6C0-EB0C-48F3-B9B4-1D7FAE88DCC6}" dt="2023-07-27T18:15:40.091" v="157" actId="20577"/>
          <ac:spMkLst>
            <pc:docMk/>
            <pc:sldMk cId="1862461135" sldId="261"/>
            <ac:spMk id="3" creationId="{4FA58D88-1C41-4DB8-50F5-C0148DF26DEC}"/>
          </ac:spMkLst>
        </pc:spChg>
      </pc:sldChg>
      <pc:sldChg chg="modSp">
        <pc:chgData name="Jeff DeRemer" userId="a37f3d2d141577c5" providerId="Windows Live" clId="Web-{84FDC6C0-EB0C-48F3-B9B4-1D7FAE88DCC6}" dt="2023-07-27T18:22:15.809" v="242" actId="20577"/>
        <pc:sldMkLst>
          <pc:docMk/>
          <pc:sldMk cId="750474985" sldId="262"/>
        </pc:sldMkLst>
        <pc:spChg chg="mod">
          <ac:chgData name="Jeff DeRemer" userId="a37f3d2d141577c5" providerId="Windows Live" clId="Web-{84FDC6C0-EB0C-48F3-B9B4-1D7FAE88DCC6}" dt="2023-07-27T18:22:15.809" v="242" actId="20577"/>
          <ac:spMkLst>
            <pc:docMk/>
            <pc:sldMk cId="750474985" sldId="262"/>
            <ac:spMk id="3" creationId="{429D0DB0-413D-C8AB-1A23-F9C01F950E4C}"/>
          </ac:spMkLst>
        </pc:spChg>
      </pc:sldChg>
      <pc:sldChg chg="modSp">
        <pc:chgData name="Jeff DeRemer" userId="a37f3d2d141577c5" providerId="Windows Live" clId="Web-{84FDC6C0-EB0C-48F3-B9B4-1D7FAE88DCC6}" dt="2023-07-27T18:15:00.636" v="141" actId="20577"/>
        <pc:sldMkLst>
          <pc:docMk/>
          <pc:sldMk cId="1604463162" sldId="263"/>
        </pc:sldMkLst>
        <pc:spChg chg="mod">
          <ac:chgData name="Jeff DeRemer" userId="a37f3d2d141577c5" providerId="Windows Live" clId="Web-{84FDC6C0-EB0C-48F3-B9B4-1D7FAE88DCC6}" dt="2023-07-27T18:15:00.636" v="141" actId="20577"/>
          <ac:spMkLst>
            <pc:docMk/>
            <pc:sldMk cId="1604463162" sldId="263"/>
            <ac:spMk id="3" creationId="{FF35C628-9ED1-48A4-98A5-A82E3566925E}"/>
          </ac:spMkLst>
        </pc:spChg>
      </pc:sldChg>
      <pc:sldChg chg="modSp">
        <pc:chgData name="Jeff DeRemer" userId="a37f3d2d141577c5" providerId="Windows Live" clId="Web-{84FDC6C0-EB0C-48F3-B9B4-1D7FAE88DCC6}" dt="2023-07-27T18:22:56.076" v="252" actId="20577"/>
        <pc:sldMkLst>
          <pc:docMk/>
          <pc:sldMk cId="98002227" sldId="264"/>
        </pc:sldMkLst>
        <pc:spChg chg="mod">
          <ac:chgData name="Jeff DeRemer" userId="a37f3d2d141577c5" providerId="Windows Live" clId="Web-{84FDC6C0-EB0C-48F3-B9B4-1D7FAE88DCC6}" dt="2023-07-27T18:22:56.076" v="252" actId="20577"/>
          <ac:spMkLst>
            <pc:docMk/>
            <pc:sldMk cId="98002227" sldId="264"/>
            <ac:spMk id="3" creationId="{18544897-D0A9-DA82-41A4-10CBB57ECE59}"/>
          </ac:spMkLst>
        </pc:spChg>
      </pc:sldChg>
      <pc:sldChg chg="modSp">
        <pc:chgData name="Jeff DeRemer" userId="a37f3d2d141577c5" providerId="Windows Live" clId="Web-{84FDC6C0-EB0C-48F3-B9B4-1D7FAE88DCC6}" dt="2023-07-27T18:23:28.093" v="259" actId="20577"/>
        <pc:sldMkLst>
          <pc:docMk/>
          <pc:sldMk cId="4027165043" sldId="265"/>
        </pc:sldMkLst>
        <pc:spChg chg="mod">
          <ac:chgData name="Jeff DeRemer" userId="a37f3d2d141577c5" providerId="Windows Live" clId="Web-{84FDC6C0-EB0C-48F3-B9B4-1D7FAE88DCC6}" dt="2023-07-27T18:23:28.093" v="259" actId="20577"/>
          <ac:spMkLst>
            <pc:docMk/>
            <pc:sldMk cId="4027165043" sldId="265"/>
            <ac:spMk id="3" creationId="{4182CC16-3AE7-DF35-254E-91CD4D63E479}"/>
          </ac:spMkLst>
        </pc:spChg>
      </pc:sldChg>
      <pc:sldChg chg="modSp">
        <pc:chgData name="Jeff DeRemer" userId="a37f3d2d141577c5" providerId="Windows Live" clId="Web-{84FDC6C0-EB0C-48F3-B9B4-1D7FAE88DCC6}" dt="2023-07-27T18:30:02.499" v="326" actId="20577"/>
        <pc:sldMkLst>
          <pc:docMk/>
          <pc:sldMk cId="1052964133" sldId="266"/>
        </pc:sldMkLst>
        <pc:spChg chg="mod">
          <ac:chgData name="Jeff DeRemer" userId="a37f3d2d141577c5" providerId="Windows Live" clId="Web-{84FDC6C0-EB0C-48F3-B9B4-1D7FAE88DCC6}" dt="2023-07-27T18:30:02.499" v="326" actId="20577"/>
          <ac:spMkLst>
            <pc:docMk/>
            <pc:sldMk cId="1052964133" sldId="266"/>
            <ac:spMk id="3" creationId="{FB20C80A-234C-1B92-533C-D58FA0A04C61}"/>
          </ac:spMkLst>
        </pc:spChg>
      </pc:sldChg>
      <pc:sldChg chg="modSp">
        <pc:chgData name="Jeff DeRemer" userId="a37f3d2d141577c5" providerId="Windows Live" clId="Web-{84FDC6C0-EB0C-48F3-B9B4-1D7FAE88DCC6}" dt="2023-07-27T18:38:23.597" v="365" actId="20577"/>
        <pc:sldMkLst>
          <pc:docMk/>
          <pc:sldMk cId="1079600738" sldId="267"/>
        </pc:sldMkLst>
        <pc:spChg chg="mod">
          <ac:chgData name="Jeff DeRemer" userId="a37f3d2d141577c5" providerId="Windows Live" clId="Web-{84FDC6C0-EB0C-48F3-B9B4-1D7FAE88DCC6}" dt="2023-07-27T18:38:23.597" v="365" actId="20577"/>
          <ac:spMkLst>
            <pc:docMk/>
            <pc:sldMk cId="1079600738" sldId="267"/>
            <ac:spMk id="3" creationId="{D5A21A21-6D25-B829-492F-6BC8C1ADA0ED}"/>
          </ac:spMkLst>
        </pc:spChg>
      </pc:sldChg>
      <pc:sldChg chg="del">
        <pc:chgData name="Jeff DeRemer" userId="a37f3d2d141577c5" providerId="Windows Live" clId="Web-{84FDC6C0-EB0C-48F3-B9B4-1D7FAE88DCC6}" dt="2023-07-27T18:40:33.524" v="366"/>
        <pc:sldMkLst>
          <pc:docMk/>
          <pc:sldMk cId="3059359370" sldId="268"/>
        </pc:sldMkLst>
      </pc:sldChg>
      <pc:sldChg chg="modSp">
        <pc:chgData name="Jeff DeRemer" userId="a37f3d2d141577c5" providerId="Windows Live" clId="Web-{84FDC6C0-EB0C-48F3-B9B4-1D7FAE88DCC6}" dt="2023-07-27T18:29:32.889" v="313" actId="20577"/>
        <pc:sldMkLst>
          <pc:docMk/>
          <pc:sldMk cId="4291219111" sldId="269"/>
        </pc:sldMkLst>
        <pc:spChg chg="mod">
          <ac:chgData name="Jeff DeRemer" userId="a37f3d2d141577c5" providerId="Windows Live" clId="Web-{84FDC6C0-EB0C-48F3-B9B4-1D7FAE88DCC6}" dt="2023-07-27T18:29:32.889" v="313" actId="20577"/>
          <ac:spMkLst>
            <pc:docMk/>
            <pc:sldMk cId="4291219111" sldId="269"/>
            <ac:spMk id="3" creationId="{0F18B9B2-A879-82B3-D71E-0BA6774BC0F8}"/>
          </ac:spMkLst>
        </pc:spChg>
      </pc:sldChg>
      <pc:sldChg chg="modSp">
        <pc:chgData name="Jeff DeRemer" userId="a37f3d2d141577c5" providerId="Windows Live" clId="Web-{84FDC6C0-EB0C-48F3-B9B4-1D7FAE88DCC6}" dt="2023-07-27T18:22:33.841" v="248" actId="20577"/>
        <pc:sldMkLst>
          <pc:docMk/>
          <pc:sldMk cId="3628189326" sldId="270"/>
        </pc:sldMkLst>
        <pc:spChg chg="mod">
          <ac:chgData name="Jeff DeRemer" userId="a37f3d2d141577c5" providerId="Windows Live" clId="Web-{84FDC6C0-EB0C-48F3-B9B4-1D7FAE88DCC6}" dt="2023-07-27T18:22:33.841" v="248" actId="20577"/>
          <ac:spMkLst>
            <pc:docMk/>
            <pc:sldMk cId="3628189326" sldId="270"/>
            <ac:spMk id="3" creationId="{6F7476CC-B0F5-EBA0-A09C-F0614C089CE5}"/>
          </ac:spMkLst>
        </pc:spChg>
      </pc:sldChg>
      <pc:sldChg chg="modSp">
        <pc:chgData name="Jeff DeRemer" userId="a37f3d2d141577c5" providerId="Windows Live" clId="Web-{84FDC6C0-EB0C-48F3-B9B4-1D7FAE88DCC6}" dt="2023-07-27T18:41:28.088" v="371" actId="20577"/>
        <pc:sldMkLst>
          <pc:docMk/>
          <pc:sldMk cId="4094167011" sldId="271"/>
        </pc:sldMkLst>
        <pc:spChg chg="mod">
          <ac:chgData name="Jeff DeRemer" userId="a37f3d2d141577c5" providerId="Windows Live" clId="Web-{84FDC6C0-EB0C-48F3-B9B4-1D7FAE88DCC6}" dt="2023-07-27T18:41:28.088" v="371" actId="20577"/>
          <ac:spMkLst>
            <pc:docMk/>
            <pc:sldMk cId="4094167011" sldId="271"/>
            <ac:spMk id="3" creationId="{1149A847-D5C9-8EA2-01EB-CE8AF3A606C7}"/>
          </ac:spMkLst>
        </pc:spChg>
      </pc:sldChg>
      <pc:sldChg chg="modSp">
        <pc:chgData name="Jeff DeRemer" userId="a37f3d2d141577c5" providerId="Windows Live" clId="Web-{84FDC6C0-EB0C-48F3-B9B4-1D7FAE88DCC6}" dt="2023-07-27T18:47:34.837" v="396" actId="20577"/>
        <pc:sldMkLst>
          <pc:docMk/>
          <pc:sldMk cId="517718756" sldId="274"/>
        </pc:sldMkLst>
        <pc:spChg chg="mod">
          <ac:chgData name="Jeff DeRemer" userId="a37f3d2d141577c5" providerId="Windows Live" clId="Web-{84FDC6C0-EB0C-48F3-B9B4-1D7FAE88DCC6}" dt="2023-07-27T18:47:34.837" v="396" actId="20577"/>
          <ac:spMkLst>
            <pc:docMk/>
            <pc:sldMk cId="517718756" sldId="274"/>
            <ac:spMk id="3" creationId="{36AB1BDB-E2A1-4202-92E8-6D3885AAD11B}"/>
          </ac:spMkLst>
        </pc:spChg>
      </pc:sldChg>
      <pc:sldChg chg="modSp">
        <pc:chgData name="Jeff DeRemer" userId="a37f3d2d141577c5" providerId="Windows Live" clId="Web-{84FDC6C0-EB0C-48F3-B9B4-1D7FAE88DCC6}" dt="2023-07-27T18:42:45.670" v="381" actId="20577"/>
        <pc:sldMkLst>
          <pc:docMk/>
          <pc:sldMk cId="494778731" sldId="275"/>
        </pc:sldMkLst>
        <pc:spChg chg="mod">
          <ac:chgData name="Jeff DeRemer" userId="a37f3d2d141577c5" providerId="Windows Live" clId="Web-{84FDC6C0-EB0C-48F3-B9B4-1D7FAE88DCC6}" dt="2023-07-27T18:42:45.670" v="381" actId="20577"/>
          <ac:spMkLst>
            <pc:docMk/>
            <pc:sldMk cId="494778731" sldId="275"/>
            <ac:spMk id="3" creationId="{62D247C3-81E2-E2CD-1A32-6248E469CEAD}"/>
          </ac:spMkLst>
        </pc:spChg>
      </pc:sldChg>
      <pc:sldChg chg="modSp">
        <pc:chgData name="Jeff DeRemer" userId="a37f3d2d141577c5" providerId="Windows Live" clId="Web-{84FDC6C0-EB0C-48F3-B9B4-1D7FAE88DCC6}" dt="2023-07-27T18:44:04.735" v="394" actId="20577"/>
        <pc:sldMkLst>
          <pc:docMk/>
          <pc:sldMk cId="3591501101" sldId="276"/>
        </pc:sldMkLst>
        <pc:spChg chg="mod">
          <ac:chgData name="Jeff DeRemer" userId="a37f3d2d141577c5" providerId="Windows Live" clId="Web-{84FDC6C0-EB0C-48F3-B9B4-1D7FAE88DCC6}" dt="2023-07-27T18:44:04.735" v="394" actId="20577"/>
          <ac:spMkLst>
            <pc:docMk/>
            <pc:sldMk cId="3591501101" sldId="276"/>
            <ac:spMk id="3" creationId="{0398F67A-659A-3AB8-CBA9-89F233418F8E}"/>
          </ac:spMkLst>
        </pc:spChg>
      </pc:sldChg>
      <pc:sldChg chg="modSp">
        <pc:chgData name="Jeff DeRemer" userId="a37f3d2d141577c5" providerId="Windows Live" clId="Web-{84FDC6C0-EB0C-48F3-B9B4-1D7FAE88DCC6}" dt="2023-07-27T18:48:04.557" v="400" actId="20577"/>
        <pc:sldMkLst>
          <pc:docMk/>
          <pc:sldMk cId="2990784307" sldId="277"/>
        </pc:sldMkLst>
        <pc:spChg chg="mod">
          <ac:chgData name="Jeff DeRemer" userId="a37f3d2d141577c5" providerId="Windows Live" clId="Web-{84FDC6C0-EB0C-48F3-B9B4-1D7FAE88DCC6}" dt="2023-07-27T18:48:04.557" v="400" actId="20577"/>
          <ac:spMkLst>
            <pc:docMk/>
            <pc:sldMk cId="2990784307" sldId="277"/>
            <ac:spMk id="3" creationId="{8505100E-6EFE-B8B7-5E92-053F23902331}"/>
          </ac:spMkLst>
        </pc:spChg>
      </pc:sldChg>
      <pc:sldChg chg="modSp">
        <pc:chgData name="Jeff DeRemer" userId="a37f3d2d141577c5" providerId="Windows Live" clId="Web-{84FDC6C0-EB0C-48F3-B9B4-1D7FAE88DCC6}" dt="2023-07-27T18:53:15.241" v="414" actId="20577"/>
        <pc:sldMkLst>
          <pc:docMk/>
          <pc:sldMk cId="3744251568" sldId="278"/>
        </pc:sldMkLst>
        <pc:spChg chg="mod">
          <ac:chgData name="Jeff DeRemer" userId="a37f3d2d141577c5" providerId="Windows Live" clId="Web-{84FDC6C0-EB0C-48F3-B9B4-1D7FAE88DCC6}" dt="2023-07-27T18:53:15.241" v="414" actId="20577"/>
          <ac:spMkLst>
            <pc:docMk/>
            <pc:sldMk cId="3744251568" sldId="278"/>
            <ac:spMk id="3" creationId="{FB490085-442A-F459-46C4-DE49E5A3B707}"/>
          </ac:spMkLst>
        </pc:spChg>
      </pc:sldChg>
      <pc:sldChg chg="del">
        <pc:chgData name="Jeff DeRemer" userId="a37f3d2d141577c5" providerId="Windows Live" clId="Web-{84FDC6C0-EB0C-48F3-B9B4-1D7FAE88DCC6}" dt="2023-07-27T18:48:55.559" v="403"/>
        <pc:sldMkLst>
          <pc:docMk/>
          <pc:sldMk cId="1741603341" sldId="281"/>
        </pc:sldMkLst>
      </pc:sldChg>
      <pc:sldChg chg="modSp">
        <pc:chgData name="Jeff DeRemer" userId="a37f3d2d141577c5" providerId="Windows Live" clId="Web-{84FDC6C0-EB0C-48F3-B9B4-1D7FAE88DCC6}" dt="2023-07-27T18:53:33.523" v="422" actId="20577"/>
        <pc:sldMkLst>
          <pc:docMk/>
          <pc:sldMk cId="204965760" sldId="282"/>
        </pc:sldMkLst>
        <pc:spChg chg="mod">
          <ac:chgData name="Jeff DeRemer" userId="a37f3d2d141577c5" providerId="Windows Live" clId="Web-{84FDC6C0-EB0C-48F3-B9B4-1D7FAE88DCC6}" dt="2023-07-27T18:53:33.523" v="422" actId="20577"/>
          <ac:spMkLst>
            <pc:docMk/>
            <pc:sldMk cId="204965760" sldId="282"/>
            <ac:spMk id="3" creationId="{214B1D8D-63BD-DD0B-C0F5-8839FC6374EC}"/>
          </ac:spMkLst>
        </pc:spChg>
      </pc:sldChg>
      <pc:sldChg chg="modSp">
        <pc:chgData name="Jeff DeRemer" userId="a37f3d2d141577c5" providerId="Windows Live" clId="Web-{84FDC6C0-EB0C-48F3-B9B4-1D7FAE88DCC6}" dt="2023-07-27T18:40:42.930" v="368" actId="20577"/>
        <pc:sldMkLst>
          <pc:docMk/>
          <pc:sldMk cId="1861732289" sldId="283"/>
        </pc:sldMkLst>
        <pc:spChg chg="mod">
          <ac:chgData name="Jeff DeRemer" userId="a37f3d2d141577c5" providerId="Windows Live" clId="Web-{84FDC6C0-EB0C-48F3-B9B4-1D7FAE88DCC6}" dt="2023-07-27T18:40:42.930" v="368" actId="20577"/>
          <ac:spMkLst>
            <pc:docMk/>
            <pc:sldMk cId="1861732289" sldId="283"/>
            <ac:spMk id="3" creationId="{A4DD8A52-93C3-307C-94F8-99CD4F67B3B0}"/>
          </ac:spMkLst>
        </pc:spChg>
      </pc:sldChg>
      <pc:sldChg chg="modSp ord">
        <pc:chgData name="Jeff DeRemer" userId="a37f3d2d141577c5" providerId="Windows Live" clId="Web-{84FDC6C0-EB0C-48F3-B9B4-1D7FAE88DCC6}" dt="2023-07-27T18:41:44.120" v="377" actId="20577"/>
        <pc:sldMkLst>
          <pc:docMk/>
          <pc:sldMk cId="1987841433" sldId="284"/>
        </pc:sldMkLst>
        <pc:spChg chg="mod">
          <ac:chgData name="Jeff DeRemer" userId="a37f3d2d141577c5" providerId="Windows Live" clId="Web-{84FDC6C0-EB0C-48F3-B9B4-1D7FAE88DCC6}" dt="2023-07-27T18:41:44.120" v="377" actId="20577"/>
          <ac:spMkLst>
            <pc:docMk/>
            <pc:sldMk cId="1987841433" sldId="284"/>
            <ac:spMk id="3" creationId="{167EB91F-F6C9-4B4F-90F3-7CA2D46122AE}"/>
          </ac:spMkLst>
        </pc:spChg>
      </pc:sldChg>
      <pc:sldChg chg="modSp">
        <pc:chgData name="Jeff DeRemer" userId="a37f3d2d141577c5" providerId="Windows Live" clId="Web-{84FDC6C0-EB0C-48F3-B9B4-1D7FAE88DCC6}" dt="2023-07-27T18:22:49.498" v="250" actId="20577"/>
        <pc:sldMkLst>
          <pc:docMk/>
          <pc:sldMk cId="1112612059" sldId="285"/>
        </pc:sldMkLst>
        <pc:spChg chg="mod">
          <ac:chgData name="Jeff DeRemer" userId="a37f3d2d141577c5" providerId="Windows Live" clId="Web-{84FDC6C0-EB0C-48F3-B9B4-1D7FAE88DCC6}" dt="2023-07-27T18:22:49.498" v="250" actId="20577"/>
          <ac:spMkLst>
            <pc:docMk/>
            <pc:sldMk cId="1112612059" sldId="285"/>
            <ac:spMk id="3" creationId="{2C233C5D-AE6E-EE9D-E247-48CB088754FF}"/>
          </ac:spMkLst>
        </pc:spChg>
      </pc:sldChg>
      <pc:sldChg chg="modSp">
        <pc:chgData name="Jeff DeRemer" userId="a37f3d2d141577c5" providerId="Windows Live" clId="Web-{84FDC6C0-EB0C-48F3-B9B4-1D7FAE88DCC6}" dt="2023-07-27T18:48:12.026" v="402" actId="20577"/>
        <pc:sldMkLst>
          <pc:docMk/>
          <pc:sldMk cId="1175048660" sldId="288"/>
        </pc:sldMkLst>
        <pc:spChg chg="mod">
          <ac:chgData name="Jeff DeRemer" userId="a37f3d2d141577c5" providerId="Windows Live" clId="Web-{84FDC6C0-EB0C-48F3-B9B4-1D7FAE88DCC6}" dt="2023-07-27T18:48:12.026" v="402" actId="20577"/>
          <ac:spMkLst>
            <pc:docMk/>
            <pc:sldMk cId="1175048660" sldId="288"/>
            <ac:spMk id="3" creationId="{E35BB5F5-DEF6-901B-798D-F75EF1BEE6C3}"/>
          </ac:spMkLst>
        </pc:spChg>
      </pc:sldChg>
      <pc:sldChg chg="modSp">
        <pc:chgData name="Jeff DeRemer" userId="a37f3d2d141577c5" providerId="Windows Live" clId="Web-{84FDC6C0-EB0C-48F3-B9B4-1D7FAE88DCC6}" dt="2023-07-27T18:54:37.885" v="426" actId="20577"/>
        <pc:sldMkLst>
          <pc:docMk/>
          <pc:sldMk cId="1487085672" sldId="289"/>
        </pc:sldMkLst>
        <pc:spChg chg="mod">
          <ac:chgData name="Jeff DeRemer" userId="a37f3d2d141577c5" providerId="Windows Live" clId="Web-{84FDC6C0-EB0C-48F3-B9B4-1D7FAE88DCC6}" dt="2023-07-27T18:54:37.885" v="426" actId="20577"/>
          <ac:spMkLst>
            <pc:docMk/>
            <pc:sldMk cId="1487085672" sldId="289"/>
            <ac:spMk id="3" creationId="{35D0BBDA-8803-BE37-2613-0EDAF02F44B8}"/>
          </ac:spMkLst>
        </pc:spChg>
      </pc:sldChg>
      <pc:sldChg chg="modSp">
        <pc:chgData name="Jeff DeRemer" userId="a37f3d2d141577c5" providerId="Windows Live" clId="Web-{84FDC6C0-EB0C-48F3-B9B4-1D7FAE88DCC6}" dt="2023-07-27T18:19:29.693" v="219" actId="20577"/>
        <pc:sldMkLst>
          <pc:docMk/>
          <pc:sldMk cId="4076531934" sldId="290"/>
        </pc:sldMkLst>
        <pc:spChg chg="mod">
          <ac:chgData name="Jeff DeRemer" userId="a37f3d2d141577c5" providerId="Windows Live" clId="Web-{84FDC6C0-EB0C-48F3-B9B4-1D7FAE88DCC6}" dt="2023-07-27T18:19:29.693" v="219" actId="20577"/>
          <ac:spMkLst>
            <pc:docMk/>
            <pc:sldMk cId="4076531934" sldId="290"/>
            <ac:spMk id="3" creationId="{960B53B4-EA2F-EDEB-811E-08923203A428}"/>
          </ac:spMkLst>
        </pc:spChg>
      </pc:sldChg>
      <pc:sldChg chg="del">
        <pc:chgData name="Jeff DeRemer" userId="a37f3d2d141577c5" providerId="Windows Live" clId="Web-{84FDC6C0-EB0C-48F3-B9B4-1D7FAE88DCC6}" dt="2023-07-27T18:23:11.999" v="256"/>
        <pc:sldMkLst>
          <pc:docMk/>
          <pc:sldMk cId="117291877" sldId="291"/>
        </pc:sldMkLst>
      </pc:sldChg>
      <pc:sldChg chg="modSp">
        <pc:chgData name="Jeff DeRemer" userId="a37f3d2d141577c5" providerId="Windows Live" clId="Web-{84FDC6C0-EB0C-48F3-B9B4-1D7FAE88DCC6}" dt="2023-07-27T18:22:09.090" v="239" actId="20577"/>
        <pc:sldMkLst>
          <pc:docMk/>
          <pc:sldMk cId="2803421184" sldId="292"/>
        </pc:sldMkLst>
        <pc:spChg chg="mod">
          <ac:chgData name="Jeff DeRemer" userId="a37f3d2d141577c5" providerId="Windows Live" clId="Web-{84FDC6C0-EB0C-48F3-B9B4-1D7FAE88DCC6}" dt="2023-07-27T18:22:09.090" v="239" actId="20577"/>
          <ac:spMkLst>
            <pc:docMk/>
            <pc:sldMk cId="2803421184" sldId="292"/>
            <ac:spMk id="3" creationId="{DABAC2CE-B759-65A2-A9AA-973000EA0D14}"/>
          </ac:spMkLst>
        </pc:spChg>
      </pc:sldChg>
      <pc:sldChg chg="modSp">
        <pc:chgData name="Jeff DeRemer" userId="a37f3d2d141577c5" providerId="Windows Live" clId="Web-{84FDC6C0-EB0C-48F3-B9B4-1D7FAE88DCC6}" dt="2023-07-27T18:20:02.038" v="227" actId="20577"/>
        <pc:sldMkLst>
          <pc:docMk/>
          <pc:sldMk cId="3257431584" sldId="296"/>
        </pc:sldMkLst>
        <pc:spChg chg="mod">
          <ac:chgData name="Jeff DeRemer" userId="a37f3d2d141577c5" providerId="Windows Live" clId="Web-{84FDC6C0-EB0C-48F3-B9B4-1D7FAE88DCC6}" dt="2023-07-27T18:20:02.038" v="227" actId="20577"/>
          <ac:spMkLst>
            <pc:docMk/>
            <pc:sldMk cId="3257431584" sldId="296"/>
            <ac:spMk id="3" creationId="{796CF47D-9B0B-ECCF-6644-4B8820451995}"/>
          </ac:spMkLst>
        </pc:spChg>
      </pc:sldChg>
      <pc:sldChg chg="modSp">
        <pc:chgData name="Jeff DeRemer" userId="a37f3d2d141577c5" providerId="Windows Live" clId="Web-{84FDC6C0-EB0C-48F3-B9B4-1D7FAE88DCC6}" dt="2023-07-27T18:21:52.793" v="231" actId="20577"/>
        <pc:sldMkLst>
          <pc:docMk/>
          <pc:sldMk cId="3916907533" sldId="297"/>
        </pc:sldMkLst>
        <pc:spChg chg="mod">
          <ac:chgData name="Jeff DeRemer" userId="a37f3d2d141577c5" providerId="Windows Live" clId="Web-{84FDC6C0-EB0C-48F3-B9B4-1D7FAE88DCC6}" dt="2023-07-27T18:21:52.793" v="231" actId="20577"/>
          <ac:spMkLst>
            <pc:docMk/>
            <pc:sldMk cId="3916907533" sldId="297"/>
            <ac:spMk id="3" creationId="{44445D3B-2A71-A9CA-450D-9A629D66162C}"/>
          </ac:spMkLst>
        </pc:spChg>
      </pc:sldChg>
      <pc:sldChg chg="del mod modShow">
        <pc:chgData name="Jeff DeRemer" userId="a37f3d2d141577c5" providerId="Windows Live" clId="Web-{84FDC6C0-EB0C-48F3-B9B4-1D7FAE88DCC6}" dt="2023-07-27T18:23:07.217" v="255"/>
        <pc:sldMkLst>
          <pc:docMk/>
          <pc:sldMk cId="4013399894" sldId="298"/>
        </pc:sldMkLst>
      </pc:sldChg>
      <pc:sldChg chg="modSp">
        <pc:chgData name="Jeff DeRemer" userId="a37f3d2d141577c5" providerId="Windows Live" clId="Web-{84FDC6C0-EB0C-48F3-B9B4-1D7FAE88DCC6}" dt="2023-07-27T18:35:02.417" v="333" actId="20577"/>
        <pc:sldMkLst>
          <pc:docMk/>
          <pc:sldMk cId="2145870571" sldId="307"/>
        </pc:sldMkLst>
        <pc:spChg chg="mod">
          <ac:chgData name="Jeff DeRemer" userId="a37f3d2d141577c5" providerId="Windows Live" clId="Web-{84FDC6C0-EB0C-48F3-B9B4-1D7FAE88DCC6}" dt="2023-07-27T18:35:02.417" v="333" actId="20577"/>
          <ac:spMkLst>
            <pc:docMk/>
            <pc:sldMk cId="2145870571" sldId="307"/>
            <ac:spMk id="3" creationId="{E16765E4-91CB-D7BB-72DE-17157CA29AE6}"/>
          </ac:spMkLst>
        </pc:spChg>
      </pc:sldChg>
      <pc:sldChg chg="modSp">
        <pc:chgData name="Jeff DeRemer" userId="a37f3d2d141577c5" providerId="Windows Live" clId="Web-{84FDC6C0-EB0C-48F3-B9B4-1D7FAE88DCC6}" dt="2023-07-27T18:35:41.184" v="347" actId="20577"/>
        <pc:sldMkLst>
          <pc:docMk/>
          <pc:sldMk cId="1173428035" sldId="308"/>
        </pc:sldMkLst>
        <pc:spChg chg="mod">
          <ac:chgData name="Jeff DeRemer" userId="a37f3d2d141577c5" providerId="Windows Live" clId="Web-{84FDC6C0-EB0C-48F3-B9B4-1D7FAE88DCC6}" dt="2023-07-27T18:35:41.184" v="347" actId="20577"/>
          <ac:spMkLst>
            <pc:docMk/>
            <pc:sldMk cId="1173428035" sldId="308"/>
            <ac:spMk id="3" creationId="{D8401FEB-2B12-65C9-4AB5-92E8C061DEA6}"/>
          </ac:spMkLst>
        </pc:spChg>
      </pc:sldChg>
      <pc:sldChg chg="modSp">
        <pc:chgData name="Jeff DeRemer" userId="a37f3d2d141577c5" providerId="Windows Live" clId="Web-{84FDC6C0-EB0C-48F3-B9B4-1D7FAE88DCC6}" dt="2023-07-27T18:05:29.411" v="12" actId="20577"/>
        <pc:sldMkLst>
          <pc:docMk/>
          <pc:sldMk cId="3630277452" sldId="309"/>
        </pc:sldMkLst>
        <pc:spChg chg="mod">
          <ac:chgData name="Jeff DeRemer" userId="a37f3d2d141577c5" providerId="Windows Live" clId="Web-{84FDC6C0-EB0C-48F3-B9B4-1D7FAE88DCC6}" dt="2023-07-27T18:05:29.411" v="12" actId="20577"/>
          <ac:spMkLst>
            <pc:docMk/>
            <pc:sldMk cId="3630277452" sldId="309"/>
            <ac:spMk id="3" creationId="{667CAB59-D103-80B2-8972-BA950EE5CE80}"/>
          </ac:spMkLst>
        </pc:spChg>
      </pc:sldChg>
      <pc:sldChg chg="modSp">
        <pc:chgData name="Jeff DeRemer" userId="a37f3d2d141577c5" providerId="Windows Live" clId="Web-{84FDC6C0-EB0C-48F3-B9B4-1D7FAE88DCC6}" dt="2023-07-27T18:19:06.943" v="210" actId="20577"/>
        <pc:sldMkLst>
          <pc:docMk/>
          <pc:sldMk cId="588049691" sldId="314"/>
        </pc:sldMkLst>
        <pc:spChg chg="mod">
          <ac:chgData name="Jeff DeRemer" userId="a37f3d2d141577c5" providerId="Windows Live" clId="Web-{84FDC6C0-EB0C-48F3-B9B4-1D7FAE88DCC6}" dt="2023-07-27T18:19:06.943" v="210" actId="20577"/>
          <ac:spMkLst>
            <pc:docMk/>
            <pc:sldMk cId="588049691" sldId="314"/>
            <ac:spMk id="3" creationId="{8AED796B-6634-4BD1-1D8D-60652409EDCF}"/>
          </ac:spMkLst>
        </pc:spChg>
      </pc:sldChg>
      <pc:sldChg chg="modSp">
        <pc:chgData name="Jeff DeRemer" userId="a37f3d2d141577c5" providerId="Windows Live" clId="Web-{84FDC6C0-EB0C-48F3-B9B4-1D7FAE88DCC6}" dt="2023-07-27T18:08:00.963" v="106" actId="20577"/>
        <pc:sldMkLst>
          <pc:docMk/>
          <pc:sldMk cId="3588194236" sldId="315"/>
        </pc:sldMkLst>
        <pc:spChg chg="mod">
          <ac:chgData name="Jeff DeRemer" userId="a37f3d2d141577c5" providerId="Windows Live" clId="Web-{84FDC6C0-EB0C-48F3-B9B4-1D7FAE88DCC6}" dt="2023-07-27T18:08:00.963" v="106" actId="20577"/>
          <ac:spMkLst>
            <pc:docMk/>
            <pc:sldMk cId="3588194236" sldId="315"/>
            <ac:spMk id="3" creationId="{8797E62F-9EFE-7982-AA44-CA6ED395C745}"/>
          </ac:spMkLst>
        </pc:spChg>
      </pc:sldChg>
      <pc:sldChg chg="modSp">
        <pc:chgData name="Jeff DeRemer" userId="a37f3d2d141577c5" providerId="Windows Live" clId="Web-{84FDC6C0-EB0C-48F3-B9B4-1D7FAE88DCC6}" dt="2023-07-27T18:43:45.922" v="390" actId="20577"/>
        <pc:sldMkLst>
          <pc:docMk/>
          <pc:sldMk cId="3080211462" sldId="316"/>
        </pc:sldMkLst>
        <pc:spChg chg="mod">
          <ac:chgData name="Jeff DeRemer" userId="a37f3d2d141577c5" providerId="Windows Live" clId="Web-{84FDC6C0-EB0C-48F3-B9B4-1D7FAE88DCC6}" dt="2023-07-27T18:43:45.922" v="390" actId="20577"/>
          <ac:spMkLst>
            <pc:docMk/>
            <pc:sldMk cId="3080211462" sldId="316"/>
            <ac:spMk id="3" creationId="{22CFC226-DC8E-64BB-56E7-EA99E3243D7F}"/>
          </ac:spMkLst>
        </pc:spChg>
      </pc:sldChg>
    </pc:docChg>
  </pc:docChgLst>
  <pc:docChgLst>
    <pc:chgData name="Jeff DeRemer" userId="a37f3d2d141577c5" providerId="Windows Live" clId="Web-{440B02FF-CBA4-4939-A8C4-9DEDA1DD0B81}"/>
    <pc:docChg chg="addSld delSld modSld sldOrd addSection modSection">
      <pc:chgData name="Jeff DeRemer" userId="a37f3d2d141577c5" providerId="Windows Live" clId="Web-{440B02FF-CBA4-4939-A8C4-9DEDA1DD0B81}" dt="2023-07-23T18:16:14.708" v="897" actId="20577"/>
      <pc:docMkLst>
        <pc:docMk/>
      </pc:docMkLst>
      <pc:sldChg chg="modSp ord">
        <pc:chgData name="Jeff DeRemer" userId="a37f3d2d141577c5" providerId="Windows Live" clId="Web-{440B02FF-CBA4-4939-A8C4-9DEDA1DD0B81}" dt="2023-07-23T18:10:47.632" v="794" actId="20577"/>
        <pc:sldMkLst>
          <pc:docMk/>
          <pc:sldMk cId="436497126" sldId="257"/>
        </pc:sldMkLst>
        <pc:spChg chg="mod">
          <ac:chgData name="Jeff DeRemer" userId="a37f3d2d141577c5" providerId="Windows Live" clId="Web-{440B02FF-CBA4-4939-A8C4-9DEDA1DD0B81}" dt="2023-07-23T18:10:47.632" v="794" actId="20577"/>
          <ac:spMkLst>
            <pc:docMk/>
            <pc:sldMk cId="436497126" sldId="257"/>
            <ac:spMk id="3" creationId="{69F6AD24-2AA8-1769-5A4C-06990BD5C0B0}"/>
          </ac:spMkLst>
        </pc:spChg>
      </pc:sldChg>
      <pc:sldChg chg="modSp">
        <pc:chgData name="Jeff DeRemer" userId="a37f3d2d141577c5" providerId="Windows Live" clId="Web-{440B02FF-CBA4-4939-A8C4-9DEDA1DD0B81}" dt="2023-07-23T18:11:33.775" v="808" actId="20577"/>
        <pc:sldMkLst>
          <pc:docMk/>
          <pc:sldMk cId="3204198918" sldId="258"/>
        </pc:sldMkLst>
        <pc:spChg chg="mod">
          <ac:chgData name="Jeff DeRemer" userId="a37f3d2d141577c5" providerId="Windows Live" clId="Web-{440B02FF-CBA4-4939-A8C4-9DEDA1DD0B81}" dt="2023-07-23T18:11:33.775" v="808" actId="20577"/>
          <ac:spMkLst>
            <pc:docMk/>
            <pc:sldMk cId="3204198918" sldId="258"/>
            <ac:spMk id="3" creationId="{B6C27F68-3CFD-F860-DC38-DB6A07A7E802}"/>
          </ac:spMkLst>
        </pc:spChg>
      </pc:sldChg>
      <pc:sldChg chg="modSp">
        <pc:chgData name="Jeff DeRemer" userId="a37f3d2d141577c5" providerId="Windows Live" clId="Web-{440B02FF-CBA4-4939-A8C4-9DEDA1DD0B81}" dt="2023-07-23T18:16:14.708" v="897" actId="20577"/>
        <pc:sldMkLst>
          <pc:docMk/>
          <pc:sldMk cId="1537062186" sldId="259"/>
        </pc:sldMkLst>
        <pc:spChg chg="mod">
          <ac:chgData name="Jeff DeRemer" userId="a37f3d2d141577c5" providerId="Windows Live" clId="Web-{440B02FF-CBA4-4939-A8C4-9DEDA1DD0B81}" dt="2023-07-23T18:16:14.708" v="897" actId="20577"/>
          <ac:spMkLst>
            <pc:docMk/>
            <pc:sldMk cId="1537062186" sldId="259"/>
            <ac:spMk id="3" creationId="{C94EAD4E-0DEF-F3E3-2CD3-304D0D8776E8}"/>
          </ac:spMkLst>
        </pc:spChg>
      </pc:sldChg>
      <pc:sldChg chg="modSp ord">
        <pc:chgData name="Jeff DeRemer" userId="a37f3d2d141577c5" providerId="Windows Live" clId="Web-{440B02FF-CBA4-4939-A8C4-9DEDA1DD0B81}" dt="2023-07-23T17:24:41.676" v="169" actId="20577"/>
        <pc:sldMkLst>
          <pc:docMk/>
          <pc:sldMk cId="3800418244" sldId="260"/>
        </pc:sldMkLst>
        <pc:spChg chg="mod">
          <ac:chgData name="Jeff DeRemer" userId="a37f3d2d141577c5" providerId="Windows Live" clId="Web-{440B02FF-CBA4-4939-A8C4-9DEDA1DD0B81}" dt="2023-07-23T17:24:41.676" v="169" actId="20577"/>
          <ac:spMkLst>
            <pc:docMk/>
            <pc:sldMk cId="3800418244" sldId="260"/>
            <ac:spMk id="2" creationId="{B1D4C514-C7C7-BF2E-7E46-F8567E808013}"/>
          </ac:spMkLst>
        </pc:spChg>
      </pc:sldChg>
      <pc:sldChg chg="ord">
        <pc:chgData name="Jeff DeRemer" userId="a37f3d2d141577c5" providerId="Windows Live" clId="Web-{440B02FF-CBA4-4939-A8C4-9DEDA1DD0B81}" dt="2023-07-23T17:30:46.769" v="271"/>
        <pc:sldMkLst>
          <pc:docMk/>
          <pc:sldMk cId="4291219111" sldId="269"/>
        </pc:sldMkLst>
      </pc:sldChg>
      <pc:sldChg chg="modSp ord">
        <pc:chgData name="Jeff DeRemer" userId="a37f3d2d141577c5" providerId="Windows Live" clId="Web-{440B02FF-CBA4-4939-A8C4-9DEDA1DD0B81}" dt="2023-07-23T17:33:09.634" v="282" actId="20577"/>
        <pc:sldMkLst>
          <pc:docMk/>
          <pc:sldMk cId="3628189326" sldId="270"/>
        </pc:sldMkLst>
        <pc:spChg chg="mod">
          <ac:chgData name="Jeff DeRemer" userId="a37f3d2d141577c5" providerId="Windows Live" clId="Web-{440B02FF-CBA4-4939-A8C4-9DEDA1DD0B81}" dt="2023-07-23T17:33:09.634" v="282" actId="20577"/>
          <ac:spMkLst>
            <pc:docMk/>
            <pc:sldMk cId="3628189326" sldId="270"/>
            <ac:spMk id="2" creationId="{9DB831FD-D532-CC05-3979-A33DE6AA6F6E}"/>
          </ac:spMkLst>
        </pc:spChg>
      </pc:sldChg>
      <pc:sldChg chg="ord">
        <pc:chgData name="Jeff DeRemer" userId="a37f3d2d141577c5" providerId="Windows Live" clId="Web-{440B02FF-CBA4-4939-A8C4-9DEDA1DD0B81}" dt="2023-07-23T17:40:29.433" v="409"/>
        <pc:sldMkLst>
          <pc:docMk/>
          <pc:sldMk cId="1682394483" sldId="272"/>
        </pc:sldMkLst>
      </pc:sldChg>
      <pc:sldChg chg="ord">
        <pc:chgData name="Jeff DeRemer" userId="a37f3d2d141577c5" providerId="Windows Live" clId="Web-{440B02FF-CBA4-4939-A8C4-9DEDA1DD0B81}" dt="2023-07-23T18:02:52.598" v="727"/>
        <pc:sldMkLst>
          <pc:docMk/>
          <pc:sldMk cId="1966568967" sldId="273"/>
        </pc:sldMkLst>
      </pc:sldChg>
      <pc:sldChg chg="modSp ord">
        <pc:chgData name="Jeff DeRemer" userId="a37f3d2d141577c5" providerId="Windows Live" clId="Web-{440B02FF-CBA4-4939-A8C4-9DEDA1DD0B81}" dt="2023-07-23T17:42:16.610" v="435"/>
        <pc:sldMkLst>
          <pc:docMk/>
          <pc:sldMk cId="517718756" sldId="274"/>
        </pc:sldMkLst>
        <pc:spChg chg="mod">
          <ac:chgData name="Jeff DeRemer" userId="a37f3d2d141577c5" providerId="Windows Live" clId="Web-{440B02FF-CBA4-4939-A8C4-9DEDA1DD0B81}" dt="2023-07-23T17:42:12.547" v="434" actId="20577"/>
          <ac:spMkLst>
            <pc:docMk/>
            <pc:sldMk cId="517718756" sldId="274"/>
            <ac:spMk id="2" creationId="{DA44FD8D-74EE-A547-A9C3-112CE6388BDC}"/>
          </ac:spMkLst>
        </pc:spChg>
      </pc:sldChg>
      <pc:sldChg chg="ord">
        <pc:chgData name="Jeff DeRemer" userId="a37f3d2d141577c5" providerId="Windows Live" clId="Web-{440B02FF-CBA4-4939-A8C4-9DEDA1DD0B81}" dt="2023-07-23T17:42:34.907" v="436"/>
        <pc:sldMkLst>
          <pc:docMk/>
          <pc:sldMk cId="3591501101" sldId="276"/>
        </pc:sldMkLst>
      </pc:sldChg>
      <pc:sldChg chg="ord">
        <pc:chgData name="Jeff DeRemer" userId="a37f3d2d141577c5" providerId="Windows Live" clId="Web-{440B02FF-CBA4-4939-A8C4-9DEDA1DD0B81}" dt="2023-07-23T17:46:45.746" v="498"/>
        <pc:sldMkLst>
          <pc:docMk/>
          <pc:sldMk cId="2746935985" sldId="280"/>
        </pc:sldMkLst>
      </pc:sldChg>
      <pc:sldChg chg="ord">
        <pc:chgData name="Jeff DeRemer" userId="a37f3d2d141577c5" providerId="Windows Live" clId="Web-{440B02FF-CBA4-4939-A8C4-9DEDA1DD0B81}" dt="2023-07-23T17:47:02.793" v="499"/>
        <pc:sldMkLst>
          <pc:docMk/>
          <pc:sldMk cId="1741603341" sldId="281"/>
        </pc:sldMkLst>
      </pc:sldChg>
      <pc:sldChg chg="ord">
        <pc:chgData name="Jeff DeRemer" userId="a37f3d2d141577c5" providerId="Windows Live" clId="Web-{440B02FF-CBA4-4939-A8C4-9DEDA1DD0B81}" dt="2023-07-23T17:47:32.498" v="503"/>
        <pc:sldMkLst>
          <pc:docMk/>
          <pc:sldMk cId="1861732289" sldId="283"/>
        </pc:sldMkLst>
      </pc:sldChg>
      <pc:sldChg chg="ord">
        <pc:chgData name="Jeff DeRemer" userId="a37f3d2d141577c5" providerId="Windows Live" clId="Web-{440B02FF-CBA4-4939-A8C4-9DEDA1DD0B81}" dt="2023-07-23T17:51:16.288" v="548"/>
        <pc:sldMkLst>
          <pc:docMk/>
          <pc:sldMk cId="1987841433" sldId="284"/>
        </pc:sldMkLst>
      </pc:sldChg>
      <pc:sldChg chg="ord">
        <pc:chgData name="Jeff DeRemer" userId="a37f3d2d141577c5" providerId="Windows Live" clId="Web-{440B02FF-CBA4-4939-A8C4-9DEDA1DD0B81}" dt="2023-07-23T17:56:54.942" v="627"/>
        <pc:sldMkLst>
          <pc:docMk/>
          <pc:sldMk cId="1112612059" sldId="285"/>
        </pc:sldMkLst>
      </pc:sldChg>
      <pc:sldChg chg="ord">
        <pc:chgData name="Jeff DeRemer" userId="a37f3d2d141577c5" providerId="Windows Live" clId="Web-{440B02FF-CBA4-4939-A8C4-9DEDA1DD0B81}" dt="2023-07-23T17:57:47.507" v="636"/>
        <pc:sldMkLst>
          <pc:docMk/>
          <pc:sldMk cId="2771794891" sldId="286"/>
        </pc:sldMkLst>
      </pc:sldChg>
      <pc:sldChg chg="ord">
        <pc:chgData name="Jeff DeRemer" userId="a37f3d2d141577c5" providerId="Windows Live" clId="Web-{440B02FF-CBA4-4939-A8C4-9DEDA1DD0B81}" dt="2023-07-23T17:54:07.514" v="567"/>
        <pc:sldMkLst>
          <pc:docMk/>
          <pc:sldMk cId="4209612668" sldId="287"/>
        </pc:sldMkLst>
      </pc:sldChg>
      <pc:sldChg chg="ord">
        <pc:chgData name="Jeff DeRemer" userId="a37f3d2d141577c5" providerId="Windows Live" clId="Web-{440B02FF-CBA4-4939-A8C4-9DEDA1DD0B81}" dt="2023-07-23T17:58:26.837" v="638"/>
        <pc:sldMkLst>
          <pc:docMk/>
          <pc:sldMk cId="1175048660" sldId="288"/>
        </pc:sldMkLst>
      </pc:sldChg>
      <pc:sldChg chg="modSp">
        <pc:chgData name="Jeff DeRemer" userId="a37f3d2d141577c5" providerId="Windows Live" clId="Web-{440B02FF-CBA4-4939-A8C4-9DEDA1DD0B81}" dt="2023-07-23T18:12:42.903" v="835" actId="20577"/>
        <pc:sldMkLst>
          <pc:docMk/>
          <pc:sldMk cId="4076531934" sldId="290"/>
        </pc:sldMkLst>
        <pc:spChg chg="mod">
          <ac:chgData name="Jeff DeRemer" userId="a37f3d2d141577c5" providerId="Windows Live" clId="Web-{440B02FF-CBA4-4939-A8C4-9DEDA1DD0B81}" dt="2023-07-23T18:12:42.903" v="835" actId="20577"/>
          <ac:spMkLst>
            <pc:docMk/>
            <pc:sldMk cId="4076531934" sldId="290"/>
            <ac:spMk id="3" creationId="{960B53B4-EA2F-EDEB-811E-08923203A428}"/>
          </ac:spMkLst>
        </pc:spChg>
      </pc:sldChg>
      <pc:sldChg chg="modSp ord">
        <pc:chgData name="Jeff DeRemer" userId="a37f3d2d141577c5" providerId="Windows Live" clId="Web-{440B02FF-CBA4-4939-A8C4-9DEDA1DD0B81}" dt="2023-07-23T17:54:35.249" v="584" actId="20577"/>
        <pc:sldMkLst>
          <pc:docMk/>
          <pc:sldMk cId="117291877" sldId="291"/>
        </pc:sldMkLst>
        <pc:spChg chg="mod">
          <ac:chgData name="Jeff DeRemer" userId="a37f3d2d141577c5" providerId="Windows Live" clId="Web-{440B02FF-CBA4-4939-A8C4-9DEDA1DD0B81}" dt="2023-07-23T17:54:35.249" v="584" actId="20577"/>
          <ac:spMkLst>
            <pc:docMk/>
            <pc:sldMk cId="117291877" sldId="291"/>
            <ac:spMk id="2" creationId="{7C7FA624-06C1-58CB-6EBF-6A6E06B55AA5}"/>
          </ac:spMkLst>
        </pc:spChg>
      </pc:sldChg>
      <pc:sldChg chg="modSp ord">
        <pc:chgData name="Jeff DeRemer" userId="a37f3d2d141577c5" providerId="Windows Live" clId="Web-{440B02FF-CBA4-4939-A8C4-9DEDA1DD0B81}" dt="2023-07-23T17:29:30.813" v="258" actId="20577"/>
        <pc:sldMkLst>
          <pc:docMk/>
          <pc:sldMk cId="2373186645" sldId="294"/>
        </pc:sldMkLst>
        <pc:spChg chg="mod">
          <ac:chgData name="Jeff DeRemer" userId="a37f3d2d141577c5" providerId="Windows Live" clId="Web-{440B02FF-CBA4-4939-A8C4-9DEDA1DD0B81}" dt="2023-07-23T17:29:30.813" v="258" actId="20577"/>
          <ac:spMkLst>
            <pc:docMk/>
            <pc:sldMk cId="2373186645" sldId="294"/>
            <ac:spMk id="2" creationId="{B2222F7C-0144-814E-2BAD-01A1646151D4}"/>
          </ac:spMkLst>
        </pc:spChg>
      </pc:sldChg>
      <pc:sldChg chg="modSp">
        <pc:chgData name="Jeff DeRemer" userId="a37f3d2d141577c5" providerId="Windows Live" clId="Web-{440B02FF-CBA4-4939-A8C4-9DEDA1DD0B81}" dt="2023-07-23T18:14:05.594" v="865" actId="20577"/>
        <pc:sldMkLst>
          <pc:docMk/>
          <pc:sldMk cId="3257431584" sldId="296"/>
        </pc:sldMkLst>
        <pc:spChg chg="mod">
          <ac:chgData name="Jeff DeRemer" userId="a37f3d2d141577c5" providerId="Windows Live" clId="Web-{440B02FF-CBA4-4939-A8C4-9DEDA1DD0B81}" dt="2023-07-23T18:14:05.594" v="865" actId="20577"/>
          <ac:spMkLst>
            <pc:docMk/>
            <pc:sldMk cId="3257431584" sldId="296"/>
            <ac:spMk id="3" creationId="{796CF47D-9B0B-ECCF-6644-4B8820451995}"/>
          </ac:spMkLst>
        </pc:spChg>
      </pc:sldChg>
      <pc:sldChg chg="modSp">
        <pc:chgData name="Jeff DeRemer" userId="a37f3d2d141577c5" providerId="Windows Live" clId="Web-{440B02FF-CBA4-4939-A8C4-9DEDA1DD0B81}" dt="2023-07-23T18:14:39.345" v="870" actId="20577"/>
        <pc:sldMkLst>
          <pc:docMk/>
          <pc:sldMk cId="3916907533" sldId="297"/>
        </pc:sldMkLst>
        <pc:spChg chg="mod">
          <ac:chgData name="Jeff DeRemer" userId="a37f3d2d141577c5" providerId="Windows Live" clId="Web-{440B02FF-CBA4-4939-A8C4-9DEDA1DD0B81}" dt="2023-07-23T17:15:50.983" v="38" actId="20577"/>
          <ac:spMkLst>
            <pc:docMk/>
            <pc:sldMk cId="3916907533" sldId="297"/>
            <ac:spMk id="2" creationId="{5A685380-2386-9E47-2E6D-53289BC316F1}"/>
          </ac:spMkLst>
        </pc:spChg>
        <pc:spChg chg="mod">
          <ac:chgData name="Jeff DeRemer" userId="a37f3d2d141577c5" providerId="Windows Live" clId="Web-{440B02FF-CBA4-4939-A8C4-9DEDA1DD0B81}" dt="2023-07-23T18:14:39.345" v="870" actId="20577"/>
          <ac:spMkLst>
            <pc:docMk/>
            <pc:sldMk cId="3916907533" sldId="297"/>
            <ac:spMk id="3" creationId="{44445D3B-2A71-A9CA-450D-9A629D66162C}"/>
          </ac:spMkLst>
        </pc:spChg>
      </pc:sldChg>
      <pc:sldChg chg="modSp">
        <pc:chgData name="Jeff DeRemer" userId="a37f3d2d141577c5" providerId="Windows Live" clId="Web-{440B02FF-CBA4-4939-A8C4-9DEDA1DD0B81}" dt="2023-07-23T17:24:14.597" v="161" actId="20577"/>
        <pc:sldMkLst>
          <pc:docMk/>
          <pc:sldMk cId="4013399894" sldId="298"/>
        </pc:sldMkLst>
        <pc:spChg chg="mod">
          <ac:chgData name="Jeff DeRemer" userId="a37f3d2d141577c5" providerId="Windows Live" clId="Web-{440B02FF-CBA4-4939-A8C4-9DEDA1DD0B81}" dt="2023-07-23T17:24:14.597" v="161" actId="20577"/>
          <ac:spMkLst>
            <pc:docMk/>
            <pc:sldMk cId="4013399894" sldId="298"/>
            <ac:spMk id="2" creationId="{9FC04FDF-F6C6-A102-AAE8-320D1538DF86}"/>
          </ac:spMkLst>
        </pc:spChg>
      </pc:sldChg>
      <pc:sldChg chg="modSp ord">
        <pc:chgData name="Jeff DeRemer" userId="a37f3d2d141577c5" providerId="Windows Live" clId="Web-{440B02FF-CBA4-4939-A8C4-9DEDA1DD0B81}" dt="2023-07-23T17:41:17.732" v="420"/>
        <pc:sldMkLst>
          <pc:docMk/>
          <pc:sldMk cId="1935756779" sldId="305"/>
        </pc:sldMkLst>
        <pc:spChg chg="mod">
          <ac:chgData name="Jeff DeRemer" userId="a37f3d2d141577c5" providerId="Windows Live" clId="Web-{440B02FF-CBA4-4939-A8C4-9DEDA1DD0B81}" dt="2023-07-23T17:41:17.592" v="419" actId="20577"/>
          <ac:spMkLst>
            <pc:docMk/>
            <pc:sldMk cId="1935756779" sldId="305"/>
            <ac:spMk id="2" creationId="{3ACE7FED-C200-7B67-3E02-882BF64E67DD}"/>
          </ac:spMkLst>
        </pc:spChg>
      </pc:sldChg>
      <pc:sldChg chg="ord">
        <pc:chgData name="Jeff DeRemer" userId="a37f3d2d141577c5" providerId="Windows Live" clId="Web-{440B02FF-CBA4-4939-A8C4-9DEDA1DD0B81}" dt="2023-07-23T17:52:52.745" v="558"/>
        <pc:sldMkLst>
          <pc:docMk/>
          <pc:sldMk cId="3166782752" sldId="306"/>
        </pc:sldMkLst>
      </pc:sldChg>
      <pc:sldChg chg="modSp ord">
        <pc:chgData name="Jeff DeRemer" userId="a37f3d2d141577c5" providerId="Windows Live" clId="Web-{440B02FF-CBA4-4939-A8C4-9DEDA1DD0B81}" dt="2023-07-23T18:15:28.253" v="878" actId="20577"/>
        <pc:sldMkLst>
          <pc:docMk/>
          <pc:sldMk cId="3630277452" sldId="309"/>
        </pc:sldMkLst>
        <pc:spChg chg="mod">
          <ac:chgData name="Jeff DeRemer" userId="a37f3d2d141577c5" providerId="Windows Live" clId="Web-{440B02FF-CBA4-4939-A8C4-9DEDA1DD0B81}" dt="2023-07-23T17:17:36.440" v="56" actId="20577"/>
          <ac:spMkLst>
            <pc:docMk/>
            <pc:sldMk cId="3630277452" sldId="309"/>
            <ac:spMk id="2" creationId="{143E2224-8D2A-9674-3AB7-C33CFCD589D7}"/>
          </ac:spMkLst>
        </pc:spChg>
        <pc:spChg chg="mod">
          <ac:chgData name="Jeff DeRemer" userId="a37f3d2d141577c5" providerId="Windows Live" clId="Web-{440B02FF-CBA4-4939-A8C4-9DEDA1DD0B81}" dt="2023-07-23T18:15:28.253" v="878" actId="20577"/>
          <ac:spMkLst>
            <pc:docMk/>
            <pc:sldMk cId="3630277452" sldId="309"/>
            <ac:spMk id="3" creationId="{667CAB59-D103-80B2-8972-BA950EE5CE80}"/>
          </ac:spMkLst>
        </pc:spChg>
      </pc:sldChg>
      <pc:sldChg chg="ord">
        <pc:chgData name="Jeff DeRemer" userId="a37f3d2d141577c5" providerId="Windows Live" clId="Web-{440B02FF-CBA4-4939-A8C4-9DEDA1DD0B81}" dt="2023-07-23T17:13:30.336" v="7"/>
        <pc:sldMkLst>
          <pc:docMk/>
          <pc:sldMk cId="2940824636" sldId="310"/>
        </pc:sldMkLst>
      </pc:sldChg>
      <pc:sldChg chg="del">
        <pc:chgData name="Jeff DeRemer" userId="a37f3d2d141577c5" providerId="Windows Live" clId="Web-{440B02FF-CBA4-4939-A8C4-9DEDA1DD0B81}" dt="2023-07-23T17:20:55.776" v="96"/>
        <pc:sldMkLst>
          <pc:docMk/>
          <pc:sldMk cId="919761700" sldId="311"/>
        </pc:sldMkLst>
      </pc:sldChg>
      <pc:sldChg chg="modSp">
        <pc:chgData name="Jeff DeRemer" userId="a37f3d2d141577c5" providerId="Windows Live" clId="Web-{440B02FF-CBA4-4939-A8C4-9DEDA1DD0B81}" dt="2023-07-23T18:12:09.808" v="828" actId="20577"/>
        <pc:sldMkLst>
          <pc:docMk/>
          <pc:sldMk cId="588049691" sldId="314"/>
        </pc:sldMkLst>
        <pc:spChg chg="mod">
          <ac:chgData name="Jeff DeRemer" userId="a37f3d2d141577c5" providerId="Windows Live" clId="Web-{440B02FF-CBA4-4939-A8C4-9DEDA1DD0B81}" dt="2023-07-23T18:12:09.808" v="828" actId="20577"/>
          <ac:spMkLst>
            <pc:docMk/>
            <pc:sldMk cId="588049691" sldId="314"/>
            <ac:spMk id="2" creationId="{155F2CC8-9572-2144-062B-FABFE70C4A2C}"/>
          </ac:spMkLst>
        </pc:spChg>
        <pc:spChg chg="mod">
          <ac:chgData name="Jeff DeRemer" userId="a37f3d2d141577c5" providerId="Windows Live" clId="Web-{440B02FF-CBA4-4939-A8C4-9DEDA1DD0B81}" dt="2023-07-23T18:11:51.166" v="810" actId="20577"/>
          <ac:spMkLst>
            <pc:docMk/>
            <pc:sldMk cId="588049691" sldId="314"/>
            <ac:spMk id="3" creationId="{8AED796B-6634-4BD1-1D8D-60652409EDCF}"/>
          </ac:spMkLst>
        </pc:spChg>
      </pc:sldChg>
      <pc:sldChg chg="addSp delSp modSp new mod ord modClrScheme chgLayout">
        <pc:chgData name="Jeff DeRemer" userId="a37f3d2d141577c5" providerId="Windows Live" clId="Web-{440B02FF-CBA4-4939-A8C4-9DEDA1DD0B81}" dt="2023-07-23T18:01:11.250" v="726" actId="20577"/>
        <pc:sldMkLst>
          <pc:docMk/>
          <pc:sldMk cId="915020623" sldId="317"/>
        </pc:sldMkLst>
        <pc:spChg chg="mod ord">
          <ac:chgData name="Jeff DeRemer" userId="a37f3d2d141577c5" providerId="Windows Live" clId="Web-{440B02FF-CBA4-4939-A8C4-9DEDA1DD0B81}" dt="2023-07-23T17:25:22.287" v="176"/>
          <ac:spMkLst>
            <pc:docMk/>
            <pc:sldMk cId="915020623" sldId="317"/>
            <ac:spMk id="2" creationId="{65F11939-1EC1-1BF3-B0E1-3440CBC1F3D3}"/>
          </ac:spMkLst>
        </pc:spChg>
        <pc:spChg chg="mod ord">
          <ac:chgData name="Jeff DeRemer" userId="a37f3d2d141577c5" providerId="Windows Live" clId="Web-{440B02FF-CBA4-4939-A8C4-9DEDA1DD0B81}" dt="2023-07-23T18:01:11.250" v="726" actId="20577"/>
          <ac:spMkLst>
            <pc:docMk/>
            <pc:sldMk cId="915020623" sldId="317"/>
            <ac:spMk id="3" creationId="{594954C9-A707-69B0-D235-57E16BE68174}"/>
          </ac:spMkLst>
        </pc:spChg>
        <pc:spChg chg="mod ord">
          <ac:chgData name="Jeff DeRemer" userId="a37f3d2d141577c5" providerId="Windows Live" clId="Web-{440B02FF-CBA4-4939-A8C4-9DEDA1DD0B81}" dt="2023-07-23T17:25:22.287" v="176"/>
          <ac:spMkLst>
            <pc:docMk/>
            <pc:sldMk cId="915020623" sldId="317"/>
            <ac:spMk id="4" creationId="{A30A0D4B-262E-1FE0-1C19-F059B8114511}"/>
          </ac:spMkLst>
        </pc:spChg>
        <pc:spChg chg="mod ord">
          <ac:chgData name="Jeff DeRemer" userId="a37f3d2d141577c5" providerId="Windows Live" clId="Web-{440B02FF-CBA4-4939-A8C4-9DEDA1DD0B81}" dt="2023-07-23T17:25:22.287" v="176"/>
          <ac:spMkLst>
            <pc:docMk/>
            <pc:sldMk cId="915020623" sldId="317"/>
            <ac:spMk id="5" creationId="{9C47F7B9-CF6A-1293-C0A9-1561EF7BAA02}"/>
          </ac:spMkLst>
        </pc:spChg>
        <pc:spChg chg="add del mod ord">
          <ac:chgData name="Jeff DeRemer" userId="a37f3d2d141577c5" providerId="Windows Live" clId="Web-{440B02FF-CBA4-4939-A8C4-9DEDA1DD0B81}" dt="2023-07-23T17:25:33.663" v="177"/>
          <ac:spMkLst>
            <pc:docMk/>
            <pc:sldMk cId="915020623" sldId="317"/>
            <ac:spMk id="6" creationId="{0959453F-8CCD-A679-ADE0-7912AC98EEF8}"/>
          </ac:spMkLst>
        </pc:spChg>
        <pc:spChg chg="add del mod ord">
          <ac:chgData name="Jeff DeRemer" userId="a37f3d2d141577c5" providerId="Windows Live" clId="Web-{440B02FF-CBA4-4939-A8C4-9DEDA1DD0B81}" dt="2023-07-23T17:26:03.836" v="180"/>
          <ac:spMkLst>
            <pc:docMk/>
            <pc:sldMk cId="915020623" sldId="317"/>
            <ac:spMk id="7" creationId="{3C9FB7BD-BE21-C958-DBAF-9AE861477C1A}"/>
          </ac:spMkLst>
        </pc:spChg>
        <pc:spChg chg="add mod ord">
          <ac:chgData name="Jeff DeRemer" userId="a37f3d2d141577c5" providerId="Windows Live" clId="Web-{440B02FF-CBA4-4939-A8C4-9DEDA1DD0B81}" dt="2023-07-23T18:01:01.343" v="724" actId="20577"/>
          <ac:spMkLst>
            <pc:docMk/>
            <pc:sldMk cId="915020623" sldId="317"/>
            <ac:spMk id="8" creationId="{3938B658-D021-35F9-6892-A3ED33D1AD8C}"/>
          </ac:spMkLst>
        </pc:spChg>
      </pc:sldChg>
    </pc:docChg>
  </pc:docChgLst>
  <pc:docChgLst>
    <pc:chgData name="Jeff DeRemer" userId="a37f3d2d141577c5" providerId="Windows Live" clId="Web-{78709633-10D0-46A9-B600-506D0A837346}"/>
    <pc:docChg chg="addSld modSld sldOrd modSection">
      <pc:chgData name="Jeff DeRemer" userId="a37f3d2d141577c5" providerId="Windows Live" clId="Web-{78709633-10D0-46A9-B600-506D0A837346}" dt="2023-09-01T19:50:15.938" v="312"/>
      <pc:docMkLst>
        <pc:docMk/>
      </pc:docMkLst>
      <pc:sldChg chg="ord">
        <pc:chgData name="Jeff DeRemer" userId="a37f3d2d141577c5" providerId="Windows Live" clId="Web-{78709633-10D0-46A9-B600-506D0A837346}" dt="2023-09-01T19:50:15.938" v="312"/>
        <pc:sldMkLst>
          <pc:docMk/>
          <pc:sldMk cId="3056689765" sldId="293"/>
        </pc:sldMkLst>
      </pc:sldChg>
      <pc:sldChg chg="modSp">
        <pc:chgData name="Jeff DeRemer" userId="a37f3d2d141577c5" providerId="Windows Live" clId="Web-{78709633-10D0-46A9-B600-506D0A837346}" dt="2023-09-01T19:48:46.809" v="311" actId="20577"/>
        <pc:sldMkLst>
          <pc:docMk/>
          <pc:sldMk cId="588049691" sldId="314"/>
        </pc:sldMkLst>
        <pc:spChg chg="mod">
          <ac:chgData name="Jeff DeRemer" userId="a37f3d2d141577c5" providerId="Windows Live" clId="Web-{78709633-10D0-46A9-B600-506D0A837346}" dt="2023-09-01T19:34:37.575" v="49" actId="20577"/>
          <ac:spMkLst>
            <pc:docMk/>
            <pc:sldMk cId="588049691" sldId="314"/>
            <ac:spMk id="2" creationId="{155F2CC8-9572-2144-062B-FABFE70C4A2C}"/>
          </ac:spMkLst>
        </pc:spChg>
        <pc:spChg chg="mod">
          <ac:chgData name="Jeff DeRemer" userId="a37f3d2d141577c5" providerId="Windows Live" clId="Web-{78709633-10D0-46A9-B600-506D0A837346}" dt="2023-09-01T19:48:46.809" v="311" actId="20577"/>
          <ac:spMkLst>
            <pc:docMk/>
            <pc:sldMk cId="588049691" sldId="314"/>
            <ac:spMk id="3" creationId="{8AED796B-6634-4BD1-1D8D-60652409EDCF}"/>
          </ac:spMkLst>
        </pc:spChg>
      </pc:sldChg>
      <pc:sldChg chg="modSp">
        <pc:chgData name="Jeff DeRemer" userId="a37f3d2d141577c5" providerId="Windows Live" clId="Web-{78709633-10D0-46A9-B600-506D0A837346}" dt="2023-09-01T19:36:33.407" v="116" actId="20577"/>
        <pc:sldMkLst>
          <pc:docMk/>
          <pc:sldMk cId="2417779818" sldId="319"/>
        </pc:sldMkLst>
        <pc:spChg chg="mod">
          <ac:chgData name="Jeff DeRemer" userId="a37f3d2d141577c5" providerId="Windows Live" clId="Web-{78709633-10D0-46A9-B600-506D0A837346}" dt="2023-09-01T19:36:33.407" v="116" actId="20577"/>
          <ac:spMkLst>
            <pc:docMk/>
            <pc:sldMk cId="2417779818" sldId="319"/>
            <ac:spMk id="3" creationId="{12EED0E7-EAC5-B55A-2374-3C8714688BAE}"/>
          </ac:spMkLst>
        </pc:spChg>
      </pc:sldChg>
      <pc:sldChg chg="modSp new">
        <pc:chgData name="Jeff DeRemer" userId="a37f3d2d141577c5" providerId="Windows Live" clId="Web-{78709633-10D0-46A9-B600-506D0A837346}" dt="2023-09-01T19:42:06.904" v="232" actId="20577"/>
        <pc:sldMkLst>
          <pc:docMk/>
          <pc:sldMk cId="1363589781" sldId="320"/>
        </pc:sldMkLst>
        <pc:spChg chg="mod">
          <ac:chgData name="Jeff DeRemer" userId="a37f3d2d141577c5" providerId="Windows Live" clId="Web-{78709633-10D0-46A9-B600-506D0A837346}" dt="2023-09-01T19:42:06.904" v="232" actId="20577"/>
          <ac:spMkLst>
            <pc:docMk/>
            <pc:sldMk cId="1363589781" sldId="320"/>
            <ac:spMk id="2" creationId="{07EF102E-E259-88DD-3AD0-39AA23C1E14E}"/>
          </ac:spMkLst>
        </pc:spChg>
        <pc:spChg chg="mod">
          <ac:chgData name="Jeff DeRemer" userId="a37f3d2d141577c5" providerId="Windows Live" clId="Web-{78709633-10D0-46A9-B600-506D0A837346}" dt="2023-09-01T19:39:57.430" v="226" actId="20577"/>
          <ac:spMkLst>
            <pc:docMk/>
            <pc:sldMk cId="1363589781" sldId="320"/>
            <ac:spMk id="3" creationId="{C04151B2-B1AD-2D0C-5740-3000E828F1A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2023 - Charon Software - All Rights Reserved 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2023 - Charon Software - All Rights Reserved 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2023 - Charon Software - All Rights Reserved 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2023 - Charon Software - All Rights Reserved 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2023 - Charon Software - All Rights Reserved 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2023 - Charon Software - All Rights Reserved 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2023 - Charon Software - All Rights Reserved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2023 - Charon Software - All Rights Reserved 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2023 - Charon Software - All Rights Reserved 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2023 - Charon Software - All Rights Reserved 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2023 - Charon Software - All Rights Reserved 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9/2/2023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2023 - Charon Software - All Rights Reserved 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7CBD6-C984-0C2F-ECC3-D8C1690F2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 Light"/>
              </a:rPr>
              <a:t>Intro to up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D610BA-9A63-41EF-B8B1-0FC87E69C2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cs typeface="Calibri"/>
              </a:rPr>
              <a:t>Excited about all-things-up</a:t>
            </a:r>
          </a:p>
          <a:p>
            <a:r>
              <a:rPr lang="en-US">
                <a:cs typeface="Calibri"/>
              </a:rPr>
              <a:t>Other people's ideas are nothing more than "Point A to Point B". </a:t>
            </a:r>
          </a:p>
          <a:p>
            <a:pPr lvl="1"/>
            <a:r>
              <a:rPr lang="en-US">
                <a:cs typeface="Calibri"/>
              </a:rPr>
              <a:t>Our infrastructure </a:t>
            </a:r>
            <a:r>
              <a:rPr lang="en-US" b="1" i="1">
                <a:cs typeface="Calibri"/>
              </a:rPr>
              <a:t>IS</a:t>
            </a:r>
            <a:r>
              <a:rPr lang="en-US">
                <a:cs typeface="Calibri"/>
              </a:rPr>
              <a:t> "Point B"</a:t>
            </a:r>
          </a:p>
          <a:p>
            <a:r>
              <a:rPr lang="en-US">
                <a:cs typeface="Calibri"/>
              </a:rPr>
              <a:t>If we can do this; I am confident, we can </a:t>
            </a:r>
            <a:r>
              <a:rPr lang="en-US" b="1">
                <a:cs typeface="Calibri"/>
              </a:rPr>
              <a:t>Tackle Climate Change</a:t>
            </a:r>
            <a:endParaRPr lang="en-US">
              <a:cs typeface="Calibri"/>
            </a:endParaRPr>
          </a:p>
          <a:p>
            <a:pPr lvl="1"/>
            <a:r>
              <a:rPr lang="en-US">
                <a:cs typeface="Calibri"/>
              </a:rPr>
              <a:t>Pods / </a:t>
            </a:r>
            <a:r>
              <a:rPr lang="en-US" i="1">
                <a:cs typeface="Calibri"/>
              </a:rPr>
              <a:t>your</a:t>
            </a:r>
            <a:r>
              <a:rPr lang="en-US">
                <a:cs typeface="Calibri"/>
              </a:rPr>
              <a:t> piece of the "flying cars"</a:t>
            </a:r>
          </a:p>
          <a:p>
            <a:pPr lvl="1"/>
            <a:r>
              <a:rPr lang="en-US">
                <a:cs typeface="Calibri"/>
              </a:rPr>
              <a:t>Gliders / other mobility units ("Chassis") </a:t>
            </a:r>
          </a:p>
          <a:p>
            <a:pPr lvl="1"/>
            <a:r>
              <a:rPr lang="en-US">
                <a:cs typeface="Calibri"/>
              </a:rPr>
              <a:t>Buses – Small &amp; Large</a:t>
            </a:r>
          </a:p>
          <a:p>
            <a:pPr lvl="1"/>
            <a:r>
              <a:rPr lang="en-US">
                <a:cs typeface="Calibri"/>
              </a:rPr>
              <a:t>Space Elevator / Shipyard</a:t>
            </a:r>
          </a:p>
          <a:p>
            <a:pPr lvl="2">
              <a:buFont typeface="Calibri" panose="020B0604020202020204" pitchFamily="34" charset="0"/>
              <a:buChar char="-"/>
            </a:pPr>
            <a:r>
              <a:rPr lang="en-US">
                <a:cs typeface="Calibri"/>
              </a:rPr>
              <a:t>AND - </a:t>
            </a:r>
          </a:p>
          <a:p>
            <a:pPr lvl="1"/>
            <a:r>
              <a:rPr lang="en-US">
                <a:cs typeface="Calibri"/>
              </a:rPr>
              <a:t>Ice Halo! Let's actually get all of this started, using this one right there!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1994FE-6841-9ECB-65EA-96674D8D2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2023 - Charon Software - All Rights Reserved 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B6F724-1919-52B1-2866-0A43DA799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1042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10C24-5063-9A08-6EF6-CE8367BBC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 Light"/>
              </a:rPr>
              <a:t>Flying Cars – 1) Pods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4EAD4E-0DEF-F3E3-2CD3-304D0D8776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lvl="1"/>
            <a:r>
              <a:rPr lang="en-US">
                <a:cs typeface="Calibri"/>
              </a:rPr>
              <a:t>My Own Space - No "Wet Spot"</a:t>
            </a:r>
            <a:endParaRPr lang="en-US"/>
          </a:p>
          <a:p>
            <a:pPr lvl="1"/>
            <a:r>
              <a:rPr lang="en-US">
                <a:cs typeface="Calibri" panose="020F0502020204030204"/>
              </a:rPr>
              <a:t>A place to confidently leave my stuff.. </a:t>
            </a:r>
            <a:endParaRPr lang="en-US"/>
          </a:p>
          <a:p>
            <a:pPr lvl="1"/>
            <a:r>
              <a:rPr lang="en-US">
                <a:cs typeface="Calibri" panose="020F0502020204030204"/>
              </a:rPr>
              <a:t>Affordable - (like daily transportation)</a:t>
            </a:r>
          </a:p>
          <a:p>
            <a:pPr lvl="1"/>
            <a:r>
              <a:rPr lang="en-US">
                <a:cs typeface="Calibri" panose="020F0502020204030204"/>
              </a:rPr>
              <a:t>With an option of special occasions (like renting a race car)</a:t>
            </a:r>
          </a:p>
          <a:p>
            <a:r>
              <a:rPr lang="en-US">
                <a:cs typeface="Calibri" panose="020F0502020204030204"/>
              </a:rPr>
              <a:t>Sizing Standards [A, B, C, etc.] (like batteries)</a:t>
            </a:r>
          </a:p>
          <a:p>
            <a:pPr lvl="1"/>
            <a:r>
              <a:rPr lang="en-US">
                <a:cs typeface="Calibri" panose="020F0502020204030204"/>
              </a:rPr>
              <a:t>Small like a Smart car / medium like "efficiency" apt / large like home-sized</a:t>
            </a:r>
          </a:p>
          <a:p>
            <a:r>
              <a:rPr lang="en-US">
                <a:cs typeface="Calibri" panose="020F0502020204030204"/>
              </a:rPr>
              <a:t>Safety vs. Mobility Spectrum .. </a:t>
            </a:r>
          </a:p>
          <a:p>
            <a:pPr lvl="1"/>
            <a:r>
              <a:rPr lang="en-US">
                <a:cs typeface="Calibri" panose="020F0502020204030204"/>
              </a:rPr>
              <a:t>Doing 2mph on the ground? -- bamboo is fine </a:t>
            </a:r>
          </a:p>
          <a:p>
            <a:pPr lvl="1"/>
            <a:r>
              <a:rPr lang="en-US">
                <a:cs typeface="Calibri" panose="020F0502020204030204"/>
              </a:rPr>
              <a:t>Doing 200mph in the air?  -- safety-engineered version</a:t>
            </a:r>
          </a:p>
          <a:p>
            <a:r>
              <a:rPr lang="en-US">
                <a:cs typeface="Calibri" panose="020F0502020204030204"/>
              </a:rPr>
              <a:t>Ratings [Land, Sea, Air] 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D89070-8C3D-0DD3-1D34-EFD191473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DC56BE-44DA-C666-A9D6-861E716E6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2023 - Charon Software - All Rights Reserved </a:t>
            </a:r>
          </a:p>
        </p:txBody>
      </p:sp>
    </p:spTree>
    <p:extLst>
      <p:ext uri="{BB962C8B-B14F-4D97-AF65-F5344CB8AC3E}">
        <p14:creationId xmlns:p14="http://schemas.microsoft.com/office/powerpoint/2010/main" val="15370621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831FD-D532-CC05-3979-A33DE6AA6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 Light"/>
              </a:rPr>
              <a:t>Gliders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7476CC-B0F5-EBA0-A09C-F0614C089C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7560" y="1825625"/>
            <a:ext cx="10515600" cy="4351338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US">
                <a:cs typeface="Calibri"/>
              </a:rPr>
              <a:t>Gliders are mobility units, minus the engines</a:t>
            </a:r>
          </a:p>
          <a:p>
            <a:pPr lvl="1"/>
            <a:r>
              <a:rPr lang="en-US">
                <a:cs typeface="Calibri"/>
              </a:rPr>
              <a:t>I can't wait for something better than a roller coaster, in my own personal pod</a:t>
            </a:r>
          </a:p>
          <a:p>
            <a:pPr lvl="1"/>
            <a:r>
              <a:rPr lang="en-US">
                <a:cs typeface="Calibri"/>
              </a:rPr>
              <a:t>I am so excited to get queued for take-off at 7:45 for an 8:00 pm sunset, and an hour's glide ride</a:t>
            </a:r>
            <a:endParaRPr lang="en-US">
              <a:ea typeface="Calibri"/>
              <a:cs typeface="Calibri"/>
            </a:endParaRPr>
          </a:p>
          <a:p>
            <a:r>
              <a:rPr lang="en-US">
                <a:cs typeface="Calibri"/>
              </a:rPr>
              <a:t>Powering / launching: </a:t>
            </a:r>
          </a:p>
          <a:p>
            <a:pPr lvl="1"/>
            <a:r>
              <a:rPr lang="en-US">
                <a:cs typeface="Calibri"/>
              </a:rPr>
              <a:t>Some gas engine? Some slingshot? Some railgun? Some high pressure in an air tunnel*? </a:t>
            </a:r>
            <a:endParaRPr lang="en-US"/>
          </a:p>
          <a:p>
            <a:pPr lvl="1"/>
            <a:r>
              <a:rPr lang="en-US">
                <a:cs typeface="Calibri"/>
              </a:rPr>
              <a:t>That last being the most exciting – if we can produce that along a ridgeline of a mountain?? We could potentially find a new means of launching... </a:t>
            </a:r>
            <a:endParaRPr lang="en-US">
              <a:ea typeface="Calibri"/>
              <a:cs typeface="Calibri"/>
            </a:endParaRPr>
          </a:p>
          <a:p>
            <a:pPr lvl="1"/>
            <a:r>
              <a:rPr lang="en-US">
                <a:cs typeface="Calibri"/>
              </a:rPr>
              <a:t>Maybe there are some engineers out there, who are also excited to explore this new means of both fun &amp; mobility </a:t>
            </a:r>
          </a:p>
          <a:p>
            <a:r>
              <a:rPr lang="en-US">
                <a:cs typeface="Calibri"/>
              </a:rPr>
              <a:t>Achieve maximum speed &amp; height, then autonomous glide</a:t>
            </a:r>
            <a:endParaRPr lang="en-US">
              <a:ea typeface="Calibri"/>
              <a:cs typeface="Calibri"/>
            </a:endParaRPr>
          </a:p>
          <a:p>
            <a:r>
              <a:rPr lang="en-US">
                <a:cs typeface="Calibri"/>
              </a:rPr>
              <a:t>Either return to that same location, or go to the next location, for more adventures, tomorrow</a:t>
            </a:r>
            <a:endParaRPr lang="en-US">
              <a:solidFill>
                <a:srgbClr val="000000"/>
              </a:solidFill>
              <a:cs typeface="Calibri"/>
            </a:endParaRPr>
          </a:p>
          <a:p>
            <a:r>
              <a:rPr lang="en-US">
                <a:cs typeface="Calibri"/>
              </a:rPr>
              <a:t>Always a new sunrise</a:t>
            </a:r>
            <a:endParaRPr lang="en-US" strike="sngStrike">
              <a:solidFill>
                <a:srgbClr val="FF0000"/>
              </a:solidFill>
              <a:ea typeface="Calibri"/>
              <a:cs typeface="Calibri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4FE8B4-A9D5-EB53-D172-68FE5E6F1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1E69F4-B17C-130E-8CAD-A03F60D78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2023 - Charon Software - All Rights Reserved </a:t>
            </a:r>
          </a:p>
        </p:txBody>
      </p:sp>
    </p:spTree>
    <p:extLst>
      <p:ext uri="{BB962C8B-B14F-4D97-AF65-F5344CB8AC3E}">
        <p14:creationId xmlns:p14="http://schemas.microsoft.com/office/powerpoint/2010/main" val="36281893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A472B-B6FE-1E36-BAAA-CEFDE0D6E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5285"/>
            <a:ext cx="10515600" cy="1325563"/>
          </a:xfrm>
        </p:spPr>
        <p:txBody>
          <a:bodyPr/>
          <a:lstStyle/>
          <a:p>
            <a:r>
              <a:rPr lang="en-US">
                <a:cs typeface="Calibri Light"/>
              </a:rPr>
              <a:t>Flying Cars 2) 'Chassis' / Mobility - Design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A58D88-1C41-4DB8-50F5-C0148DF26D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5328"/>
            <a:ext cx="10515600" cy="435133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>
                <a:cs typeface="Calibri"/>
              </a:rPr>
              <a:t>imagine a Box truck, but your Pod would be the "box"</a:t>
            </a:r>
            <a:endParaRPr lang="en-US"/>
          </a:p>
          <a:p>
            <a:r>
              <a:rPr lang="en-US">
                <a:cs typeface="Calibri"/>
              </a:rPr>
              <a:t>We are going to apply the "box-truck" concept to flying cars</a:t>
            </a:r>
          </a:p>
          <a:p>
            <a:pPr lvl="1"/>
            <a:r>
              <a:rPr lang="en-US">
                <a:cs typeface="Calibri"/>
              </a:rPr>
              <a:t>Hopefully – also to water, land, etc. </a:t>
            </a:r>
          </a:p>
          <a:p>
            <a:r>
              <a:rPr lang="en-US">
                <a:cs typeface="Calibri"/>
              </a:rPr>
              <a:t>Similar also to trains, with 6-8 small Pods / 2-3 "efficiencies" on each</a:t>
            </a:r>
            <a:endParaRPr lang="en-US">
              <a:ea typeface="Calibri" panose="020F0502020204030204"/>
              <a:cs typeface="Calibri"/>
            </a:endParaRPr>
          </a:p>
          <a:p>
            <a:r>
              <a:rPr lang="en-US">
                <a:cs typeface="Calibri"/>
              </a:rPr>
              <a:t>"Modular" / "Lego"-</a:t>
            </a:r>
            <a:r>
              <a:rPr lang="en-US" err="1">
                <a:cs typeface="Calibri"/>
              </a:rPr>
              <a:t>esque</a:t>
            </a:r>
            <a:r>
              <a:rPr lang="en-US">
                <a:cs typeface="Calibri"/>
              </a:rPr>
              <a:t> "Shoebox" | "cubby" design</a:t>
            </a:r>
          </a:p>
          <a:p>
            <a:pPr lvl="1"/>
            <a:r>
              <a:rPr lang="en-US">
                <a:cs typeface="Calibri"/>
              </a:rPr>
              <a:t>designed </a:t>
            </a:r>
            <a:r>
              <a:rPr lang="en-US" i="1">
                <a:cs typeface="Calibri"/>
              </a:rPr>
              <a:t>around</a:t>
            </a:r>
            <a:r>
              <a:rPr lang="en-US">
                <a:cs typeface="Calibri"/>
              </a:rPr>
              <a:t> the sizes of Pods [A, B, C, etc.]</a:t>
            </a:r>
            <a:endParaRPr lang="en-US">
              <a:ea typeface="Calibri"/>
              <a:cs typeface="Calibri"/>
            </a:endParaRPr>
          </a:p>
          <a:p>
            <a:r>
              <a:rPr lang="en-US" sz="2400">
                <a:ea typeface="Calibri"/>
                <a:cs typeface="Calibri"/>
              </a:rPr>
              <a:t>Three rules; 1) Redundancy 2) Redundancy 3) Redundancy</a:t>
            </a:r>
          </a:p>
          <a:p>
            <a:r>
              <a:rPr lang="en-US">
                <a:ea typeface="Calibri"/>
                <a:cs typeface="Calibri"/>
              </a:rPr>
              <a:t>No ownership / internationally operated</a:t>
            </a:r>
            <a:endParaRPr lang="en-US"/>
          </a:p>
          <a:p>
            <a:pPr lvl="1"/>
            <a:r>
              <a:rPr lang="en-US">
                <a:ea typeface="Calibri"/>
                <a:cs typeface="Calibri"/>
              </a:rPr>
              <a:t>More on that in the "Buses" section</a:t>
            </a:r>
          </a:p>
          <a:p>
            <a:r>
              <a:rPr lang="en-US">
                <a:ea typeface="Calibri"/>
                <a:cs typeface="Calibri"/>
              </a:rPr>
              <a:t>All 'Chauffeured' (as opposed to individually controlled) </a:t>
            </a: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0FC876-883E-BE6F-3BFD-F214802D0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290706-B6E4-DF05-C600-46541FB00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2023 - Charon Software - All Rights Reserved </a:t>
            </a:r>
          </a:p>
        </p:txBody>
      </p:sp>
    </p:spTree>
    <p:extLst>
      <p:ext uri="{BB962C8B-B14F-4D97-AF65-F5344CB8AC3E}">
        <p14:creationId xmlns:p14="http://schemas.microsoft.com/office/powerpoint/2010/main" val="18624611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5C418-6360-87D7-B716-504F48CE6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 Light"/>
              </a:rPr>
              <a:t>Flying Cars  - Buses –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35C628-9ED1-48A4-98A5-A82E356692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>
                <a:cs typeface="Calibri"/>
              </a:rPr>
              <a:t>Infrastructure, with multiple sizes &amp; types of "cubbies", for different sized Pods</a:t>
            </a:r>
          </a:p>
          <a:p>
            <a:r>
              <a:rPr lang="en-US" sz="2400">
                <a:cs typeface="Calibri"/>
              </a:rPr>
              <a:t>From single-use yachts to a cruise ships for thousands</a:t>
            </a:r>
          </a:p>
          <a:p>
            <a:pPr lvl="1"/>
            <a:r>
              <a:rPr lang="en-US">
                <a:cs typeface="Calibri"/>
              </a:rPr>
              <a:t>Personal like a yacht – still not "owned"</a:t>
            </a:r>
            <a:endParaRPr lang="en-US">
              <a:ea typeface="Calibri"/>
              <a:cs typeface="Calibri"/>
            </a:endParaRPr>
          </a:p>
          <a:p>
            <a:pPr lvl="1"/>
            <a:r>
              <a:rPr lang="en-US">
                <a:cs typeface="Calibri"/>
              </a:rPr>
              <a:t>Airplane – a dozen or two folks, all headed in the same direction</a:t>
            </a:r>
            <a:endParaRPr lang="en-US">
              <a:ea typeface="Calibri"/>
              <a:cs typeface="Calibri"/>
            </a:endParaRPr>
          </a:p>
          <a:p>
            <a:pPr lvl="1"/>
            <a:r>
              <a:rPr lang="en-US">
                <a:cs typeface="Calibri"/>
              </a:rPr>
              <a:t>Huge -- Local – like apartment complexes / parks for one place</a:t>
            </a:r>
            <a:endParaRPr lang="en-US">
              <a:ea typeface="Calibri"/>
              <a:cs typeface="Calibri"/>
            </a:endParaRPr>
          </a:p>
          <a:p>
            <a:pPr lvl="1"/>
            <a:r>
              <a:rPr lang="en-US">
                <a:cs typeface="Calibri"/>
              </a:rPr>
              <a:t>Huge -- Express – hybrid of cruise ships and cargo ships</a:t>
            </a:r>
          </a:p>
          <a:p>
            <a:endParaRPr lang="en-US" sz="2400">
              <a:ea typeface="Calibri"/>
              <a:cs typeface="Calibri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A0A5F9-3409-F5F2-C0F3-58645AB18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2ADD7B-25BC-52F5-2359-6AB3F29A4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2023 - Charon Software - All Rights Reserved </a:t>
            </a:r>
          </a:p>
        </p:txBody>
      </p:sp>
    </p:spTree>
    <p:extLst>
      <p:ext uri="{BB962C8B-B14F-4D97-AF65-F5344CB8AC3E}">
        <p14:creationId xmlns:p14="http://schemas.microsoft.com/office/powerpoint/2010/main" val="16044631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215B2-DF99-3E84-7238-F0D2E5D50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 Light"/>
              </a:rPr>
              <a:t>Flying Cars – Buses – Hulls &amp; Balloons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BAC2CE-B759-65A2-A9AA-973000EA0D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>
                <a:cs typeface="Calibri"/>
              </a:rPr>
              <a:t>Same three rules about Redundancy</a:t>
            </a:r>
          </a:p>
          <a:p>
            <a:pPr lvl="1"/>
            <a:r>
              <a:rPr lang="en-US" sz="2000">
                <a:cs typeface="Calibri"/>
              </a:rPr>
              <a:t>If the titanic had been designed with </a:t>
            </a:r>
            <a:r>
              <a:rPr lang="en-US" sz="2000" i="1">
                <a:cs typeface="Calibri"/>
              </a:rPr>
              <a:t>redundancy</a:t>
            </a:r>
            <a:r>
              <a:rPr lang="en-US" sz="2000">
                <a:cs typeface="Calibri"/>
              </a:rPr>
              <a:t> as the </a:t>
            </a:r>
            <a:r>
              <a:rPr lang="en-US" sz="2000" i="1">
                <a:cs typeface="Calibri"/>
              </a:rPr>
              <a:t>Core</a:t>
            </a:r>
            <a:r>
              <a:rPr lang="en-US" sz="2000">
                <a:cs typeface="Calibri"/>
              </a:rPr>
              <a:t> principle; even when 3/8ths got smashed by an iceberg, 5/8ths should have been fully functioning "segments"</a:t>
            </a:r>
          </a:p>
          <a:p>
            <a:pPr lvl="1"/>
            <a:r>
              <a:rPr lang="en-US" sz="2000">
                <a:cs typeface="Calibri"/>
              </a:rPr>
              <a:t>Extend that kind of thinking</a:t>
            </a:r>
          </a:p>
          <a:p>
            <a:r>
              <a:rPr lang="en-US" sz="2400">
                <a:cs typeface="Calibri"/>
              </a:rPr>
              <a:t>Segments are loaded with hydrogen "balloons" which can be inflated / deflated to change elevation</a:t>
            </a:r>
            <a:endParaRPr lang="en-US" sz="2400">
              <a:ea typeface="Calibri"/>
              <a:cs typeface="Calibri"/>
            </a:endParaRPr>
          </a:p>
          <a:p>
            <a:r>
              <a:rPr lang="en-US" sz="2400">
                <a:cs typeface="Calibri"/>
              </a:rPr>
              <a:t>Segments are then flooded with Nitrogen, between the balloons</a:t>
            </a:r>
          </a:p>
          <a:p>
            <a:r>
              <a:rPr lang="en-US" sz="2400">
                <a:cs typeface="Calibri"/>
              </a:rPr>
              <a:t>Even if a balloon leaks; the contents of the segments get cycled regularly – leak can be identified, corrected, never cause a problem.. even if an entire segment needs to be replaced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58BE83-AD4F-8A1F-5126-6DD223B50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869D12-DCC8-9DB1-B0BE-0E33D62FC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2023 - Charon Software - All Rights Reserved </a:t>
            </a:r>
          </a:p>
        </p:txBody>
      </p:sp>
    </p:spTree>
    <p:extLst>
      <p:ext uri="{BB962C8B-B14F-4D97-AF65-F5344CB8AC3E}">
        <p14:creationId xmlns:p14="http://schemas.microsoft.com/office/powerpoint/2010/main" val="28034211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CAF6B-2713-2BF8-D39E-F92F43D74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 Light"/>
              </a:rPr>
              <a:t>Flying Cars  - 3) Buses – Worries [Operation]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9D0DB0-413D-C8AB-1A23-F9C01F950E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cs typeface="Calibri"/>
              </a:rPr>
              <a:t>No ownership of these things.. </a:t>
            </a:r>
          </a:p>
          <a:p>
            <a:pPr lvl="1"/>
            <a:r>
              <a:rPr lang="en-US">
                <a:cs typeface="Calibri"/>
              </a:rPr>
              <a:t>We saw the reactions to spy balloons. </a:t>
            </a:r>
          </a:p>
          <a:p>
            <a:pPr lvl="2"/>
            <a:r>
              <a:rPr lang="en-US">
                <a:cs typeface="Calibri"/>
              </a:rPr>
              <a:t>Those were helium</a:t>
            </a:r>
          </a:p>
          <a:p>
            <a:pPr lvl="2"/>
            <a:r>
              <a:rPr lang="en-US">
                <a:cs typeface="Calibri"/>
              </a:rPr>
              <a:t>And small</a:t>
            </a:r>
            <a:endParaRPr lang="en-US">
              <a:ea typeface="Calibri"/>
              <a:cs typeface="Calibri"/>
            </a:endParaRPr>
          </a:p>
          <a:p>
            <a:pPr lvl="2"/>
            <a:r>
              <a:rPr lang="en-US">
                <a:cs typeface="Calibri"/>
              </a:rPr>
              <a:t>We can't get shot down </a:t>
            </a:r>
          </a:p>
          <a:p>
            <a:pPr lvl="1"/>
            <a:r>
              <a:rPr lang="en-US" sz="2100">
                <a:cs typeface="Calibri"/>
              </a:rPr>
              <a:t>A million reasons – we need to prevent misuse</a:t>
            </a:r>
          </a:p>
          <a:p>
            <a:pPr lvl="2"/>
            <a:r>
              <a:rPr lang="en-US">
                <a:cs typeface="Calibri"/>
              </a:rPr>
              <a:t>no disgruntled former employees</a:t>
            </a:r>
          </a:p>
          <a:p>
            <a:pPr lvl="2"/>
            <a:r>
              <a:rPr lang="en-US">
                <a:cs typeface="Calibri"/>
              </a:rPr>
              <a:t>no Spying</a:t>
            </a:r>
          </a:p>
          <a:p>
            <a:pPr lvl="2"/>
            <a:r>
              <a:rPr lang="en-US">
                <a:cs typeface="Calibri"/>
              </a:rPr>
              <a:t>No jihad </a:t>
            </a:r>
          </a:p>
          <a:p>
            <a:pPr lvl="2"/>
            <a:r>
              <a:rPr lang="en-US">
                <a:cs typeface="Calibri"/>
              </a:rPr>
              <a:t>There's a million examples... 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121D71-457D-B5D7-DF0B-0463AAB3B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7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2C4D28-35A4-EFC8-7012-128C4440D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2023 - Charon Software - All Rights Reserved </a:t>
            </a:r>
          </a:p>
        </p:txBody>
      </p:sp>
    </p:spTree>
    <p:extLst>
      <p:ext uri="{BB962C8B-B14F-4D97-AF65-F5344CB8AC3E}">
        <p14:creationId xmlns:p14="http://schemas.microsoft.com/office/powerpoint/2010/main" val="7504749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F102E-E259-88DD-3AD0-39AA23C1E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 Light"/>
              </a:rPr>
              <a:t>"ice halo" - tackle global warming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4151B2-B1AD-2D0C-5740-3000E828F1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cs typeface="Calibri"/>
              </a:rPr>
              <a:t>One the number one crises facing humanity right now is Global Warming. We </a:t>
            </a:r>
            <a:r>
              <a:rPr lang="en-US" i="1">
                <a:cs typeface="Calibri"/>
              </a:rPr>
              <a:t>must</a:t>
            </a:r>
            <a:r>
              <a:rPr lang="en-US">
                <a:cs typeface="Calibri"/>
              </a:rPr>
              <a:t> "turn down the thermostat"</a:t>
            </a:r>
          </a:p>
          <a:p>
            <a:r>
              <a:rPr lang="en-US">
                <a:cs typeface="Calibri"/>
              </a:rPr>
              <a:t>A major symptom has been the disappearance of the Arctic ice caps</a:t>
            </a:r>
          </a:p>
          <a:p>
            <a:r>
              <a:rPr lang="en-US">
                <a:cs typeface="Calibri"/>
              </a:rPr>
              <a:t>To supplement their important reflective ability, I'd like to experiment w propulsion in upper atmosphere</a:t>
            </a:r>
          </a:p>
          <a:p>
            <a:pPr lvl="1"/>
            <a:r>
              <a:rPr lang="en-US">
                <a:cs typeface="Calibri"/>
              </a:rPr>
              <a:t>Blast ribbons of steam – very wide contrails, lasting potentially hours</a:t>
            </a:r>
          </a:p>
          <a:p>
            <a:r>
              <a:rPr lang="en-US">
                <a:cs typeface="Calibri"/>
              </a:rPr>
              <a:t>We can actually get started w this relatively quickly. Although we are designing this around propulsion for the Buses, it's important to note that we can sell bus rides </a:t>
            </a:r>
            <a:r>
              <a:rPr lang="en-US" i="1">
                <a:cs typeface="Calibri" panose="020F0502020204030204"/>
              </a:rPr>
              <a:t>and</a:t>
            </a:r>
            <a:r>
              <a:rPr lang="en-US">
                <a:cs typeface="Calibri" panose="020F0502020204030204"/>
              </a:rPr>
              <a:t> save the planet</a:t>
            </a:r>
          </a:p>
          <a:p>
            <a:pPr lvl="1"/>
            <a:r>
              <a:rPr lang="en-US">
                <a:cs typeface="Calibri" panose="020F0502020204030204"/>
              </a:rPr>
              <a:t>Your "Vacation" is humanity's "Salvation" :) 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3C9EAA-CE95-3CC8-65B8-D1D352999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2023 - Charon Software - All Rights Reserved 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C99827-50E2-B8AE-DBDA-28A8E174E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5897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9CDF3-6BE5-B6C7-68A2-D0BFEE530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 Light"/>
              </a:rPr>
              <a:t>Space Elevator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233C5D-AE6E-EE9D-E247-48CB088754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>
                <a:cs typeface="Calibri"/>
              </a:rPr>
              <a:t>I don't </a:t>
            </a:r>
            <a:r>
              <a:rPr lang="en-US" i="1">
                <a:cs typeface="Calibri"/>
              </a:rPr>
              <a:t>just</a:t>
            </a:r>
            <a:r>
              <a:rPr lang="en-US">
                <a:cs typeface="Calibri"/>
              </a:rPr>
              <a:t> dream of flying cars, I want to accelerate the process of moving humanity forward on its quest to explore outer space </a:t>
            </a:r>
          </a:p>
          <a:p>
            <a:r>
              <a:rPr lang="en-US">
                <a:cs typeface="Calibri"/>
              </a:rPr>
              <a:t>This is a very long term consideration :) </a:t>
            </a:r>
            <a:endParaRPr lang="en-US"/>
          </a:p>
          <a:p>
            <a:r>
              <a:rPr lang="en-US">
                <a:cs typeface="Calibri"/>
              </a:rPr>
              <a:t>I don't see </a:t>
            </a:r>
            <a:r>
              <a:rPr lang="en-US" i="1">
                <a:cs typeface="Calibri"/>
              </a:rPr>
              <a:t>rockets</a:t>
            </a:r>
            <a:r>
              <a:rPr lang="en-US">
                <a:cs typeface="Calibri"/>
              </a:rPr>
              <a:t> as the </a:t>
            </a:r>
            <a:r>
              <a:rPr lang="en-US" i="1">
                <a:cs typeface="Calibri"/>
              </a:rPr>
              <a:t>right</a:t>
            </a:r>
            <a:r>
              <a:rPr lang="en-US">
                <a:cs typeface="Calibri"/>
              </a:rPr>
              <a:t> way of getting into space </a:t>
            </a:r>
          </a:p>
          <a:p>
            <a:r>
              <a:rPr lang="en-US">
                <a:cs typeface="Calibri"/>
              </a:rPr>
              <a:t>I want to explore launching from a platform that is </a:t>
            </a:r>
            <a:r>
              <a:rPr lang="en-US" i="1">
                <a:cs typeface="Calibri"/>
              </a:rPr>
              <a:t>already</a:t>
            </a:r>
            <a:r>
              <a:rPr lang="en-US">
                <a:cs typeface="Calibri"/>
              </a:rPr>
              <a:t> as close as possible to the upper reaches of the stratosphere</a:t>
            </a:r>
          </a:p>
          <a:p>
            <a:r>
              <a:rPr lang="en-US">
                <a:cs typeface="Calibri"/>
              </a:rPr>
              <a:t>Create 1,000 or so "platforms" / "stages", each engineered uniquely for each level of the atmosphere</a:t>
            </a:r>
            <a:endParaRPr lang="en-US">
              <a:ea typeface="Calibri"/>
              <a:cs typeface="Calibri"/>
            </a:endParaRPr>
          </a:p>
          <a:p>
            <a:r>
              <a:rPr lang="en-US">
                <a:cs typeface="Calibri"/>
              </a:rPr>
              <a:t>Their 1 design spec; stay put, regardless of temperature and wind changes </a:t>
            </a:r>
            <a:endParaRPr lang="en-US" strike="sngStrike">
              <a:solidFill>
                <a:srgbClr val="FF0000"/>
              </a:solidFill>
              <a:cs typeface="Calibri"/>
            </a:endParaRPr>
          </a:p>
          <a:p>
            <a:pPr marL="0" indent="0">
              <a:buNone/>
            </a:pPr>
            <a:endParaRPr lang="en-US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57540C-A4F5-4BE7-DC8E-E05DD2425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ADA8C5-857F-3D76-2AC7-8062B797C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2023 - Charon Software - All Rights Reserved </a:t>
            </a:r>
          </a:p>
        </p:txBody>
      </p:sp>
    </p:spTree>
    <p:extLst>
      <p:ext uri="{BB962C8B-B14F-4D97-AF65-F5344CB8AC3E}">
        <p14:creationId xmlns:p14="http://schemas.microsoft.com/office/powerpoint/2010/main" val="11126120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AA95C-DED5-3E53-CD9A-C04D628DF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cs typeface="Calibri Light"/>
              </a:rPr>
              <a:t>Shipyard on top of the stratosphere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3A48AF-984B-687B-AB99-A4749E13FE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cs typeface="Calibri"/>
              </a:rPr>
              <a:t>The largest &amp; top-most of the sections of the Space Elevator </a:t>
            </a:r>
            <a:endParaRPr lang="en-US">
              <a:ea typeface="Calibri"/>
              <a:cs typeface="Calibri"/>
            </a:endParaRPr>
          </a:p>
          <a:p>
            <a:r>
              <a:rPr lang="en-US">
                <a:cs typeface="Calibri"/>
              </a:rPr>
              <a:t>Float a massive "boat" - which is also a ship yard - as close to the top of the stratosphere as possible.. (50 km is top – 30-40 km?)</a:t>
            </a:r>
            <a:endParaRPr lang="en-US">
              <a:ea typeface="Calibri"/>
              <a:cs typeface="Calibri"/>
            </a:endParaRPr>
          </a:p>
          <a:p>
            <a:r>
              <a:rPr lang="en-US">
                <a:cs typeface="Calibri"/>
              </a:rPr>
              <a:t>Strato-Boats</a:t>
            </a:r>
          </a:p>
          <a:p>
            <a:pPr lvl="1"/>
            <a:r>
              <a:rPr lang="en-US">
                <a:cs typeface="Calibri"/>
              </a:rPr>
              <a:t>Construct rigid bodies from extremely lightweight materials</a:t>
            </a:r>
            <a:endParaRPr lang="en-US">
              <a:ea typeface="Calibri"/>
              <a:cs typeface="Calibri"/>
            </a:endParaRPr>
          </a:p>
          <a:p>
            <a:pPr lvl="1"/>
            <a:r>
              <a:rPr lang="en-US">
                <a:cs typeface="Calibri"/>
              </a:rPr>
              <a:t>Empty their hulls.. When they fall back on top of the stratosphere – no matter how thin at the top – they should float</a:t>
            </a:r>
            <a:endParaRPr lang="en-US">
              <a:ea typeface="Calibri"/>
              <a:cs typeface="Calibri"/>
            </a:endParaRPr>
          </a:p>
          <a:p>
            <a:pPr lvl="1"/>
            <a:r>
              <a:rPr lang="en-US">
                <a:cs typeface="Calibri"/>
              </a:rPr>
              <a:t>"Void-based displacement" should 100% be feasible! - </a:t>
            </a:r>
            <a:r>
              <a:rPr lang="en-US" b="1">
                <a:cs typeface="Calibri"/>
              </a:rPr>
              <a:t>I can't wait</a:t>
            </a:r>
            <a:r>
              <a:rPr lang="en-US">
                <a:cs typeface="Calibri"/>
              </a:rPr>
              <a:t> to have a boat that floats because of [NULL] </a:t>
            </a:r>
            <a:endParaRPr lang="en-US">
              <a:ea typeface="Calibri"/>
              <a:cs typeface="Calibri"/>
            </a:endParaRPr>
          </a:p>
          <a:p>
            <a:r>
              <a:rPr lang="en-US">
                <a:cs typeface="Calibri"/>
              </a:rPr>
              <a:t>"Dear Billionaire class: </a:t>
            </a:r>
            <a:r>
              <a:rPr lang="en-US" i="1">
                <a:cs typeface="Calibri"/>
              </a:rPr>
              <a:t>These </a:t>
            </a:r>
            <a:r>
              <a:rPr lang="en-US">
                <a:cs typeface="Calibri"/>
              </a:rPr>
              <a:t>are the yachts you want!"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D54B36-77F9-DBC1-AF28-EE1902A3F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201679-3D19-BC41-E12C-8AA183CA0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2023 - Charon Software - All Rights Reserved </a:t>
            </a:r>
          </a:p>
        </p:txBody>
      </p:sp>
    </p:spTree>
    <p:extLst>
      <p:ext uri="{BB962C8B-B14F-4D97-AF65-F5344CB8AC3E}">
        <p14:creationId xmlns:p14="http://schemas.microsoft.com/office/powerpoint/2010/main" val="27717948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A8E9D-6032-95F0-2F3B-1159C45D6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 Light"/>
              </a:rPr>
              <a:t>Flying Cars – Closing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544897-D0A9-DA82-41A4-10CBB57ECE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cs typeface="Calibri"/>
              </a:rPr>
              <a:t>These ideas seem feasible to pursue, </a:t>
            </a:r>
            <a:r>
              <a:rPr lang="en-US" i="1">
                <a:cs typeface="Calibri"/>
              </a:rPr>
              <a:t>right now</a:t>
            </a:r>
            <a:endParaRPr lang="en-US">
              <a:cs typeface="Calibri"/>
            </a:endParaRPr>
          </a:p>
          <a:p>
            <a:r>
              <a:rPr lang="en-US">
                <a:cs typeface="Calibri"/>
              </a:rPr>
              <a:t>I don't want to be beholden to profits and the demands of the insatiable few</a:t>
            </a:r>
            <a:endParaRPr lang="en-US">
              <a:ea typeface="Calibri"/>
              <a:cs typeface="Calibri"/>
            </a:endParaRPr>
          </a:p>
          <a:p>
            <a:r>
              <a:rPr lang="en-US">
                <a:solidFill>
                  <a:srgbClr val="000000"/>
                </a:solidFill>
                <a:cs typeface="Calibri"/>
              </a:rPr>
              <a:t>We </a:t>
            </a:r>
            <a:r>
              <a:rPr lang="en-US">
                <a:cs typeface="Calibri"/>
              </a:rPr>
              <a:t>need a "resource"-raiser</a:t>
            </a:r>
            <a:endParaRPr lang="en-US">
              <a:ea typeface="Calibri"/>
              <a:cs typeface="Calibri"/>
            </a:endParaRPr>
          </a:p>
          <a:p>
            <a:pPr lvl="1"/>
            <a:r>
              <a:rPr lang="en-US">
                <a:cs typeface="Calibri"/>
              </a:rPr>
              <a:t>Not a "fund" raiser, because I don't want to think in terms of "dollars"</a:t>
            </a:r>
            <a:endParaRPr lang="en-US">
              <a:ea typeface="Calibri"/>
              <a:cs typeface="Calibri"/>
            </a:endParaRPr>
          </a:p>
          <a:p>
            <a:pPr lvl="1"/>
            <a:r>
              <a:rPr lang="en-US" b="1">
                <a:cs typeface="Calibri"/>
              </a:rPr>
              <a:t>Terran Astra Parks</a:t>
            </a:r>
            <a:r>
              <a:rPr lang="en-US">
                <a:cs typeface="Calibri"/>
              </a:rPr>
              <a:t> – definitely where you want to go, for your next outing!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4FBBF4-2700-10F1-9065-D822FD62A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7E06D0-7837-B8BB-9F16-E805AB1FD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2023 - Charon Software - All Rights Reserved </a:t>
            </a:r>
          </a:p>
        </p:txBody>
      </p:sp>
    </p:spTree>
    <p:extLst>
      <p:ext uri="{BB962C8B-B14F-4D97-AF65-F5344CB8AC3E}">
        <p14:creationId xmlns:p14="http://schemas.microsoft.com/office/powerpoint/2010/main" val="980022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Intro to up</vt:lpstr>
      <vt:lpstr>Flying Cars – 1) Pods</vt:lpstr>
      <vt:lpstr>Gliders</vt:lpstr>
      <vt:lpstr>Flying Cars 2) 'Chassis' / Mobility - Design </vt:lpstr>
      <vt:lpstr>Flying Cars  - Buses – Design</vt:lpstr>
      <vt:lpstr>Flying Cars – Buses – Hulls &amp; Balloons</vt:lpstr>
      <vt:lpstr>Flying Cars  - 3) Buses – Worries [Operation]</vt:lpstr>
      <vt:lpstr>"ice halo" - tackle global warming</vt:lpstr>
      <vt:lpstr>Space Elevator</vt:lpstr>
      <vt:lpstr>Shipyard on top of the stratosphere</vt:lpstr>
      <vt:lpstr>Flying Cars – Closing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revision>1</cp:revision>
  <dcterms:created xsi:type="dcterms:W3CDTF">2023-07-01T11:10:24Z</dcterms:created>
  <dcterms:modified xsi:type="dcterms:W3CDTF">2023-09-02T19:35:50Z</dcterms:modified>
</cp:coreProperties>
</file>