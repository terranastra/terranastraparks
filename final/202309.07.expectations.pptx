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9F985-F149-4C5F-8B47-876A0F02611B}" v="196" dt="2023-07-09T16:56:03.518"/>
    <p1510:client id="{0BDED9F4-44CE-425C-96BA-E94E9F532312}" v="3584" dt="2023-07-08T15:38:03.634"/>
    <p1510:client id="{1223BCE1-4C89-41A7-8BEE-CB59582820A3}" v="249" dt="2023-07-08T16:16:33.004"/>
    <p1510:client id="{1D8C70B6-822F-45A3-9FA8-4D04D39FEA7F}" v="946" dt="2023-07-23T18:57:04.999"/>
    <p1510:client id="{1E4692DD-021A-4A17-B9EA-B74C304CA745}" v="58" dt="2023-09-02T22:40:16.682"/>
    <p1510:client id="{2C89035A-D4C0-42E0-8F7B-602192D4449B}" v="18229" dt="2023-07-01T18:39:19.477"/>
    <p1510:client id="{42EDC90B-4339-41B8-BCE6-C8EF18E5B55E}" v="303" dt="2023-07-08T11:20:15.776"/>
    <p1510:client id="{437F9473-31E1-4FC1-A591-DF6B779AC242}" v="134" dt="2023-09-01T19:08:34.063"/>
    <p1510:client id="{440B02FF-CBA4-4939-A8C4-9DEDA1DD0B81}" v="898" dt="2023-07-23T18:16:14.708"/>
    <p1510:client id="{5BCE91C0-95A6-48B0-AF61-5AFECFED59A2}" v="118" dt="2023-07-09T15:04:15.203"/>
    <p1510:client id="{737A9984-4C3A-4A06-A56A-38548B16413A}" v="10" dt="2023-07-23T15:35:43.637"/>
    <p1510:client id="{75DACE6C-8541-45F6-BC50-3594DC9DD107}" v="4958" dt="2023-07-02T15:25:35.437"/>
    <p1510:client id="{78709633-10D0-46A9-B600-506D0A837346}" v="317" dt="2023-09-01T19:50:15.938"/>
    <p1510:client id="{84FDC6C0-EB0C-48F3-B9B4-1D7FAE88DCC6}" v="373" dt="2023-07-27T18:54:37.885"/>
    <p1510:client id="{887904E5-101B-4198-B41C-CB7CF2220861}" v="32" dt="2023-07-09T14:50:25.165"/>
    <p1510:client id="{92EF2564-113B-429D-A8A2-071C7699B284}" v="11613" dt="2023-07-02T23:27:50.992"/>
    <p1510:client id="{9F28D5C8-2B8B-4C36-840A-84D9CE3ABDD9}" v="69" dt="2023-07-08T15:47:15.574"/>
    <p1510:client id="{A6BECA11-9D7C-43E7-A7C4-03BEAA99AD62}" v="78" dt="2023-07-08T17:19:20.380"/>
    <p1510:client id="{A79622ED-45C5-49CA-B4C5-3A324EB20FD8}" v="753" dt="2023-07-01T19:16:20.682"/>
    <p1510:client id="{B26B62FC-1869-4897-87A8-C4D70978CF54}" v="236" dt="2023-07-24T00:03:48.680"/>
    <p1510:client id="{C5C4C69A-C9AB-413A-9E04-A2ECC18226DA}" v="3" dt="2023-07-09T11:13:25.513"/>
    <p1510:client id="{CBE07907-F9FD-4B45-97D5-11ADE1167FEF}" v="11" dt="2023-09-03T11:13:04.703"/>
    <p1510:client id="{D9BBC0EC-0D5B-42D0-A894-C3748449BDCD}" v="313" dt="2023-07-09T12:26:19.550"/>
    <p1510:client id="{F453DC0A-5A79-4B0E-A6BB-37057526593A}" v="50" dt="2023-07-09T18:22:19.420"/>
    <p1510:client id="{F53B665C-8E0F-4624-9FB6-6EF94641C9ED}" v="287" dt="2023-07-09T10:44:29.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DeRemer" userId="a37f3d2d141577c5" providerId="Windows Live" clId="Web-{1D8C70B6-822F-45A3-9FA8-4D04D39FEA7F}"/>
    <pc:docChg chg="addSld modSld sldOrd addSection delSection modSection">
      <pc:chgData name="Jeff DeRemer" userId="a37f3d2d141577c5" providerId="Windows Live" clId="Web-{1D8C70B6-822F-45A3-9FA8-4D04D39FEA7F}" dt="2023-07-23T18:57:04.999" v="959"/>
      <pc:docMkLst>
        <pc:docMk/>
      </pc:docMkLst>
      <pc:sldChg chg="modSp">
        <pc:chgData name="Jeff DeRemer" userId="a37f3d2d141577c5" providerId="Windows Live" clId="Web-{1D8C70B6-822F-45A3-9FA8-4D04D39FEA7F}" dt="2023-07-23T18:17:51.426" v="22" actId="20577"/>
        <pc:sldMkLst>
          <pc:docMk/>
          <pc:sldMk cId="1537062186" sldId="259"/>
        </pc:sldMkLst>
        <pc:spChg chg="mod">
          <ac:chgData name="Jeff DeRemer" userId="a37f3d2d141577c5" providerId="Windows Live" clId="Web-{1D8C70B6-822F-45A3-9FA8-4D04D39FEA7F}" dt="2023-07-23T18:17:51.426" v="22" actId="20577"/>
          <ac:spMkLst>
            <pc:docMk/>
            <pc:sldMk cId="1537062186" sldId="259"/>
            <ac:spMk id="3" creationId="{C94EAD4E-0DEF-F3E3-2CD3-304D0D8776E8}"/>
          </ac:spMkLst>
        </pc:spChg>
      </pc:sldChg>
      <pc:sldChg chg="modSp">
        <pc:chgData name="Jeff DeRemer" userId="a37f3d2d141577c5" providerId="Windows Live" clId="Web-{1D8C70B6-822F-45A3-9FA8-4D04D39FEA7F}" dt="2023-07-23T18:23:57.014" v="186" actId="20577"/>
        <pc:sldMkLst>
          <pc:docMk/>
          <pc:sldMk cId="3800418244" sldId="260"/>
        </pc:sldMkLst>
        <pc:spChg chg="mod">
          <ac:chgData name="Jeff DeRemer" userId="a37f3d2d141577c5" providerId="Windows Live" clId="Web-{1D8C70B6-822F-45A3-9FA8-4D04D39FEA7F}" dt="2023-07-23T18:23:57.014" v="186" actId="20577"/>
          <ac:spMkLst>
            <pc:docMk/>
            <pc:sldMk cId="3800418244" sldId="260"/>
            <ac:spMk id="3" creationId="{0C5B5C69-3010-67FC-1E38-ECFAC33F0253}"/>
          </ac:spMkLst>
        </pc:spChg>
      </pc:sldChg>
      <pc:sldChg chg="modSp">
        <pc:chgData name="Jeff DeRemer" userId="a37f3d2d141577c5" providerId="Windows Live" clId="Web-{1D8C70B6-822F-45A3-9FA8-4D04D39FEA7F}" dt="2023-07-23T18:19:50.226" v="90" actId="20577"/>
        <pc:sldMkLst>
          <pc:docMk/>
          <pc:sldMk cId="1862461135" sldId="261"/>
        </pc:sldMkLst>
        <pc:spChg chg="mod">
          <ac:chgData name="Jeff DeRemer" userId="a37f3d2d141577c5" providerId="Windows Live" clId="Web-{1D8C70B6-822F-45A3-9FA8-4D04D39FEA7F}" dt="2023-07-23T18:19:50.226" v="90" actId="20577"/>
          <ac:spMkLst>
            <pc:docMk/>
            <pc:sldMk cId="1862461135" sldId="261"/>
            <ac:spMk id="3" creationId="{4FA58D88-1C41-4DB8-50F5-C0148DF26DEC}"/>
          </ac:spMkLst>
        </pc:spChg>
      </pc:sldChg>
      <pc:sldChg chg="modSp ord">
        <pc:chgData name="Jeff DeRemer" userId="a37f3d2d141577c5" providerId="Windows Live" clId="Web-{1D8C70B6-822F-45A3-9FA8-4D04D39FEA7F}" dt="2023-07-23T18:24:14.780" v="190" actId="20577"/>
        <pc:sldMkLst>
          <pc:docMk/>
          <pc:sldMk cId="750474985" sldId="262"/>
        </pc:sldMkLst>
        <pc:spChg chg="mod">
          <ac:chgData name="Jeff DeRemer" userId="a37f3d2d141577c5" providerId="Windows Live" clId="Web-{1D8C70B6-822F-45A3-9FA8-4D04D39FEA7F}" dt="2023-07-23T18:22:51.091" v="180" actId="20577"/>
          <ac:spMkLst>
            <pc:docMk/>
            <pc:sldMk cId="750474985" sldId="262"/>
            <ac:spMk id="2" creationId="{720CAF6B-2713-2BF8-D39E-F92F43D744B3}"/>
          </ac:spMkLst>
        </pc:spChg>
        <pc:spChg chg="mod">
          <ac:chgData name="Jeff DeRemer" userId="a37f3d2d141577c5" providerId="Windows Live" clId="Web-{1D8C70B6-822F-45A3-9FA8-4D04D39FEA7F}" dt="2023-07-23T18:24:14.780" v="190" actId="20577"/>
          <ac:spMkLst>
            <pc:docMk/>
            <pc:sldMk cId="750474985" sldId="262"/>
            <ac:spMk id="3" creationId="{429D0DB0-413D-C8AB-1A23-F9C01F950E4C}"/>
          </ac:spMkLst>
        </pc:spChg>
      </pc:sldChg>
      <pc:sldChg chg="modSp">
        <pc:chgData name="Jeff DeRemer" userId="a37f3d2d141577c5" providerId="Windows Live" clId="Web-{1D8C70B6-822F-45A3-9FA8-4D04D39FEA7F}" dt="2023-07-23T18:21:50.230" v="165" actId="20577"/>
        <pc:sldMkLst>
          <pc:docMk/>
          <pc:sldMk cId="1604463162" sldId="263"/>
        </pc:sldMkLst>
        <pc:spChg chg="mod">
          <ac:chgData name="Jeff DeRemer" userId="a37f3d2d141577c5" providerId="Windows Live" clId="Web-{1D8C70B6-822F-45A3-9FA8-4D04D39FEA7F}" dt="2023-07-23T18:21:50.230" v="165" actId="20577"/>
          <ac:spMkLst>
            <pc:docMk/>
            <pc:sldMk cId="1604463162" sldId="263"/>
            <ac:spMk id="3" creationId="{FF35C628-9ED1-48A4-98A5-A82E3566925E}"/>
          </ac:spMkLst>
        </pc:spChg>
      </pc:sldChg>
      <pc:sldChg chg="modSp">
        <pc:chgData name="Jeff DeRemer" userId="a37f3d2d141577c5" providerId="Windows Live" clId="Web-{1D8C70B6-822F-45A3-9FA8-4D04D39FEA7F}" dt="2023-07-23T18:25:19.797" v="202" actId="20577"/>
        <pc:sldMkLst>
          <pc:docMk/>
          <pc:sldMk cId="98002227" sldId="264"/>
        </pc:sldMkLst>
        <pc:spChg chg="mod">
          <ac:chgData name="Jeff DeRemer" userId="a37f3d2d141577c5" providerId="Windows Live" clId="Web-{1D8C70B6-822F-45A3-9FA8-4D04D39FEA7F}" dt="2023-07-23T18:25:19.797" v="202" actId="20577"/>
          <ac:spMkLst>
            <pc:docMk/>
            <pc:sldMk cId="98002227" sldId="264"/>
            <ac:spMk id="3" creationId="{18544897-D0A9-DA82-41A4-10CBB57ECE59}"/>
          </ac:spMkLst>
        </pc:spChg>
      </pc:sldChg>
      <pc:sldChg chg="modSp">
        <pc:chgData name="Jeff DeRemer" userId="a37f3d2d141577c5" providerId="Windows Live" clId="Web-{1D8C70B6-822F-45A3-9FA8-4D04D39FEA7F}" dt="2023-07-23T18:26:20.424" v="208" actId="20577"/>
        <pc:sldMkLst>
          <pc:docMk/>
          <pc:sldMk cId="4027165043" sldId="265"/>
        </pc:sldMkLst>
        <pc:spChg chg="mod">
          <ac:chgData name="Jeff DeRemer" userId="a37f3d2d141577c5" providerId="Windows Live" clId="Web-{1D8C70B6-822F-45A3-9FA8-4D04D39FEA7F}" dt="2023-07-23T18:26:20.424" v="208" actId="20577"/>
          <ac:spMkLst>
            <pc:docMk/>
            <pc:sldMk cId="4027165043" sldId="265"/>
            <ac:spMk id="3" creationId="{4182CC16-3AE7-DF35-254E-91CD4D63E479}"/>
          </ac:spMkLst>
        </pc:spChg>
      </pc:sldChg>
      <pc:sldChg chg="modSp">
        <pc:chgData name="Jeff DeRemer" userId="a37f3d2d141577c5" providerId="Windows Live" clId="Web-{1D8C70B6-822F-45A3-9FA8-4D04D39FEA7F}" dt="2023-07-23T18:26:49.956" v="212" actId="20577"/>
        <pc:sldMkLst>
          <pc:docMk/>
          <pc:sldMk cId="1052964133" sldId="266"/>
        </pc:sldMkLst>
        <pc:spChg chg="mod">
          <ac:chgData name="Jeff DeRemer" userId="a37f3d2d141577c5" providerId="Windows Live" clId="Web-{1D8C70B6-822F-45A3-9FA8-4D04D39FEA7F}" dt="2023-07-23T18:26:49.956" v="212" actId="20577"/>
          <ac:spMkLst>
            <pc:docMk/>
            <pc:sldMk cId="1052964133" sldId="266"/>
            <ac:spMk id="3" creationId="{FB20C80A-234C-1B92-533C-D58FA0A04C61}"/>
          </ac:spMkLst>
        </pc:spChg>
      </pc:sldChg>
      <pc:sldChg chg="modSp">
        <pc:chgData name="Jeff DeRemer" userId="a37f3d2d141577c5" providerId="Windows Live" clId="Web-{1D8C70B6-822F-45A3-9FA8-4D04D39FEA7F}" dt="2023-07-23T18:29:39.116" v="357" actId="20577"/>
        <pc:sldMkLst>
          <pc:docMk/>
          <pc:sldMk cId="1079600738" sldId="267"/>
        </pc:sldMkLst>
        <pc:spChg chg="mod">
          <ac:chgData name="Jeff DeRemer" userId="a37f3d2d141577c5" providerId="Windows Live" clId="Web-{1D8C70B6-822F-45A3-9FA8-4D04D39FEA7F}" dt="2023-07-23T18:29:39.116" v="357" actId="20577"/>
          <ac:spMkLst>
            <pc:docMk/>
            <pc:sldMk cId="1079600738" sldId="267"/>
            <ac:spMk id="3" creationId="{D5A21A21-6D25-B829-492F-6BC8C1ADA0ED}"/>
          </ac:spMkLst>
        </pc:spChg>
      </pc:sldChg>
      <pc:sldChg chg="modSp">
        <pc:chgData name="Jeff DeRemer" userId="a37f3d2d141577c5" providerId="Windows Live" clId="Web-{1D8C70B6-822F-45A3-9FA8-4D04D39FEA7F}" dt="2023-07-23T18:30:00.710" v="362" actId="20577"/>
        <pc:sldMkLst>
          <pc:docMk/>
          <pc:sldMk cId="3059359370" sldId="268"/>
        </pc:sldMkLst>
        <pc:spChg chg="mod">
          <ac:chgData name="Jeff DeRemer" userId="a37f3d2d141577c5" providerId="Windows Live" clId="Web-{1D8C70B6-822F-45A3-9FA8-4D04D39FEA7F}" dt="2023-07-23T18:30:00.710" v="362" actId="20577"/>
          <ac:spMkLst>
            <pc:docMk/>
            <pc:sldMk cId="3059359370" sldId="268"/>
            <ac:spMk id="2" creationId="{BAE2503A-0488-D5C7-B302-07BABE5BDEFC}"/>
          </ac:spMkLst>
        </pc:spChg>
        <pc:spChg chg="mod">
          <ac:chgData name="Jeff DeRemer" userId="a37f3d2d141577c5" providerId="Windows Live" clId="Web-{1D8C70B6-822F-45A3-9FA8-4D04D39FEA7F}" dt="2023-07-23T18:29:53.148" v="359" actId="20577"/>
          <ac:spMkLst>
            <pc:docMk/>
            <pc:sldMk cId="3059359370" sldId="268"/>
            <ac:spMk id="3" creationId="{73345575-4215-69DF-BAC1-57E514E491CD}"/>
          </ac:spMkLst>
        </pc:spChg>
      </pc:sldChg>
      <pc:sldChg chg="modSp">
        <pc:chgData name="Jeff DeRemer" userId="a37f3d2d141577c5" providerId="Windows Live" clId="Web-{1D8C70B6-822F-45A3-9FA8-4D04D39FEA7F}" dt="2023-07-23T18:30:40.727" v="386" actId="20577"/>
        <pc:sldMkLst>
          <pc:docMk/>
          <pc:sldMk cId="4291219111" sldId="269"/>
        </pc:sldMkLst>
        <pc:spChg chg="mod">
          <ac:chgData name="Jeff DeRemer" userId="a37f3d2d141577c5" providerId="Windows Live" clId="Web-{1D8C70B6-822F-45A3-9FA8-4D04D39FEA7F}" dt="2023-07-23T18:30:31.242" v="384" actId="20577"/>
          <ac:spMkLst>
            <pc:docMk/>
            <pc:sldMk cId="4291219111" sldId="269"/>
            <ac:spMk id="2" creationId="{9247A437-3EC2-47AD-0CB0-00EE5C7560CD}"/>
          </ac:spMkLst>
        </pc:spChg>
        <pc:spChg chg="mod">
          <ac:chgData name="Jeff DeRemer" userId="a37f3d2d141577c5" providerId="Windows Live" clId="Web-{1D8C70B6-822F-45A3-9FA8-4D04D39FEA7F}" dt="2023-07-23T18:30:40.727" v="386" actId="20577"/>
          <ac:spMkLst>
            <pc:docMk/>
            <pc:sldMk cId="4291219111" sldId="269"/>
            <ac:spMk id="3" creationId="{0F18B9B2-A879-82B3-D71E-0BA6774BC0F8}"/>
          </ac:spMkLst>
        </pc:spChg>
      </pc:sldChg>
      <pc:sldChg chg="modSp">
        <pc:chgData name="Jeff DeRemer" userId="a37f3d2d141577c5" providerId="Windows Live" clId="Web-{1D8C70B6-822F-45A3-9FA8-4D04D39FEA7F}" dt="2023-07-23T18:39:31.474" v="707" actId="20577"/>
        <pc:sldMkLst>
          <pc:docMk/>
          <pc:sldMk cId="3628189326" sldId="270"/>
        </pc:sldMkLst>
        <pc:spChg chg="mod">
          <ac:chgData name="Jeff DeRemer" userId="a37f3d2d141577c5" providerId="Windows Live" clId="Web-{1D8C70B6-822F-45A3-9FA8-4D04D39FEA7F}" dt="2023-07-23T18:39:31.474" v="707" actId="20577"/>
          <ac:spMkLst>
            <pc:docMk/>
            <pc:sldMk cId="3628189326" sldId="270"/>
            <ac:spMk id="2" creationId="{9DB831FD-D532-CC05-3979-A33DE6AA6F6E}"/>
          </ac:spMkLst>
        </pc:spChg>
        <pc:spChg chg="mod">
          <ac:chgData name="Jeff DeRemer" userId="a37f3d2d141577c5" providerId="Windows Live" clId="Web-{1D8C70B6-822F-45A3-9FA8-4D04D39FEA7F}" dt="2023-07-23T18:39:29.115" v="705" actId="20577"/>
          <ac:spMkLst>
            <pc:docMk/>
            <pc:sldMk cId="3628189326" sldId="270"/>
            <ac:spMk id="3" creationId="{6F7476CC-B0F5-EBA0-A09C-F0614C089CE5}"/>
          </ac:spMkLst>
        </pc:spChg>
      </pc:sldChg>
      <pc:sldChg chg="modSp">
        <pc:chgData name="Jeff DeRemer" userId="a37f3d2d141577c5" providerId="Windows Live" clId="Web-{1D8C70B6-822F-45A3-9FA8-4D04D39FEA7F}" dt="2023-07-23T18:32:29.542" v="484" actId="20577"/>
        <pc:sldMkLst>
          <pc:docMk/>
          <pc:sldMk cId="4094167011" sldId="271"/>
        </pc:sldMkLst>
        <pc:spChg chg="mod">
          <ac:chgData name="Jeff DeRemer" userId="a37f3d2d141577c5" providerId="Windows Live" clId="Web-{1D8C70B6-822F-45A3-9FA8-4D04D39FEA7F}" dt="2023-07-23T18:32:29.542" v="484" actId="20577"/>
          <ac:spMkLst>
            <pc:docMk/>
            <pc:sldMk cId="4094167011" sldId="271"/>
            <ac:spMk id="3" creationId="{1149A847-D5C9-8EA2-01EB-CE8AF3A606C7}"/>
          </ac:spMkLst>
        </pc:spChg>
      </pc:sldChg>
      <pc:sldChg chg="modSp">
        <pc:chgData name="Jeff DeRemer" userId="a37f3d2d141577c5" providerId="Windows Live" clId="Web-{1D8C70B6-822F-45A3-9FA8-4D04D39FEA7F}" dt="2023-07-23T18:37:38.940" v="664" actId="20577"/>
        <pc:sldMkLst>
          <pc:docMk/>
          <pc:sldMk cId="1966568967" sldId="273"/>
        </pc:sldMkLst>
        <pc:spChg chg="mod">
          <ac:chgData name="Jeff DeRemer" userId="a37f3d2d141577c5" providerId="Windows Live" clId="Web-{1D8C70B6-822F-45A3-9FA8-4D04D39FEA7F}" dt="2023-07-23T18:37:38.940" v="664" actId="20577"/>
          <ac:spMkLst>
            <pc:docMk/>
            <pc:sldMk cId="1966568967" sldId="273"/>
            <ac:spMk id="2" creationId="{C4C77302-4BF8-065B-0985-42ED6C4A094E}"/>
          </ac:spMkLst>
        </pc:spChg>
        <pc:spChg chg="mod">
          <ac:chgData name="Jeff DeRemer" userId="a37f3d2d141577c5" providerId="Windows Live" clId="Web-{1D8C70B6-822F-45A3-9FA8-4D04D39FEA7F}" dt="2023-07-23T18:37:19.612" v="633" actId="20577"/>
          <ac:spMkLst>
            <pc:docMk/>
            <pc:sldMk cId="1966568967" sldId="273"/>
            <ac:spMk id="3" creationId="{FEC97AF6-D0E5-6CFC-5087-727547E76E49}"/>
          </ac:spMkLst>
        </pc:spChg>
      </pc:sldChg>
      <pc:sldChg chg="modSp">
        <pc:chgData name="Jeff DeRemer" userId="a37f3d2d141577c5" providerId="Windows Live" clId="Web-{1D8C70B6-822F-45A3-9FA8-4D04D39FEA7F}" dt="2023-07-23T18:40:21.647" v="713" actId="20577"/>
        <pc:sldMkLst>
          <pc:docMk/>
          <pc:sldMk cId="517718756" sldId="274"/>
        </pc:sldMkLst>
        <pc:spChg chg="mod">
          <ac:chgData name="Jeff DeRemer" userId="a37f3d2d141577c5" providerId="Windows Live" clId="Web-{1D8C70B6-822F-45A3-9FA8-4D04D39FEA7F}" dt="2023-07-23T18:40:21.647" v="713" actId="20577"/>
          <ac:spMkLst>
            <pc:docMk/>
            <pc:sldMk cId="517718756" sldId="274"/>
            <ac:spMk id="2" creationId="{DA44FD8D-74EE-A547-A9C3-112CE6388BDC}"/>
          </ac:spMkLst>
        </pc:spChg>
        <pc:spChg chg="mod">
          <ac:chgData name="Jeff DeRemer" userId="a37f3d2d141577c5" providerId="Windows Live" clId="Web-{1D8C70B6-822F-45A3-9FA8-4D04D39FEA7F}" dt="2023-07-23T18:40:14.975" v="710" actId="20577"/>
          <ac:spMkLst>
            <pc:docMk/>
            <pc:sldMk cId="517718756" sldId="274"/>
            <ac:spMk id="3" creationId="{36AB1BDB-E2A1-4202-92E8-6D3885AAD11B}"/>
          </ac:spMkLst>
        </pc:spChg>
      </pc:sldChg>
      <pc:sldChg chg="modSp">
        <pc:chgData name="Jeff DeRemer" userId="a37f3d2d141577c5" providerId="Windows Live" clId="Web-{1D8C70B6-822F-45A3-9FA8-4D04D39FEA7F}" dt="2023-07-23T18:36:56.298" v="631" actId="20577"/>
        <pc:sldMkLst>
          <pc:docMk/>
          <pc:sldMk cId="494778731" sldId="275"/>
        </pc:sldMkLst>
        <pc:spChg chg="mod">
          <ac:chgData name="Jeff DeRemer" userId="a37f3d2d141577c5" providerId="Windows Live" clId="Web-{1D8C70B6-822F-45A3-9FA8-4D04D39FEA7F}" dt="2023-07-23T18:36:56.298" v="631" actId="20577"/>
          <ac:spMkLst>
            <pc:docMk/>
            <pc:sldMk cId="494778731" sldId="275"/>
            <ac:spMk id="3" creationId="{62D247C3-81E2-E2CD-1A32-6248E469CEAD}"/>
          </ac:spMkLst>
        </pc:spChg>
      </pc:sldChg>
      <pc:sldChg chg="modSp">
        <pc:chgData name="Jeff DeRemer" userId="a37f3d2d141577c5" providerId="Windows Live" clId="Web-{1D8C70B6-822F-45A3-9FA8-4D04D39FEA7F}" dt="2023-07-23T18:41:12.414" v="728" actId="20577"/>
        <pc:sldMkLst>
          <pc:docMk/>
          <pc:sldMk cId="3591501101" sldId="276"/>
        </pc:sldMkLst>
        <pc:spChg chg="mod">
          <ac:chgData name="Jeff DeRemer" userId="a37f3d2d141577c5" providerId="Windows Live" clId="Web-{1D8C70B6-822F-45A3-9FA8-4D04D39FEA7F}" dt="2023-07-23T18:41:12.414" v="728" actId="20577"/>
          <ac:spMkLst>
            <pc:docMk/>
            <pc:sldMk cId="3591501101" sldId="276"/>
            <ac:spMk id="3" creationId="{0398F67A-659A-3AB8-CBA9-89F233418F8E}"/>
          </ac:spMkLst>
        </pc:spChg>
      </pc:sldChg>
      <pc:sldChg chg="modSp">
        <pc:chgData name="Jeff DeRemer" userId="a37f3d2d141577c5" providerId="Windows Live" clId="Web-{1D8C70B6-822F-45A3-9FA8-4D04D39FEA7F}" dt="2023-07-23T18:41:44.759" v="735" actId="20577"/>
        <pc:sldMkLst>
          <pc:docMk/>
          <pc:sldMk cId="2990784307" sldId="277"/>
        </pc:sldMkLst>
        <pc:spChg chg="mod">
          <ac:chgData name="Jeff DeRemer" userId="a37f3d2d141577c5" providerId="Windows Live" clId="Web-{1D8C70B6-822F-45A3-9FA8-4D04D39FEA7F}" dt="2023-07-23T18:41:44.759" v="735" actId="20577"/>
          <ac:spMkLst>
            <pc:docMk/>
            <pc:sldMk cId="2990784307" sldId="277"/>
            <ac:spMk id="3" creationId="{8505100E-6EFE-B8B7-5E92-053F23902331}"/>
          </ac:spMkLst>
        </pc:spChg>
      </pc:sldChg>
      <pc:sldChg chg="modSp">
        <pc:chgData name="Jeff DeRemer" userId="a37f3d2d141577c5" providerId="Windows Live" clId="Web-{1D8C70B6-822F-45A3-9FA8-4D04D39FEA7F}" dt="2023-07-23T18:42:44.838" v="742" actId="20577"/>
        <pc:sldMkLst>
          <pc:docMk/>
          <pc:sldMk cId="3744251568" sldId="278"/>
        </pc:sldMkLst>
        <pc:spChg chg="mod">
          <ac:chgData name="Jeff DeRemer" userId="a37f3d2d141577c5" providerId="Windows Live" clId="Web-{1D8C70B6-822F-45A3-9FA8-4D04D39FEA7F}" dt="2023-07-23T18:42:44.838" v="742" actId="20577"/>
          <ac:spMkLst>
            <pc:docMk/>
            <pc:sldMk cId="3744251568" sldId="278"/>
            <ac:spMk id="3" creationId="{FB490085-442A-F459-46C4-DE49E5A3B707}"/>
          </ac:spMkLst>
        </pc:spChg>
      </pc:sldChg>
      <pc:sldChg chg="modSp">
        <pc:chgData name="Jeff DeRemer" userId="a37f3d2d141577c5" providerId="Windows Live" clId="Web-{1D8C70B6-822F-45A3-9FA8-4D04D39FEA7F}" dt="2023-07-23T18:43:55.949" v="765" actId="20577"/>
        <pc:sldMkLst>
          <pc:docMk/>
          <pc:sldMk cId="3982399502" sldId="279"/>
        </pc:sldMkLst>
        <pc:spChg chg="mod">
          <ac:chgData name="Jeff DeRemer" userId="a37f3d2d141577c5" providerId="Windows Live" clId="Web-{1D8C70B6-822F-45A3-9FA8-4D04D39FEA7F}" dt="2023-07-23T18:43:55.949" v="765" actId="20577"/>
          <ac:spMkLst>
            <pc:docMk/>
            <pc:sldMk cId="3982399502" sldId="279"/>
            <ac:spMk id="3" creationId="{E9946A79-B7B2-74E9-63F9-ED6A04F68C26}"/>
          </ac:spMkLst>
        </pc:spChg>
      </pc:sldChg>
      <pc:sldChg chg="modSp">
        <pc:chgData name="Jeff DeRemer" userId="a37f3d2d141577c5" providerId="Windows Live" clId="Web-{1D8C70B6-822F-45A3-9FA8-4D04D39FEA7F}" dt="2023-07-23T18:44:08.403" v="768" actId="20577"/>
        <pc:sldMkLst>
          <pc:docMk/>
          <pc:sldMk cId="2746935985" sldId="280"/>
        </pc:sldMkLst>
        <pc:spChg chg="mod">
          <ac:chgData name="Jeff DeRemer" userId="a37f3d2d141577c5" providerId="Windows Live" clId="Web-{1D8C70B6-822F-45A3-9FA8-4D04D39FEA7F}" dt="2023-07-23T18:44:08.403" v="768" actId="20577"/>
          <ac:spMkLst>
            <pc:docMk/>
            <pc:sldMk cId="2746935985" sldId="280"/>
            <ac:spMk id="3" creationId="{2CC19F36-1038-F57E-91F2-B8DE49592B97}"/>
          </ac:spMkLst>
        </pc:spChg>
      </pc:sldChg>
      <pc:sldChg chg="modSp">
        <pc:chgData name="Jeff DeRemer" userId="a37f3d2d141577c5" providerId="Windows Live" clId="Web-{1D8C70B6-822F-45A3-9FA8-4D04D39FEA7F}" dt="2023-07-23T18:44:28.809" v="786" actId="20577"/>
        <pc:sldMkLst>
          <pc:docMk/>
          <pc:sldMk cId="1741603341" sldId="281"/>
        </pc:sldMkLst>
        <pc:spChg chg="mod">
          <ac:chgData name="Jeff DeRemer" userId="a37f3d2d141577c5" providerId="Windows Live" clId="Web-{1D8C70B6-822F-45A3-9FA8-4D04D39FEA7F}" dt="2023-07-23T18:44:28.809" v="786" actId="20577"/>
          <ac:spMkLst>
            <pc:docMk/>
            <pc:sldMk cId="1741603341" sldId="281"/>
            <ac:spMk id="2" creationId="{76059A4D-C0FA-3742-CB0A-83B93BEC2BE4}"/>
          </ac:spMkLst>
        </pc:spChg>
        <pc:spChg chg="mod">
          <ac:chgData name="Jeff DeRemer" userId="a37f3d2d141577c5" providerId="Windows Live" clId="Web-{1D8C70B6-822F-45A3-9FA8-4D04D39FEA7F}" dt="2023-07-23T18:44:19.059" v="770" actId="20577"/>
          <ac:spMkLst>
            <pc:docMk/>
            <pc:sldMk cId="1741603341" sldId="281"/>
            <ac:spMk id="3" creationId="{AE93F422-6E43-9151-FE4B-8F3515273467}"/>
          </ac:spMkLst>
        </pc:spChg>
      </pc:sldChg>
      <pc:sldChg chg="modSp">
        <pc:chgData name="Jeff DeRemer" userId="a37f3d2d141577c5" providerId="Windows Live" clId="Web-{1D8C70B6-822F-45A3-9FA8-4D04D39FEA7F}" dt="2023-07-23T18:45:46.343" v="804" actId="20577"/>
        <pc:sldMkLst>
          <pc:docMk/>
          <pc:sldMk cId="204965760" sldId="282"/>
        </pc:sldMkLst>
        <pc:spChg chg="mod">
          <ac:chgData name="Jeff DeRemer" userId="a37f3d2d141577c5" providerId="Windows Live" clId="Web-{1D8C70B6-822F-45A3-9FA8-4D04D39FEA7F}" dt="2023-07-23T18:45:46.343" v="804" actId="20577"/>
          <ac:spMkLst>
            <pc:docMk/>
            <pc:sldMk cId="204965760" sldId="282"/>
            <ac:spMk id="3" creationId="{214B1D8D-63BD-DD0B-C0F5-8839FC6374EC}"/>
          </ac:spMkLst>
        </pc:spChg>
      </pc:sldChg>
      <pc:sldChg chg="modSp">
        <pc:chgData name="Jeff DeRemer" userId="a37f3d2d141577c5" providerId="Windows Live" clId="Web-{1D8C70B6-822F-45A3-9FA8-4D04D39FEA7F}" dt="2023-07-23T18:45:07.404" v="791" actId="20577"/>
        <pc:sldMkLst>
          <pc:docMk/>
          <pc:sldMk cId="1861732289" sldId="283"/>
        </pc:sldMkLst>
        <pc:spChg chg="mod">
          <ac:chgData name="Jeff DeRemer" userId="a37f3d2d141577c5" providerId="Windows Live" clId="Web-{1D8C70B6-822F-45A3-9FA8-4D04D39FEA7F}" dt="2023-07-23T18:45:07.404" v="791" actId="20577"/>
          <ac:spMkLst>
            <pc:docMk/>
            <pc:sldMk cId="1861732289" sldId="283"/>
            <ac:spMk id="3" creationId="{A4DD8A52-93C3-307C-94F8-99CD4F67B3B0}"/>
          </ac:spMkLst>
        </pc:spChg>
      </pc:sldChg>
      <pc:sldChg chg="modSp">
        <pc:chgData name="Jeff DeRemer" userId="a37f3d2d141577c5" providerId="Windows Live" clId="Web-{1D8C70B6-822F-45A3-9FA8-4D04D39FEA7F}" dt="2023-07-23T18:47:01.563" v="867" actId="20577"/>
        <pc:sldMkLst>
          <pc:docMk/>
          <pc:sldMk cId="1987841433" sldId="284"/>
        </pc:sldMkLst>
        <pc:spChg chg="mod">
          <ac:chgData name="Jeff DeRemer" userId="a37f3d2d141577c5" providerId="Windows Live" clId="Web-{1D8C70B6-822F-45A3-9FA8-4D04D39FEA7F}" dt="2023-07-23T18:47:01.563" v="867" actId="20577"/>
          <ac:spMkLst>
            <pc:docMk/>
            <pc:sldMk cId="1987841433" sldId="284"/>
            <ac:spMk id="3" creationId="{167EB91F-F6C9-4B4F-90F3-7CA2D46122AE}"/>
          </ac:spMkLst>
        </pc:spChg>
      </pc:sldChg>
      <pc:sldChg chg="modSp">
        <pc:chgData name="Jeff DeRemer" userId="a37f3d2d141577c5" providerId="Windows Live" clId="Web-{1D8C70B6-822F-45A3-9FA8-4D04D39FEA7F}" dt="2023-07-23T18:48:25.612" v="921" actId="20577"/>
        <pc:sldMkLst>
          <pc:docMk/>
          <pc:sldMk cId="1112612059" sldId="285"/>
        </pc:sldMkLst>
        <pc:spChg chg="mod">
          <ac:chgData name="Jeff DeRemer" userId="a37f3d2d141577c5" providerId="Windows Live" clId="Web-{1D8C70B6-822F-45A3-9FA8-4D04D39FEA7F}" dt="2023-07-23T18:48:25.612" v="921" actId="20577"/>
          <ac:spMkLst>
            <pc:docMk/>
            <pc:sldMk cId="1112612059" sldId="285"/>
            <ac:spMk id="3" creationId="{2C233C5D-AE6E-EE9D-E247-48CB088754FF}"/>
          </ac:spMkLst>
        </pc:spChg>
      </pc:sldChg>
      <pc:sldChg chg="modSp">
        <pc:chgData name="Jeff DeRemer" userId="a37f3d2d141577c5" providerId="Windows Live" clId="Web-{1D8C70B6-822F-45A3-9FA8-4D04D39FEA7F}" dt="2023-07-23T18:48:39.925" v="924" actId="20577"/>
        <pc:sldMkLst>
          <pc:docMk/>
          <pc:sldMk cId="2771794891" sldId="286"/>
        </pc:sldMkLst>
        <pc:spChg chg="mod">
          <ac:chgData name="Jeff DeRemer" userId="a37f3d2d141577c5" providerId="Windows Live" clId="Web-{1D8C70B6-822F-45A3-9FA8-4D04D39FEA7F}" dt="2023-07-23T18:48:39.925" v="924" actId="20577"/>
          <ac:spMkLst>
            <pc:docMk/>
            <pc:sldMk cId="2771794891" sldId="286"/>
            <ac:spMk id="3" creationId="{E43A48AF-984B-687B-AB99-A4749E13FE18}"/>
          </ac:spMkLst>
        </pc:spChg>
      </pc:sldChg>
      <pc:sldChg chg="modSp">
        <pc:chgData name="Jeff DeRemer" userId="a37f3d2d141577c5" providerId="Windows Live" clId="Web-{1D8C70B6-822F-45A3-9FA8-4D04D39FEA7F}" dt="2023-07-23T18:48:01.393" v="918" actId="20577"/>
        <pc:sldMkLst>
          <pc:docMk/>
          <pc:sldMk cId="4209612668" sldId="287"/>
        </pc:sldMkLst>
        <pc:spChg chg="mod">
          <ac:chgData name="Jeff DeRemer" userId="a37f3d2d141577c5" providerId="Windows Live" clId="Web-{1D8C70B6-822F-45A3-9FA8-4D04D39FEA7F}" dt="2023-07-23T18:48:01.393" v="918" actId="20577"/>
          <ac:spMkLst>
            <pc:docMk/>
            <pc:sldMk cId="4209612668" sldId="287"/>
            <ac:spMk id="2" creationId="{2EF7659A-F540-6B95-C923-EA9F9DA2FDC8}"/>
          </ac:spMkLst>
        </pc:spChg>
      </pc:sldChg>
      <pc:sldChg chg="modSp">
        <pc:chgData name="Jeff DeRemer" userId="a37f3d2d141577c5" providerId="Windows Live" clId="Web-{1D8C70B6-822F-45A3-9FA8-4D04D39FEA7F}" dt="2023-07-23T18:49:14.644" v="927" actId="20577"/>
        <pc:sldMkLst>
          <pc:docMk/>
          <pc:sldMk cId="1175048660" sldId="288"/>
        </pc:sldMkLst>
        <pc:spChg chg="mod">
          <ac:chgData name="Jeff DeRemer" userId="a37f3d2d141577c5" providerId="Windows Live" clId="Web-{1D8C70B6-822F-45A3-9FA8-4D04D39FEA7F}" dt="2023-07-23T18:49:14.644" v="927" actId="20577"/>
          <ac:spMkLst>
            <pc:docMk/>
            <pc:sldMk cId="1175048660" sldId="288"/>
            <ac:spMk id="3" creationId="{E35BB5F5-DEF6-901B-798D-F75EF1BEE6C3}"/>
          </ac:spMkLst>
        </pc:spChg>
      </pc:sldChg>
      <pc:sldChg chg="modSp">
        <pc:chgData name="Jeff DeRemer" userId="a37f3d2d141577c5" providerId="Windows Live" clId="Web-{1D8C70B6-822F-45A3-9FA8-4D04D39FEA7F}" dt="2023-07-23T18:50:02.536" v="949" actId="20577"/>
        <pc:sldMkLst>
          <pc:docMk/>
          <pc:sldMk cId="1487085672" sldId="289"/>
        </pc:sldMkLst>
        <pc:spChg chg="mod">
          <ac:chgData name="Jeff DeRemer" userId="a37f3d2d141577c5" providerId="Windows Live" clId="Web-{1D8C70B6-822F-45A3-9FA8-4D04D39FEA7F}" dt="2023-07-23T18:50:02.536" v="949" actId="20577"/>
          <ac:spMkLst>
            <pc:docMk/>
            <pc:sldMk cId="1487085672" sldId="289"/>
            <ac:spMk id="3" creationId="{35D0BBDA-8803-BE37-2613-0EDAF02F44B8}"/>
          </ac:spMkLst>
        </pc:spChg>
      </pc:sldChg>
      <pc:sldChg chg="modSp">
        <pc:chgData name="Jeff DeRemer" userId="a37f3d2d141577c5" providerId="Windows Live" clId="Web-{1D8C70B6-822F-45A3-9FA8-4D04D39FEA7F}" dt="2023-07-23T18:46:05.390" v="827" actId="20577"/>
        <pc:sldMkLst>
          <pc:docMk/>
          <pc:sldMk cId="117291877" sldId="291"/>
        </pc:sldMkLst>
        <pc:spChg chg="mod">
          <ac:chgData name="Jeff DeRemer" userId="a37f3d2d141577c5" providerId="Windows Live" clId="Web-{1D8C70B6-822F-45A3-9FA8-4D04D39FEA7F}" dt="2023-07-23T18:45:59.671" v="825" actId="20577"/>
          <ac:spMkLst>
            <pc:docMk/>
            <pc:sldMk cId="117291877" sldId="291"/>
            <ac:spMk id="2" creationId="{7C7FA624-06C1-58CB-6EBF-6A6E06B55AA5}"/>
          </ac:spMkLst>
        </pc:spChg>
        <pc:spChg chg="mod">
          <ac:chgData name="Jeff DeRemer" userId="a37f3d2d141577c5" providerId="Windows Live" clId="Web-{1D8C70B6-822F-45A3-9FA8-4D04D39FEA7F}" dt="2023-07-23T18:46:05.390" v="827" actId="20577"/>
          <ac:spMkLst>
            <pc:docMk/>
            <pc:sldMk cId="117291877" sldId="291"/>
            <ac:spMk id="3" creationId="{64E1AC00-5F6F-8A57-76A4-5BD2487C9873}"/>
          </ac:spMkLst>
        </pc:spChg>
      </pc:sldChg>
      <pc:sldChg chg="modSp">
        <pc:chgData name="Jeff DeRemer" userId="a37f3d2d141577c5" providerId="Windows Live" clId="Web-{1D8C70B6-822F-45A3-9FA8-4D04D39FEA7F}" dt="2023-07-23T18:22:21.137" v="176" actId="20577"/>
        <pc:sldMkLst>
          <pc:docMk/>
          <pc:sldMk cId="2803421184" sldId="292"/>
        </pc:sldMkLst>
        <pc:spChg chg="mod">
          <ac:chgData name="Jeff DeRemer" userId="a37f3d2d141577c5" providerId="Windows Live" clId="Web-{1D8C70B6-822F-45A3-9FA8-4D04D39FEA7F}" dt="2023-07-23T18:22:21.137" v="176" actId="20577"/>
          <ac:spMkLst>
            <pc:docMk/>
            <pc:sldMk cId="2803421184" sldId="292"/>
            <ac:spMk id="3" creationId="{DABAC2CE-B759-65A2-A9AA-973000EA0D14}"/>
          </ac:spMkLst>
        </pc:spChg>
      </pc:sldChg>
      <pc:sldChg chg="modSp">
        <pc:chgData name="Jeff DeRemer" userId="a37f3d2d141577c5" providerId="Windows Live" clId="Web-{1D8C70B6-822F-45A3-9FA8-4D04D39FEA7F}" dt="2023-07-23T18:28:05.801" v="240" actId="20577"/>
        <pc:sldMkLst>
          <pc:docMk/>
          <pc:sldMk cId="2373186645" sldId="294"/>
        </pc:sldMkLst>
        <pc:spChg chg="mod">
          <ac:chgData name="Jeff DeRemer" userId="a37f3d2d141577c5" providerId="Windows Live" clId="Web-{1D8C70B6-822F-45A3-9FA8-4D04D39FEA7F}" dt="2023-07-23T18:27:53.692" v="238" actId="20577"/>
          <ac:spMkLst>
            <pc:docMk/>
            <pc:sldMk cId="2373186645" sldId="294"/>
            <ac:spMk id="2" creationId="{B2222F7C-0144-814E-2BAD-01A1646151D4}"/>
          </ac:spMkLst>
        </pc:spChg>
        <pc:spChg chg="mod">
          <ac:chgData name="Jeff DeRemer" userId="a37f3d2d141577c5" providerId="Windows Live" clId="Web-{1D8C70B6-822F-45A3-9FA8-4D04D39FEA7F}" dt="2023-07-23T18:28:05.801" v="240" actId="20577"/>
          <ac:spMkLst>
            <pc:docMk/>
            <pc:sldMk cId="2373186645" sldId="294"/>
            <ac:spMk id="3" creationId="{044EA9B4-6A65-9695-5C1B-998070458920}"/>
          </ac:spMkLst>
        </pc:spChg>
      </pc:sldChg>
      <pc:sldChg chg="modSp">
        <pc:chgData name="Jeff DeRemer" userId="a37f3d2d141577c5" providerId="Windows Live" clId="Web-{1D8C70B6-822F-45A3-9FA8-4D04D39FEA7F}" dt="2023-07-23T18:24:58.594" v="199" actId="20577"/>
        <pc:sldMkLst>
          <pc:docMk/>
          <pc:sldMk cId="4013399894" sldId="298"/>
        </pc:sldMkLst>
        <pc:spChg chg="mod">
          <ac:chgData name="Jeff DeRemer" userId="a37f3d2d141577c5" providerId="Windows Live" clId="Web-{1D8C70B6-822F-45A3-9FA8-4D04D39FEA7F}" dt="2023-07-23T18:24:58.594" v="199" actId="20577"/>
          <ac:spMkLst>
            <pc:docMk/>
            <pc:sldMk cId="4013399894" sldId="298"/>
            <ac:spMk id="2" creationId="{9FC04FDF-F6C6-A102-AAE8-320D1538DF86}"/>
          </ac:spMkLst>
        </pc:spChg>
        <pc:spChg chg="mod">
          <ac:chgData name="Jeff DeRemer" userId="a37f3d2d141577c5" providerId="Windows Live" clId="Web-{1D8C70B6-822F-45A3-9FA8-4D04D39FEA7F}" dt="2023-07-23T18:24:46.562" v="193" actId="20577"/>
          <ac:spMkLst>
            <pc:docMk/>
            <pc:sldMk cId="4013399894" sldId="298"/>
            <ac:spMk id="3" creationId="{6743DE19-7F4F-73A0-DA1F-334D05FC2A93}"/>
          </ac:spMkLst>
        </pc:spChg>
      </pc:sldChg>
      <pc:sldChg chg="modSp">
        <pc:chgData name="Jeff DeRemer" userId="a37f3d2d141577c5" providerId="Windows Live" clId="Web-{1D8C70B6-822F-45A3-9FA8-4D04D39FEA7F}" dt="2023-07-23T18:49:29.629" v="946" actId="20577"/>
        <pc:sldMkLst>
          <pc:docMk/>
          <pc:sldMk cId="586689482" sldId="300"/>
        </pc:sldMkLst>
        <pc:spChg chg="mod">
          <ac:chgData name="Jeff DeRemer" userId="a37f3d2d141577c5" providerId="Windows Live" clId="Web-{1D8C70B6-822F-45A3-9FA8-4D04D39FEA7F}" dt="2023-07-23T18:49:29.629" v="946" actId="20577"/>
          <ac:spMkLst>
            <pc:docMk/>
            <pc:sldMk cId="586689482" sldId="300"/>
            <ac:spMk id="2" creationId="{E396FD66-0FAC-C93C-0BC0-9B32126BDF21}"/>
          </ac:spMkLst>
        </pc:spChg>
      </pc:sldChg>
      <pc:sldChg chg="modSp">
        <pc:chgData name="Jeff DeRemer" userId="a37f3d2d141577c5" providerId="Windows Live" clId="Web-{1D8C70B6-822F-45A3-9FA8-4D04D39FEA7F}" dt="2023-07-23T18:34:50.858" v="530" actId="20577"/>
        <pc:sldMkLst>
          <pc:docMk/>
          <pc:sldMk cId="1935756779" sldId="305"/>
        </pc:sldMkLst>
        <pc:spChg chg="mod">
          <ac:chgData name="Jeff DeRemer" userId="a37f3d2d141577c5" providerId="Windows Live" clId="Web-{1D8C70B6-822F-45A3-9FA8-4D04D39FEA7F}" dt="2023-07-23T18:34:50.858" v="530" actId="20577"/>
          <ac:spMkLst>
            <pc:docMk/>
            <pc:sldMk cId="1935756779" sldId="305"/>
            <ac:spMk id="2" creationId="{3ACE7FED-C200-7B67-3E02-882BF64E67DD}"/>
          </ac:spMkLst>
        </pc:spChg>
      </pc:sldChg>
      <pc:sldChg chg="modSp">
        <pc:chgData name="Jeff DeRemer" userId="a37f3d2d141577c5" providerId="Windows Live" clId="Web-{1D8C70B6-822F-45A3-9FA8-4D04D39FEA7F}" dt="2023-07-23T18:47:37.783" v="898" actId="20577"/>
        <pc:sldMkLst>
          <pc:docMk/>
          <pc:sldMk cId="3166782752" sldId="306"/>
        </pc:sldMkLst>
        <pc:spChg chg="mod">
          <ac:chgData name="Jeff DeRemer" userId="a37f3d2d141577c5" providerId="Windows Live" clId="Web-{1D8C70B6-822F-45A3-9FA8-4D04D39FEA7F}" dt="2023-07-23T18:47:37.783" v="898" actId="20577"/>
          <ac:spMkLst>
            <pc:docMk/>
            <pc:sldMk cId="3166782752" sldId="306"/>
            <ac:spMk id="2" creationId="{772C3B8A-BFCD-230B-87C2-C9526DBB601C}"/>
          </ac:spMkLst>
        </pc:spChg>
      </pc:sldChg>
      <pc:sldChg chg="modSp">
        <pc:chgData name="Jeff DeRemer" userId="a37f3d2d141577c5" providerId="Windows Live" clId="Web-{1D8C70B6-822F-45A3-9FA8-4D04D39FEA7F}" dt="2023-07-23T18:27:13.784" v="219" actId="20577"/>
        <pc:sldMkLst>
          <pc:docMk/>
          <pc:sldMk cId="2145870571" sldId="307"/>
        </pc:sldMkLst>
        <pc:spChg chg="mod">
          <ac:chgData name="Jeff DeRemer" userId="a37f3d2d141577c5" providerId="Windows Live" clId="Web-{1D8C70B6-822F-45A3-9FA8-4D04D39FEA7F}" dt="2023-07-23T18:27:13.784" v="219" actId="20577"/>
          <ac:spMkLst>
            <pc:docMk/>
            <pc:sldMk cId="2145870571" sldId="307"/>
            <ac:spMk id="3" creationId="{E16765E4-91CB-D7BB-72DE-17157CA29AE6}"/>
          </ac:spMkLst>
        </pc:spChg>
      </pc:sldChg>
      <pc:sldChg chg="modSp">
        <pc:chgData name="Jeff DeRemer" userId="a37f3d2d141577c5" providerId="Windows Live" clId="Web-{1D8C70B6-822F-45A3-9FA8-4D04D39FEA7F}" dt="2023-07-23T18:27:40.832" v="236" actId="20577"/>
        <pc:sldMkLst>
          <pc:docMk/>
          <pc:sldMk cId="1173428035" sldId="308"/>
        </pc:sldMkLst>
        <pc:spChg chg="mod">
          <ac:chgData name="Jeff DeRemer" userId="a37f3d2d141577c5" providerId="Windows Live" clId="Web-{1D8C70B6-822F-45A3-9FA8-4D04D39FEA7F}" dt="2023-07-23T18:27:40.832" v="236" actId="20577"/>
          <ac:spMkLst>
            <pc:docMk/>
            <pc:sldMk cId="1173428035" sldId="308"/>
            <ac:spMk id="2" creationId="{7905709C-0522-4331-5D4F-CCBE2BEF0D9D}"/>
          </ac:spMkLst>
        </pc:spChg>
        <pc:spChg chg="mod">
          <ac:chgData name="Jeff DeRemer" userId="a37f3d2d141577c5" providerId="Windows Live" clId="Web-{1D8C70B6-822F-45A3-9FA8-4D04D39FEA7F}" dt="2023-07-23T18:27:28.941" v="221" actId="20577"/>
          <ac:spMkLst>
            <pc:docMk/>
            <pc:sldMk cId="1173428035" sldId="308"/>
            <ac:spMk id="3" creationId="{D8401FEB-2B12-65C9-4AB5-92E8C061DEA6}"/>
          </ac:spMkLst>
        </pc:spChg>
      </pc:sldChg>
      <pc:sldChg chg="modSp">
        <pc:chgData name="Jeff DeRemer" userId="a37f3d2d141577c5" providerId="Windows Live" clId="Web-{1D8C70B6-822F-45A3-9FA8-4D04D39FEA7F}" dt="2023-07-23T18:33:14.809" v="495" actId="20577"/>
        <pc:sldMkLst>
          <pc:docMk/>
          <pc:sldMk cId="322086555" sldId="312"/>
        </pc:sldMkLst>
        <pc:spChg chg="mod">
          <ac:chgData name="Jeff DeRemer" userId="a37f3d2d141577c5" providerId="Windows Live" clId="Web-{1D8C70B6-822F-45A3-9FA8-4D04D39FEA7F}" dt="2023-07-23T18:32:53.277" v="492" actId="20577"/>
          <ac:spMkLst>
            <pc:docMk/>
            <pc:sldMk cId="322086555" sldId="312"/>
            <ac:spMk id="2" creationId="{5FF6EBCF-D7C6-7D4F-E1F5-F35CACAB2D0A}"/>
          </ac:spMkLst>
        </pc:spChg>
        <pc:spChg chg="mod">
          <ac:chgData name="Jeff DeRemer" userId="a37f3d2d141577c5" providerId="Windows Live" clId="Web-{1D8C70B6-822F-45A3-9FA8-4D04D39FEA7F}" dt="2023-07-23T18:33:14.809" v="495" actId="20577"/>
          <ac:spMkLst>
            <pc:docMk/>
            <pc:sldMk cId="322086555" sldId="312"/>
            <ac:spMk id="3" creationId="{0167575D-D147-EA22-F445-19C81CCD42A4}"/>
          </ac:spMkLst>
        </pc:spChg>
      </pc:sldChg>
      <pc:sldChg chg="modSp">
        <pc:chgData name="Jeff DeRemer" userId="a37f3d2d141577c5" providerId="Windows Live" clId="Web-{1D8C70B6-822F-45A3-9FA8-4D04D39FEA7F}" dt="2023-07-23T18:18:06.692" v="24" actId="20577"/>
        <pc:sldMkLst>
          <pc:docMk/>
          <pc:sldMk cId="3588194236" sldId="315"/>
        </pc:sldMkLst>
        <pc:spChg chg="mod">
          <ac:chgData name="Jeff DeRemer" userId="a37f3d2d141577c5" providerId="Windows Live" clId="Web-{1D8C70B6-822F-45A3-9FA8-4D04D39FEA7F}" dt="2023-07-23T18:18:06.692" v="24" actId="20577"/>
          <ac:spMkLst>
            <pc:docMk/>
            <pc:sldMk cId="3588194236" sldId="315"/>
            <ac:spMk id="3" creationId="{8797E62F-9EFE-7982-AA44-CA6ED395C745}"/>
          </ac:spMkLst>
        </pc:spChg>
      </pc:sldChg>
      <pc:sldChg chg="modSp">
        <pc:chgData name="Jeff DeRemer" userId="a37f3d2d141577c5" providerId="Windows Live" clId="Web-{1D8C70B6-822F-45A3-9FA8-4D04D39FEA7F}" dt="2023-07-23T18:34:34.592" v="529" actId="20577"/>
        <pc:sldMkLst>
          <pc:docMk/>
          <pc:sldMk cId="3080211462" sldId="316"/>
        </pc:sldMkLst>
        <pc:spChg chg="mod">
          <ac:chgData name="Jeff DeRemer" userId="a37f3d2d141577c5" providerId="Windows Live" clId="Web-{1D8C70B6-822F-45A3-9FA8-4D04D39FEA7F}" dt="2023-07-23T18:34:34.592" v="529" actId="20577"/>
          <ac:spMkLst>
            <pc:docMk/>
            <pc:sldMk cId="3080211462" sldId="316"/>
            <ac:spMk id="3" creationId="{22CFC226-DC8E-64BB-56E7-EA99E3243D7F}"/>
          </ac:spMkLst>
        </pc:spChg>
      </pc:sldChg>
      <pc:sldChg chg="modSp">
        <pc:chgData name="Jeff DeRemer" userId="a37f3d2d141577c5" providerId="Windows Live" clId="Web-{1D8C70B6-822F-45A3-9FA8-4D04D39FEA7F}" dt="2023-07-23T18:53:09.509" v="952" actId="20577"/>
        <pc:sldMkLst>
          <pc:docMk/>
          <pc:sldMk cId="915020623" sldId="317"/>
        </pc:sldMkLst>
        <pc:spChg chg="mod">
          <ac:chgData name="Jeff DeRemer" userId="a37f3d2d141577c5" providerId="Windows Live" clId="Web-{1D8C70B6-822F-45A3-9FA8-4D04D39FEA7F}" dt="2023-07-23T18:53:09.509" v="952" actId="20577"/>
          <ac:spMkLst>
            <pc:docMk/>
            <pc:sldMk cId="915020623" sldId="317"/>
            <ac:spMk id="3" creationId="{594954C9-A707-69B0-D235-57E16BE68174}"/>
          </ac:spMkLst>
        </pc:spChg>
      </pc:sldChg>
      <pc:sldChg chg="new">
        <pc:chgData name="Jeff DeRemer" userId="a37f3d2d141577c5" providerId="Windows Live" clId="Web-{1D8C70B6-822F-45A3-9FA8-4D04D39FEA7F}" dt="2023-07-23T18:56:51.264" v="957"/>
        <pc:sldMkLst>
          <pc:docMk/>
          <pc:sldMk cId="1712350636" sldId="318"/>
        </pc:sldMkLst>
      </pc:sldChg>
    </pc:docChg>
  </pc:docChgLst>
  <pc:docChgLst>
    <pc:chgData name="Jeff DeRemer" userId="a37f3d2d141577c5" providerId="Windows Live" clId="Web-{B26B62FC-1869-4897-87A8-C4D70978CF54}"/>
    <pc:docChg chg="modSld sldOrd modSection">
      <pc:chgData name="Jeff DeRemer" userId="a37f3d2d141577c5" providerId="Windows Live" clId="Web-{B26B62FC-1869-4897-87A8-C4D70978CF54}" dt="2023-07-24T00:03:48.680" v="236" actId="20577"/>
      <pc:docMkLst>
        <pc:docMk/>
      </pc:docMkLst>
      <pc:sldChg chg="modSp">
        <pc:chgData name="Jeff DeRemer" userId="a37f3d2d141577c5" providerId="Windows Live" clId="Web-{B26B62FC-1869-4897-87A8-C4D70978CF54}" dt="2023-07-23T23:06:32.103" v="61" actId="20577"/>
        <pc:sldMkLst>
          <pc:docMk/>
          <pc:sldMk cId="1537062186" sldId="259"/>
        </pc:sldMkLst>
        <pc:spChg chg="mod">
          <ac:chgData name="Jeff DeRemer" userId="a37f3d2d141577c5" providerId="Windows Live" clId="Web-{B26B62FC-1869-4897-87A8-C4D70978CF54}" dt="2023-07-23T23:06:32.103" v="61" actId="20577"/>
          <ac:spMkLst>
            <pc:docMk/>
            <pc:sldMk cId="1537062186" sldId="259"/>
            <ac:spMk id="3" creationId="{C94EAD4E-0DEF-F3E3-2CD3-304D0D8776E8}"/>
          </ac:spMkLst>
        </pc:spChg>
      </pc:sldChg>
      <pc:sldChg chg="ord">
        <pc:chgData name="Jeff DeRemer" userId="a37f3d2d141577c5" providerId="Windows Live" clId="Web-{B26B62FC-1869-4897-87A8-C4D70978CF54}" dt="2023-07-23T23:25:23.738" v="101"/>
        <pc:sldMkLst>
          <pc:docMk/>
          <pc:sldMk cId="3800418244" sldId="260"/>
        </pc:sldMkLst>
      </pc:sldChg>
      <pc:sldChg chg="modSp">
        <pc:chgData name="Jeff DeRemer" userId="a37f3d2d141577c5" providerId="Windows Live" clId="Web-{B26B62FC-1869-4897-87A8-C4D70978CF54}" dt="2023-07-23T23:09:16.624" v="69" actId="20577"/>
        <pc:sldMkLst>
          <pc:docMk/>
          <pc:sldMk cId="1862461135" sldId="261"/>
        </pc:sldMkLst>
        <pc:spChg chg="mod">
          <ac:chgData name="Jeff DeRemer" userId="a37f3d2d141577c5" providerId="Windows Live" clId="Web-{B26B62FC-1869-4897-87A8-C4D70978CF54}" dt="2023-07-23T23:09:16.624" v="69" actId="20577"/>
          <ac:spMkLst>
            <pc:docMk/>
            <pc:sldMk cId="1862461135" sldId="261"/>
            <ac:spMk id="3" creationId="{4FA58D88-1C41-4DB8-50F5-C0148DF26DEC}"/>
          </ac:spMkLst>
        </pc:spChg>
      </pc:sldChg>
      <pc:sldChg chg="modSp ord">
        <pc:chgData name="Jeff DeRemer" userId="a37f3d2d141577c5" providerId="Windows Live" clId="Web-{B26B62FC-1869-4897-87A8-C4D70978CF54}" dt="2023-07-23T23:29:38.465" v="111"/>
        <pc:sldMkLst>
          <pc:docMk/>
          <pc:sldMk cId="750474985" sldId="262"/>
        </pc:sldMkLst>
        <pc:spChg chg="mod">
          <ac:chgData name="Jeff DeRemer" userId="a37f3d2d141577c5" providerId="Windows Live" clId="Web-{B26B62FC-1869-4897-87A8-C4D70978CF54}" dt="2023-07-23T23:24:27.704" v="96" actId="20577"/>
          <ac:spMkLst>
            <pc:docMk/>
            <pc:sldMk cId="750474985" sldId="262"/>
            <ac:spMk id="3" creationId="{429D0DB0-413D-C8AB-1A23-F9C01F950E4C}"/>
          </ac:spMkLst>
        </pc:spChg>
      </pc:sldChg>
      <pc:sldChg chg="ord">
        <pc:chgData name="Jeff DeRemer" userId="a37f3d2d141577c5" providerId="Windows Live" clId="Web-{B26B62FC-1869-4897-87A8-C4D70978CF54}" dt="2023-07-23T23:38:37.546" v="124"/>
        <pc:sldMkLst>
          <pc:docMk/>
          <pc:sldMk cId="3059359370" sldId="268"/>
        </pc:sldMkLst>
      </pc:sldChg>
      <pc:sldChg chg="modSp">
        <pc:chgData name="Jeff DeRemer" userId="a37f3d2d141577c5" providerId="Windows Live" clId="Web-{B26B62FC-1869-4897-87A8-C4D70978CF54}" dt="2023-07-23T23:30:34.545" v="113" actId="20577"/>
        <pc:sldMkLst>
          <pc:docMk/>
          <pc:sldMk cId="4291219111" sldId="269"/>
        </pc:sldMkLst>
        <pc:spChg chg="mod">
          <ac:chgData name="Jeff DeRemer" userId="a37f3d2d141577c5" providerId="Windows Live" clId="Web-{B26B62FC-1869-4897-87A8-C4D70978CF54}" dt="2023-07-23T23:30:34.545" v="113" actId="20577"/>
          <ac:spMkLst>
            <pc:docMk/>
            <pc:sldMk cId="4291219111" sldId="269"/>
            <ac:spMk id="2" creationId="{9247A437-3EC2-47AD-0CB0-00EE5C7560CD}"/>
          </ac:spMkLst>
        </pc:spChg>
      </pc:sldChg>
      <pc:sldChg chg="modSp ord">
        <pc:chgData name="Jeff DeRemer" userId="a37f3d2d141577c5" providerId="Windows Live" clId="Web-{B26B62FC-1869-4897-87A8-C4D70978CF54}" dt="2023-07-23T23:25:05.924" v="98"/>
        <pc:sldMkLst>
          <pc:docMk/>
          <pc:sldMk cId="3628189326" sldId="270"/>
        </pc:sldMkLst>
        <pc:spChg chg="mod">
          <ac:chgData name="Jeff DeRemer" userId="a37f3d2d141577c5" providerId="Windows Live" clId="Web-{B26B62FC-1869-4897-87A8-C4D70978CF54}" dt="2023-07-23T23:14:35.963" v="72" actId="20577"/>
          <ac:spMkLst>
            <pc:docMk/>
            <pc:sldMk cId="3628189326" sldId="270"/>
            <ac:spMk id="2" creationId="{9DB831FD-D532-CC05-3979-A33DE6AA6F6E}"/>
          </ac:spMkLst>
        </pc:spChg>
      </pc:sldChg>
      <pc:sldChg chg="modSp">
        <pc:chgData name="Jeff DeRemer" userId="a37f3d2d141577c5" providerId="Windows Live" clId="Web-{B26B62FC-1869-4897-87A8-C4D70978CF54}" dt="2023-07-23T23:45:23.185" v="147" actId="20577"/>
        <pc:sldMkLst>
          <pc:docMk/>
          <pc:sldMk cId="1966568967" sldId="273"/>
        </pc:sldMkLst>
        <pc:spChg chg="mod">
          <ac:chgData name="Jeff DeRemer" userId="a37f3d2d141577c5" providerId="Windows Live" clId="Web-{B26B62FC-1869-4897-87A8-C4D70978CF54}" dt="2023-07-23T23:45:23.185" v="147" actId="20577"/>
          <ac:spMkLst>
            <pc:docMk/>
            <pc:sldMk cId="1966568967" sldId="273"/>
            <ac:spMk id="2" creationId="{C4C77302-4BF8-065B-0985-42ED6C4A094E}"/>
          </ac:spMkLst>
        </pc:spChg>
      </pc:sldChg>
      <pc:sldChg chg="modSp">
        <pc:chgData name="Jeff DeRemer" userId="a37f3d2d141577c5" providerId="Windows Live" clId="Web-{B26B62FC-1869-4897-87A8-C4D70978CF54}" dt="2023-07-23T23:48:23.050" v="166" actId="20577"/>
        <pc:sldMkLst>
          <pc:docMk/>
          <pc:sldMk cId="517718756" sldId="274"/>
        </pc:sldMkLst>
        <pc:spChg chg="mod">
          <ac:chgData name="Jeff DeRemer" userId="a37f3d2d141577c5" providerId="Windows Live" clId="Web-{B26B62FC-1869-4897-87A8-C4D70978CF54}" dt="2023-07-23T23:45:37.248" v="149" actId="20577"/>
          <ac:spMkLst>
            <pc:docMk/>
            <pc:sldMk cId="517718756" sldId="274"/>
            <ac:spMk id="2" creationId="{DA44FD8D-74EE-A547-A9C3-112CE6388BDC}"/>
          </ac:spMkLst>
        </pc:spChg>
        <pc:spChg chg="mod">
          <ac:chgData name="Jeff DeRemer" userId="a37f3d2d141577c5" providerId="Windows Live" clId="Web-{B26B62FC-1869-4897-87A8-C4D70978CF54}" dt="2023-07-23T23:48:23.050" v="166" actId="20577"/>
          <ac:spMkLst>
            <pc:docMk/>
            <pc:sldMk cId="517718756" sldId="274"/>
            <ac:spMk id="3" creationId="{36AB1BDB-E2A1-4202-92E8-6D3885AAD11B}"/>
          </ac:spMkLst>
        </pc:spChg>
      </pc:sldChg>
      <pc:sldChg chg="modSp">
        <pc:chgData name="Jeff DeRemer" userId="a37f3d2d141577c5" providerId="Windows Live" clId="Web-{B26B62FC-1869-4897-87A8-C4D70978CF54}" dt="2023-07-23T23:50:19.445" v="185" actId="20577"/>
        <pc:sldMkLst>
          <pc:docMk/>
          <pc:sldMk cId="2990784307" sldId="277"/>
        </pc:sldMkLst>
        <pc:spChg chg="mod">
          <ac:chgData name="Jeff DeRemer" userId="a37f3d2d141577c5" providerId="Windows Live" clId="Web-{B26B62FC-1869-4897-87A8-C4D70978CF54}" dt="2023-07-23T23:50:19.445" v="185" actId="20577"/>
          <ac:spMkLst>
            <pc:docMk/>
            <pc:sldMk cId="2990784307" sldId="277"/>
            <ac:spMk id="3" creationId="{8505100E-6EFE-B8B7-5E92-053F23902331}"/>
          </ac:spMkLst>
        </pc:spChg>
      </pc:sldChg>
      <pc:sldChg chg="modSp ord">
        <pc:chgData name="Jeff DeRemer" userId="a37f3d2d141577c5" providerId="Windows Live" clId="Web-{B26B62FC-1869-4897-87A8-C4D70978CF54}" dt="2023-07-24T00:00:11.795" v="232"/>
        <pc:sldMkLst>
          <pc:docMk/>
          <pc:sldMk cId="3744251568" sldId="278"/>
        </pc:sldMkLst>
        <pc:spChg chg="mod">
          <ac:chgData name="Jeff DeRemer" userId="a37f3d2d141577c5" providerId="Windows Live" clId="Web-{B26B62FC-1869-4897-87A8-C4D70978CF54}" dt="2023-07-23T23:51:15.087" v="192" actId="20577"/>
          <ac:spMkLst>
            <pc:docMk/>
            <pc:sldMk cId="3744251568" sldId="278"/>
            <ac:spMk id="3" creationId="{FB490085-442A-F459-46C4-DE49E5A3B707}"/>
          </ac:spMkLst>
        </pc:spChg>
      </pc:sldChg>
      <pc:sldChg chg="modSp">
        <pc:chgData name="Jeff DeRemer" userId="a37f3d2d141577c5" providerId="Windows Live" clId="Web-{B26B62FC-1869-4897-87A8-C4D70978CF54}" dt="2023-07-23T23:53:55.968" v="208" actId="20577"/>
        <pc:sldMkLst>
          <pc:docMk/>
          <pc:sldMk cId="3982399502" sldId="279"/>
        </pc:sldMkLst>
        <pc:spChg chg="mod">
          <ac:chgData name="Jeff DeRemer" userId="a37f3d2d141577c5" providerId="Windows Live" clId="Web-{B26B62FC-1869-4897-87A8-C4D70978CF54}" dt="2023-07-23T23:53:55.968" v="208" actId="20577"/>
          <ac:spMkLst>
            <pc:docMk/>
            <pc:sldMk cId="3982399502" sldId="279"/>
            <ac:spMk id="3" creationId="{E9946A79-B7B2-74E9-63F9-ED6A04F68C26}"/>
          </ac:spMkLst>
        </pc:spChg>
      </pc:sldChg>
      <pc:sldChg chg="modSp">
        <pc:chgData name="Jeff DeRemer" userId="a37f3d2d141577c5" providerId="Windows Live" clId="Web-{B26B62FC-1869-4897-87A8-C4D70978CF54}" dt="2023-07-24T00:00:24.717" v="234" actId="20577"/>
        <pc:sldMkLst>
          <pc:docMk/>
          <pc:sldMk cId="2746935985" sldId="280"/>
        </pc:sldMkLst>
        <pc:spChg chg="mod">
          <ac:chgData name="Jeff DeRemer" userId="a37f3d2d141577c5" providerId="Windows Live" clId="Web-{B26B62FC-1869-4897-87A8-C4D70978CF54}" dt="2023-07-24T00:00:24.717" v="234" actId="20577"/>
          <ac:spMkLst>
            <pc:docMk/>
            <pc:sldMk cId="2746935985" sldId="280"/>
            <ac:spMk id="3" creationId="{2CC19F36-1038-F57E-91F2-B8DE49592B97}"/>
          </ac:spMkLst>
        </pc:spChg>
      </pc:sldChg>
      <pc:sldChg chg="modSp">
        <pc:chgData name="Jeff DeRemer" userId="a37f3d2d141577c5" providerId="Windows Live" clId="Web-{B26B62FC-1869-4897-87A8-C4D70978CF54}" dt="2023-07-23T23:33:16.144" v="118" actId="20577"/>
        <pc:sldMkLst>
          <pc:docMk/>
          <pc:sldMk cId="1861732289" sldId="283"/>
        </pc:sldMkLst>
        <pc:spChg chg="mod">
          <ac:chgData name="Jeff DeRemer" userId="a37f3d2d141577c5" providerId="Windows Live" clId="Web-{B26B62FC-1869-4897-87A8-C4D70978CF54}" dt="2023-07-23T23:33:16.144" v="118" actId="20577"/>
          <ac:spMkLst>
            <pc:docMk/>
            <pc:sldMk cId="1861732289" sldId="283"/>
            <ac:spMk id="3" creationId="{A4DD8A52-93C3-307C-94F8-99CD4F67B3B0}"/>
          </ac:spMkLst>
        </pc:spChg>
      </pc:sldChg>
      <pc:sldChg chg="modSp">
        <pc:chgData name="Jeff DeRemer" userId="a37f3d2d141577c5" providerId="Windows Live" clId="Web-{B26B62FC-1869-4897-87A8-C4D70978CF54}" dt="2023-07-23T23:17:30.922" v="74" actId="20577"/>
        <pc:sldMkLst>
          <pc:docMk/>
          <pc:sldMk cId="2771794891" sldId="286"/>
        </pc:sldMkLst>
        <pc:spChg chg="mod">
          <ac:chgData name="Jeff DeRemer" userId="a37f3d2d141577c5" providerId="Windows Live" clId="Web-{B26B62FC-1869-4897-87A8-C4D70978CF54}" dt="2023-07-23T23:17:30.922" v="74" actId="20577"/>
          <ac:spMkLst>
            <pc:docMk/>
            <pc:sldMk cId="2771794891" sldId="286"/>
            <ac:spMk id="3" creationId="{E43A48AF-984B-687B-AB99-A4749E13FE18}"/>
          </ac:spMkLst>
        </pc:spChg>
      </pc:sldChg>
      <pc:sldChg chg="modSp">
        <pc:chgData name="Jeff DeRemer" userId="a37f3d2d141577c5" providerId="Windows Live" clId="Web-{B26B62FC-1869-4897-87A8-C4D70978CF54}" dt="2023-07-23T23:00:59.357" v="1" actId="20577"/>
        <pc:sldMkLst>
          <pc:docMk/>
          <pc:sldMk cId="4076531934" sldId="290"/>
        </pc:sldMkLst>
        <pc:spChg chg="mod">
          <ac:chgData name="Jeff DeRemer" userId="a37f3d2d141577c5" providerId="Windows Live" clId="Web-{B26B62FC-1869-4897-87A8-C4D70978CF54}" dt="2023-07-23T23:00:59.357" v="1" actId="20577"/>
          <ac:spMkLst>
            <pc:docMk/>
            <pc:sldMk cId="4076531934" sldId="290"/>
            <ac:spMk id="3" creationId="{960B53B4-EA2F-EDEB-811E-08923203A428}"/>
          </ac:spMkLst>
        </pc:spChg>
      </pc:sldChg>
      <pc:sldChg chg="modSp ord">
        <pc:chgData name="Jeff DeRemer" userId="a37f3d2d141577c5" providerId="Windows Live" clId="Web-{B26B62FC-1869-4897-87A8-C4D70978CF54}" dt="2023-07-23T23:28:17.493" v="108" actId="20577"/>
        <pc:sldMkLst>
          <pc:docMk/>
          <pc:sldMk cId="117291877" sldId="291"/>
        </pc:sldMkLst>
        <pc:spChg chg="mod">
          <ac:chgData name="Jeff DeRemer" userId="a37f3d2d141577c5" providerId="Windows Live" clId="Web-{B26B62FC-1869-4897-87A8-C4D70978CF54}" dt="2023-07-23T23:28:17.493" v="108" actId="20577"/>
          <ac:spMkLst>
            <pc:docMk/>
            <pc:sldMk cId="117291877" sldId="291"/>
            <ac:spMk id="2" creationId="{7C7FA624-06C1-58CB-6EBF-6A6E06B55AA5}"/>
          </ac:spMkLst>
        </pc:spChg>
      </pc:sldChg>
      <pc:sldChg chg="ord">
        <pc:chgData name="Jeff DeRemer" userId="a37f3d2d141577c5" providerId="Windows Live" clId="Web-{B26B62FC-1869-4897-87A8-C4D70978CF54}" dt="2023-07-23T23:29:23.511" v="109"/>
        <pc:sldMkLst>
          <pc:docMk/>
          <pc:sldMk cId="3056689765" sldId="293"/>
        </pc:sldMkLst>
      </pc:sldChg>
      <pc:sldChg chg="modSp">
        <pc:chgData name="Jeff DeRemer" userId="a37f3d2d141577c5" providerId="Windows Live" clId="Web-{B26B62FC-1869-4897-87A8-C4D70978CF54}" dt="2023-07-23T23:30:30.310" v="112" actId="20577"/>
        <pc:sldMkLst>
          <pc:docMk/>
          <pc:sldMk cId="2373186645" sldId="294"/>
        </pc:sldMkLst>
        <pc:spChg chg="mod">
          <ac:chgData name="Jeff DeRemer" userId="a37f3d2d141577c5" providerId="Windows Live" clId="Web-{B26B62FC-1869-4897-87A8-C4D70978CF54}" dt="2023-07-23T23:30:30.310" v="112" actId="20577"/>
          <ac:spMkLst>
            <pc:docMk/>
            <pc:sldMk cId="2373186645" sldId="294"/>
            <ac:spMk id="2" creationId="{B2222F7C-0144-814E-2BAD-01A1646151D4}"/>
          </ac:spMkLst>
        </pc:spChg>
      </pc:sldChg>
      <pc:sldChg chg="modSp">
        <pc:chgData name="Jeff DeRemer" userId="a37f3d2d141577c5" providerId="Windows Live" clId="Web-{B26B62FC-1869-4897-87A8-C4D70978CF54}" dt="2023-07-23T23:34:45.132" v="122" actId="20577"/>
        <pc:sldMkLst>
          <pc:docMk/>
          <pc:sldMk cId="3916907533" sldId="297"/>
        </pc:sldMkLst>
        <pc:spChg chg="mod">
          <ac:chgData name="Jeff DeRemer" userId="a37f3d2d141577c5" providerId="Windows Live" clId="Web-{B26B62FC-1869-4897-87A8-C4D70978CF54}" dt="2023-07-23T23:34:45.132" v="122" actId="20577"/>
          <ac:spMkLst>
            <pc:docMk/>
            <pc:sldMk cId="3916907533" sldId="297"/>
            <ac:spMk id="3" creationId="{44445D3B-2A71-A9CA-450D-9A629D66162C}"/>
          </ac:spMkLst>
        </pc:spChg>
      </pc:sldChg>
      <pc:sldChg chg="modSp ord">
        <pc:chgData name="Jeff DeRemer" userId="a37f3d2d141577c5" providerId="Windows Live" clId="Web-{B26B62FC-1869-4897-87A8-C4D70978CF54}" dt="2023-07-23T23:27:59.977" v="104" actId="20577"/>
        <pc:sldMkLst>
          <pc:docMk/>
          <pc:sldMk cId="4013399894" sldId="298"/>
        </pc:sldMkLst>
        <pc:spChg chg="mod">
          <ac:chgData name="Jeff DeRemer" userId="a37f3d2d141577c5" providerId="Windows Live" clId="Web-{B26B62FC-1869-4897-87A8-C4D70978CF54}" dt="2023-07-23T23:27:59.977" v="104" actId="20577"/>
          <ac:spMkLst>
            <pc:docMk/>
            <pc:sldMk cId="4013399894" sldId="298"/>
            <ac:spMk id="2" creationId="{9FC04FDF-F6C6-A102-AAE8-320D1538DF86}"/>
          </ac:spMkLst>
        </pc:spChg>
      </pc:sldChg>
      <pc:sldChg chg="modSp">
        <pc:chgData name="Jeff DeRemer" userId="a37f3d2d141577c5" providerId="Windows Live" clId="Web-{B26B62FC-1869-4897-87A8-C4D70978CF54}" dt="2023-07-23T23:54:14.062" v="214" actId="20577"/>
        <pc:sldMkLst>
          <pc:docMk/>
          <pc:sldMk cId="586689482" sldId="300"/>
        </pc:sldMkLst>
        <pc:spChg chg="mod">
          <ac:chgData name="Jeff DeRemer" userId="a37f3d2d141577c5" providerId="Windows Live" clId="Web-{B26B62FC-1869-4897-87A8-C4D70978CF54}" dt="2023-07-23T23:54:14.062" v="214" actId="20577"/>
          <ac:spMkLst>
            <pc:docMk/>
            <pc:sldMk cId="586689482" sldId="300"/>
            <ac:spMk id="2" creationId="{E396FD66-0FAC-C93C-0BC0-9B32126BDF21}"/>
          </ac:spMkLst>
        </pc:spChg>
      </pc:sldChg>
      <pc:sldChg chg="modSp">
        <pc:chgData name="Jeff DeRemer" userId="a37f3d2d141577c5" providerId="Windows Live" clId="Web-{B26B62FC-1869-4897-87A8-C4D70978CF54}" dt="2023-07-23T23:42:07.506" v="129" actId="20577"/>
        <pc:sldMkLst>
          <pc:docMk/>
          <pc:sldMk cId="1935756779" sldId="305"/>
        </pc:sldMkLst>
        <pc:spChg chg="mod">
          <ac:chgData name="Jeff DeRemer" userId="a37f3d2d141577c5" providerId="Windows Live" clId="Web-{B26B62FC-1869-4897-87A8-C4D70978CF54}" dt="2023-07-23T23:42:07.506" v="129" actId="20577"/>
          <ac:spMkLst>
            <pc:docMk/>
            <pc:sldMk cId="1935756779" sldId="305"/>
            <ac:spMk id="2" creationId="{3ACE7FED-C200-7B67-3E02-882BF64E67DD}"/>
          </ac:spMkLst>
        </pc:spChg>
      </pc:sldChg>
      <pc:sldChg chg="modSp">
        <pc:chgData name="Jeff DeRemer" userId="a37f3d2d141577c5" providerId="Windows Live" clId="Web-{B26B62FC-1869-4897-87A8-C4D70978CF54}" dt="2023-07-23T23:31:34.516" v="114" actId="20577"/>
        <pc:sldMkLst>
          <pc:docMk/>
          <pc:sldMk cId="1173428035" sldId="308"/>
        </pc:sldMkLst>
        <pc:spChg chg="mod">
          <ac:chgData name="Jeff DeRemer" userId="a37f3d2d141577c5" providerId="Windows Live" clId="Web-{B26B62FC-1869-4897-87A8-C4D70978CF54}" dt="2023-07-23T23:31:34.516" v="114" actId="20577"/>
          <ac:spMkLst>
            <pc:docMk/>
            <pc:sldMk cId="1173428035" sldId="308"/>
            <ac:spMk id="2" creationId="{7905709C-0522-4331-5D4F-CCBE2BEF0D9D}"/>
          </ac:spMkLst>
        </pc:spChg>
      </pc:sldChg>
      <pc:sldChg chg="modSp">
        <pc:chgData name="Jeff DeRemer" userId="a37f3d2d141577c5" providerId="Windows Live" clId="Web-{B26B62FC-1869-4897-87A8-C4D70978CF54}" dt="2023-07-23T23:01:46.328" v="5" actId="20577"/>
        <pc:sldMkLst>
          <pc:docMk/>
          <pc:sldMk cId="3630277452" sldId="309"/>
        </pc:sldMkLst>
        <pc:spChg chg="mod">
          <ac:chgData name="Jeff DeRemer" userId="a37f3d2d141577c5" providerId="Windows Live" clId="Web-{B26B62FC-1869-4897-87A8-C4D70978CF54}" dt="2023-07-23T23:01:46.328" v="5" actId="20577"/>
          <ac:spMkLst>
            <pc:docMk/>
            <pc:sldMk cId="3630277452" sldId="309"/>
            <ac:spMk id="3" creationId="{667CAB59-D103-80B2-8972-BA950EE5CE80}"/>
          </ac:spMkLst>
        </pc:spChg>
      </pc:sldChg>
      <pc:sldChg chg="modSp">
        <pc:chgData name="Jeff DeRemer" userId="a37f3d2d141577c5" providerId="Windows Live" clId="Web-{B26B62FC-1869-4897-87A8-C4D70978CF54}" dt="2023-07-24T00:03:48.680" v="236" actId="20577"/>
        <pc:sldMkLst>
          <pc:docMk/>
          <pc:sldMk cId="3904009533" sldId="313"/>
        </pc:sldMkLst>
        <pc:spChg chg="mod">
          <ac:chgData name="Jeff DeRemer" userId="a37f3d2d141577c5" providerId="Windows Live" clId="Web-{B26B62FC-1869-4897-87A8-C4D70978CF54}" dt="2023-07-24T00:03:48.680" v="236" actId="20577"/>
          <ac:spMkLst>
            <pc:docMk/>
            <pc:sldMk cId="3904009533" sldId="313"/>
            <ac:spMk id="3" creationId="{2B48F1B9-BE18-2779-9783-44A7FC8F6204}"/>
          </ac:spMkLst>
        </pc:spChg>
      </pc:sldChg>
      <pc:sldChg chg="modSp">
        <pc:chgData name="Jeff DeRemer" userId="a37f3d2d141577c5" providerId="Windows Live" clId="Web-{B26B62FC-1869-4897-87A8-C4D70978CF54}" dt="2023-07-23T23:34:16.349" v="120" actId="20577"/>
        <pc:sldMkLst>
          <pc:docMk/>
          <pc:sldMk cId="588049691" sldId="314"/>
        </pc:sldMkLst>
        <pc:spChg chg="mod">
          <ac:chgData name="Jeff DeRemer" userId="a37f3d2d141577c5" providerId="Windows Live" clId="Web-{B26B62FC-1869-4897-87A8-C4D70978CF54}" dt="2023-07-23T23:34:16.349" v="120" actId="20577"/>
          <ac:spMkLst>
            <pc:docMk/>
            <pc:sldMk cId="588049691" sldId="314"/>
            <ac:spMk id="2" creationId="{155F2CC8-9572-2144-062B-FABFE70C4A2C}"/>
          </ac:spMkLst>
        </pc:spChg>
      </pc:sldChg>
      <pc:sldChg chg="modSp">
        <pc:chgData name="Jeff DeRemer" userId="a37f3d2d141577c5" providerId="Windows Live" clId="Web-{B26B62FC-1869-4897-87A8-C4D70978CF54}" dt="2023-07-23T23:44:27.323" v="144" actId="20577"/>
        <pc:sldMkLst>
          <pc:docMk/>
          <pc:sldMk cId="3080211462" sldId="316"/>
        </pc:sldMkLst>
        <pc:spChg chg="mod">
          <ac:chgData name="Jeff DeRemer" userId="a37f3d2d141577c5" providerId="Windows Live" clId="Web-{B26B62FC-1869-4897-87A8-C4D70978CF54}" dt="2023-07-23T23:44:27.323" v="144" actId="20577"/>
          <ac:spMkLst>
            <pc:docMk/>
            <pc:sldMk cId="3080211462" sldId="316"/>
            <ac:spMk id="3" creationId="{22CFC226-DC8E-64BB-56E7-EA99E3243D7F}"/>
          </ac:spMkLst>
        </pc:spChg>
      </pc:sldChg>
    </pc:docChg>
  </pc:docChgLst>
  <pc:docChgLst>
    <pc:chgData name="Jeff DeRemer" userId="a37f3d2d141577c5" providerId="Windows Live" clId="Web-{CBE07907-F9FD-4B45-97D5-11ADE1167FEF}"/>
    <pc:docChg chg="delSection">
      <pc:chgData name="Jeff DeRemer" userId="a37f3d2d141577c5" providerId="Windows Live" clId="Web-{CBE07907-F9FD-4B45-97D5-11ADE1167FEF}" dt="2023-09-03T11:13:04.703" v="10"/>
      <pc:docMkLst>
        <pc:docMk/>
      </pc:docMkLst>
    </pc:docChg>
  </pc:docChgLst>
  <pc:docChgLst>
    <pc:chgData name="Jeff DeRemer" userId="a37f3d2d141577c5" providerId="Windows Live" clId="Web-{437F9473-31E1-4FC1-A591-DF6B779AC242}"/>
    <pc:docChg chg="addSld modSld sldOrd modSection">
      <pc:chgData name="Jeff DeRemer" userId="a37f3d2d141577c5" providerId="Windows Live" clId="Web-{437F9473-31E1-4FC1-A591-DF6B779AC242}" dt="2023-09-01T19:08:34.063" v="131" actId="20577"/>
      <pc:docMkLst>
        <pc:docMk/>
      </pc:docMkLst>
      <pc:sldChg chg="modSp">
        <pc:chgData name="Jeff DeRemer" userId="a37f3d2d141577c5" providerId="Windows Live" clId="Web-{437F9473-31E1-4FC1-A591-DF6B779AC242}" dt="2023-09-01T18:45:14.849" v="37" actId="20577"/>
        <pc:sldMkLst>
          <pc:docMk/>
          <pc:sldMk cId="3204198918" sldId="258"/>
        </pc:sldMkLst>
        <pc:spChg chg="mod">
          <ac:chgData name="Jeff DeRemer" userId="a37f3d2d141577c5" providerId="Windows Live" clId="Web-{437F9473-31E1-4FC1-A591-DF6B779AC242}" dt="2023-09-01T18:45:14.849" v="37" actId="20577"/>
          <ac:spMkLst>
            <pc:docMk/>
            <pc:sldMk cId="3204198918" sldId="258"/>
            <ac:spMk id="3" creationId="{B6C27F68-3CFD-F860-DC38-DB6A07A7E802}"/>
          </ac:spMkLst>
        </pc:spChg>
      </pc:sldChg>
      <pc:sldChg chg="modSp ord">
        <pc:chgData name="Jeff DeRemer" userId="a37f3d2d141577c5" providerId="Windows Live" clId="Web-{437F9473-31E1-4FC1-A591-DF6B779AC242}" dt="2023-09-01T18:56:35.541" v="50" actId="1076"/>
        <pc:sldMkLst>
          <pc:docMk/>
          <pc:sldMk cId="1862461135" sldId="261"/>
        </pc:sldMkLst>
        <pc:spChg chg="mod">
          <ac:chgData name="Jeff DeRemer" userId="a37f3d2d141577c5" providerId="Windows Live" clId="Web-{437F9473-31E1-4FC1-A591-DF6B779AC242}" dt="2023-09-01T18:56:35.541" v="50" actId="1076"/>
          <ac:spMkLst>
            <pc:docMk/>
            <pc:sldMk cId="1862461135" sldId="261"/>
            <ac:spMk id="2" creationId="{3C0A472B-B6FE-1E36-BAAA-CEFDE0D6E812}"/>
          </ac:spMkLst>
        </pc:spChg>
      </pc:sldChg>
      <pc:sldChg chg="modSp">
        <pc:chgData name="Jeff DeRemer" userId="a37f3d2d141577c5" providerId="Windows Live" clId="Web-{437F9473-31E1-4FC1-A591-DF6B779AC242}" dt="2023-09-01T19:07:49.155" v="126" actId="20577"/>
        <pc:sldMkLst>
          <pc:docMk/>
          <pc:sldMk cId="204965760" sldId="282"/>
        </pc:sldMkLst>
        <pc:spChg chg="mod">
          <ac:chgData name="Jeff DeRemer" userId="a37f3d2d141577c5" providerId="Windows Live" clId="Web-{437F9473-31E1-4FC1-A591-DF6B779AC242}" dt="2023-09-01T19:07:49.155" v="126" actId="20577"/>
          <ac:spMkLst>
            <pc:docMk/>
            <pc:sldMk cId="204965760" sldId="282"/>
            <ac:spMk id="3" creationId="{214B1D8D-63BD-DD0B-C0F5-8839FC6374EC}"/>
          </ac:spMkLst>
        </pc:spChg>
      </pc:sldChg>
      <pc:sldChg chg="modSp">
        <pc:chgData name="Jeff DeRemer" userId="a37f3d2d141577c5" providerId="Windows Live" clId="Web-{437F9473-31E1-4FC1-A591-DF6B779AC242}" dt="2023-09-01T18:53:35.302" v="40" actId="20577"/>
        <pc:sldMkLst>
          <pc:docMk/>
          <pc:sldMk cId="3257431584" sldId="296"/>
        </pc:sldMkLst>
        <pc:spChg chg="mod">
          <ac:chgData name="Jeff DeRemer" userId="a37f3d2d141577c5" providerId="Windows Live" clId="Web-{437F9473-31E1-4FC1-A591-DF6B779AC242}" dt="2023-09-01T18:53:35.302" v="40" actId="20577"/>
          <ac:spMkLst>
            <pc:docMk/>
            <pc:sldMk cId="3257431584" sldId="296"/>
            <ac:spMk id="3" creationId="{796CF47D-9B0B-ECCF-6644-4B8820451995}"/>
          </ac:spMkLst>
        </pc:spChg>
      </pc:sldChg>
      <pc:sldChg chg="modSp">
        <pc:chgData name="Jeff DeRemer" userId="a37f3d2d141577c5" providerId="Windows Live" clId="Web-{437F9473-31E1-4FC1-A591-DF6B779AC242}" dt="2023-09-01T18:44:54.380" v="34" actId="20577"/>
        <pc:sldMkLst>
          <pc:docMk/>
          <pc:sldMk cId="2940824636" sldId="310"/>
        </pc:sldMkLst>
        <pc:spChg chg="mod">
          <ac:chgData name="Jeff DeRemer" userId="a37f3d2d141577c5" providerId="Windows Live" clId="Web-{437F9473-31E1-4FC1-A591-DF6B779AC242}" dt="2023-09-01T18:44:54.380" v="34" actId="20577"/>
          <ac:spMkLst>
            <pc:docMk/>
            <pc:sldMk cId="2940824636" sldId="310"/>
            <ac:spMk id="3" creationId="{1E27FDFE-7CD7-2DFC-2F94-D0819ECC8141}"/>
          </ac:spMkLst>
        </pc:spChg>
      </pc:sldChg>
      <pc:sldChg chg="modSp new">
        <pc:chgData name="Jeff DeRemer" userId="a37f3d2d141577c5" providerId="Windows Live" clId="Web-{437F9473-31E1-4FC1-A591-DF6B779AC242}" dt="2023-09-01T19:08:34.063" v="131" actId="20577"/>
        <pc:sldMkLst>
          <pc:docMk/>
          <pc:sldMk cId="2417779818" sldId="319"/>
        </pc:sldMkLst>
        <pc:spChg chg="mod">
          <ac:chgData name="Jeff DeRemer" userId="a37f3d2d141577c5" providerId="Windows Live" clId="Web-{437F9473-31E1-4FC1-A591-DF6B779AC242}" dt="2023-09-01T18:57:07.870" v="53" actId="20577"/>
          <ac:spMkLst>
            <pc:docMk/>
            <pc:sldMk cId="2417779818" sldId="319"/>
            <ac:spMk id="2" creationId="{470EF524-55BF-DBF8-4D80-571128347465}"/>
          </ac:spMkLst>
        </pc:spChg>
        <pc:spChg chg="mod">
          <ac:chgData name="Jeff DeRemer" userId="a37f3d2d141577c5" providerId="Windows Live" clId="Web-{437F9473-31E1-4FC1-A591-DF6B779AC242}" dt="2023-09-01T19:08:34.063" v="131" actId="20577"/>
          <ac:spMkLst>
            <pc:docMk/>
            <pc:sldMk cId="2417779818" sldId="319"/>
            <ac:spMk id="3" creationId="{12EED0E7-EAC5-B55A-2374-3C8714688BAE}"/>
          </ac:spMkLst>
        </pc:spChg>
      </pc:sldChg>
    </pc:docChg>
  </pc:docChgLst>
  <pc:docChgLst>
    <pc:chgData name="Jeff DeRemer" userId="a37f3d2d141577c5" providerId="Windows Live" clId="Web-{84FDC6C0-EB0C-48F3-B9B4-1D7FAE88DCC6}"/>
    <pc:docChg chg="delSld modSld sldOrd modSection">
      <pc:chgData name="Jeff DeRemer" userId="a37f3d2d141577c5" providerId="Windows Live" clId="Web-{84FDC6C0-EB0C-48F3-B9B4-1D7FAE88DCC6}" dt="2023-07-27T18:54:37.885" v="426" actId="20577"/>
      <pc:docMkLst>
        <pc:docMk/>
      </pc:docMkLst>
      <pc:sldChg chg="modSp">
        <pc:chgData name="Jeff DeRemer" userId="a37f3d2d141577c5" providerId="Windows Live" clId="Web-{84FDC6C0-EB0C-48F3-B9B4-1D7FAE88DCC6}" dt="2023-07-27T18:15:51.435" v="163" actId="20577"/>
        <pc:sldMkLst>
          <pc:docMk/>
          <pc:sldMk cId="436497126" sldId="257"/>
        </pc:sldMkLst>
        <pc:spChg chg="mod">
          <ac:chgData name="Jeff DeRemer" userId="a37f3d2d141577c5" providerId="Windows Live" clId="Web-{84FDC6C0-EB0C-48F3-B9B4-1D7FAE88DCC6}" dt="2023-07-27T18:15:51.435" v="163" actId="20577"/>
          <ac:spMkLst>
            <pc:docMk/>
            <pc:sldMk cId="436497126" sldId="257"/>
            <ac:spMk id="3" creationId="{69F6AD24-2AA8-1769-5A4C-06990BD5C0B0}"/>
          </ac:spMkLst>
        </pc:spChg>
      </pc:sldChg>
      <pc:sldChg chg="modSp">
        <pc:chgData name="Jeff DeRemer" userId="a37f3d2d141577c5" providerId="Windows Live" clId="Web-{84FDC6C0-EB0C-48F3-B9B4-1D7FAE88DCC6}" dt="2023-07-27T18:17:04.500" v="168" actId="20577"/>
        <pc:sldMkLst>
          <pc:docMk/>
          <pc:sldMk cId="3204198918" sldId="258"/>
        </pc:sldMkLst>
        <pc:spChg chg="mod">
          <ac:chgData name="Jeff DeRemer" userId="a37f3d2d141577c5" providerId="Windows Live" clId="Web-{84FDC6C0-EB0C-48F3-B9B4-1D7FAE88DCC6}" dt="2023-07-27T18:17:04.500" v="168" actId="20577"/>
          <ac:spMkLst>
            <pc:docMk/>
            <pc:sldMk cId="3204198918" sldId="258"/>
            <ac:spMk id="3" creationId="{B6C27F68-3CFD-F860-DC38-DB6A07A7E802}"/>
          </ac:spMkLst>
        </pc:spChg>
      </pc:sldChg>
      <pc:sldChg chg="modSp">
        <pc:chgData name="Jeff DeRemer" userId="a37f3d2d141577c5" providerId="Windows Live" clId="Web-{84FDC6C0-EB0C-48F3-B9B4-1D7FAE88DCC6}" dt="2023-07-27T18:07:58.073" v="104" actId="20577"/>
        <pc:sldMkLst>
          <pc:docMk/>
          <pc:sldMk cId="1537062186" sldId="259"/>
        </pc:sldMkLst>
        <pc:spChg chg="mod">
          <ac:chgData name="Jeff DeRemer" userId="a37f3d2d141577c5" providerId="Windows Live" clId="Web-{84FDC6C0-EB0C-48F3-B9B4-1D7FAE88DCC6}" dt="2023-07-27T18:07:58.073" v="104" actId="20577"/>
          <ac:spMkLst>
            <pc:docMk/>
            <pc:sldMk cId="1537062186" sldId="259"/>
            <ac:spMk id="3" creationId="{C94EAD4E-0DEF-F3E3-2CD3-304D0D8776E8}"/>
          </ac:spMkLst>
        </pc:spChg>
      </pc:sldChg>
      <pc:sldChg chg="modSp">
        <pc:chgData name="Jeff DeRemer" userId="a37f3d2d141577c5" providerId="Windows Live" clId="Web-{84FDC6C0-EB0C-48F3-B9B4-1D7FAE88DCC6}" dt="2023-07-27T18:08:42.231" v="116" actId="20577"/>
        <pc:sldMkLst>
          <pc:docMk/>
          <pc:sldMk cId="3800418244" sldId="260"/>
        </pc:sldMkLst>
        <pc:spChg chg="mod">
          <ac:chgData name="Jeff DeRemer" userId="a37f3d2d141577c5" providerId="Windows Live" clId="Web-{84FDC6C0-EB0C-48F3-B9B4-1D7FAE88DCC6}" dt="2023-07-27T18:08:42.231" v="116" actId="20577"/>
          <ac:spMkLst>
            <pc:docMk/>
            <pc:sldMk cId="3800418244" sldId="260"/>
            <ac:spMk id="3" creationId="{0C5B5C69-3010-67FC-1E38-ECFAC33F0253}"/>
          </ac:spMkLst>
        </pc:spChg>
      </pc:sldChg>
      <pc:sldChg chg="modSp">
        <pc:chgData name="Jeff DeRemer" userId="a37f3d2d141577c5" providerId="Windows Live" clId="Web-{84FDC6C0-EB0C-48F3-B9B4-1D7FAE88DCC6}" dt="2023-07-27T18:15:40.091" v="157" actId="20577"/>
        <pc:sldMkLst>
          <pc:docMk/>
          <pc:sldMk cId="1862461135" sldId="261"/>
        </pc:sldMkLst>
        <pc:spChg chg="mod">
          <ac:chgData name="Jeff DeRemer" userId="a37f3d2d141577c5" providerId="Windows Live" clId="Web-{84FDC6C0-EB0C-48F3-B9B4-1D7FAE88DCC6}" dt="2023-07-27T18:15:40.091" v="157" actId="20577"/>
          <ac:spMkLst>
            <pc:docMk/>
            <pc:sldMk cId="1862461135" sldId="261"/>
            <ac:spMk id="3" creationId="{4FA58D88-1C41-4DB8-50F5-C0148DF26DEC}"/>
          </ac:spMkLst>
        </pc:spChg>
      </pc:sldChg>
      <pc:sldChg chg="modSp">
        <pc:chgData name="Jeff DeRemer" userId="a37f3d2d141577c5" providerId="Windows Live" clId="Web-{84FDC6C0-EB0C-48F3-B9B4-1D7FAE88DCC6}" dt="2023-07-27T18:22:15.809" v="242" actId="20577"/>
        <pc:sldMkLst>
          <pc:docMk/>
          <pc:sldMk cId="750474985" sldId="262"/>
        </pc:sldMkLst>
        <pc:spChg chg="mod">
          <ac:chgData name="Jeff DeRemer" userId="a37f3d2d141577c5" providerId="Windows Live" clId="Web-{84FDC6C0-EB0C-48F3-B9B4-1D7FAE88DCC6}" dt="2023-07-27T18:22:15.809" v="242" actId="20577"/>
          <ac:spMkLst>
            <pc:docMk/>
            <pc:sldMk cId="750474985" sldId="262"/>
            <ac:spMk id="3" creationId="{429D0DB0-413D-C8AB-1A23-F9C01F950E4C}"/>
          </ac:spMkLst>
        </pc:spChg>
      </pc:sldChg>
      <pc:sldChg chg="modSp">
        <pc:chgData name="Jeff DeRemer" userId="a37f3d2d141577c5" providerId="Windows Live" clId="Web-{84FDC6C0-EB0C-48F3-B9B4-1D7FAE88DCC6}" dt="2023-07-27T18:15:00.636" v="141" actId="20577"/>
        <pc:sldMkLst>
          <pc:docMk/>
          <pc:sldMk cId="1604463162" sldId="263"/>
        </pc:sldMkLst>
        <pc:spChg chg="mod">
          <ac:chgData name="Jeff DeRemer" userId="a37f3d2d141577c5" providerId="Windows Live" clId="Web-{84FDC6C0-EB0C-48F3-B9B4-1D7FAE88DCC6}" dt="2023-07-27T18:15:00.636" v="141" actId="20577"/>
          <ac:spMkLst>
            <pc:docMk/>
            <pc:sldMk cId="1604463162" sldId="263"/>
            <ac:spMk id="3" creationId="{FF35C628-9ED1-48A4-98A5-A82E3566925E}"/>
          </ac:spMkLst>
        </pc:spChg>
      </pc:sldChg>
      <pc:sldChg chg="modSp">
        <pc:chgData name="Jeff DeRemer" userId="a37f3d2d141577c5" providerId="Windows Live" clId="Web-{84FDC6C0-EB0C-48F3-B9B4-1D7FAE88DCC6}" dt="2023-07-27T18:22:56.076" v="252" actId="20577"/>
        <pc:sldMkLst>
          <pc:docMk/>
          <pc:sldMk cId="98002227" sldId="264"/>
        </pc:sldMkLst>
        <pc:spChg chg="mod">
          <ac:chgData name="Jeff DeRemer" userId="a37f3d2d141577c5" providerId="Windows Live" clId="Web-{84FDC6C0-EB0C-48F3-B9B4-1D7FAE88DCC6}" dt="2023-07-27T18:22:56.076" v="252" actId="20577"/>
          <ac:spMkLst>
            <pc:docMk/>
            <pc:sldMk cId="98002227" sldId="264"/>
            <ac:spMk id="3" creationId="{18544897-D0A9-DA82-41A4-10CBB57ECE59}"/>
          </ac:spMkLst>
        </pc:spChg>
      </pc:sldChg>
      <pc:sldChg chg="modSp">
        <pc:chgData name="Jeff DeRemer" userId="a37f3d2d141577c5" providerId="Windows Live" clId="Web-{84FDC6C0-EB0C-48F3-B9B4-1D7FAE88DCC6}" dt="2023-07-27T18:23:28.093" v="259" actId="20577"/>
        <pc:sldMkLst>
          <pc:docMk/>
          <pc:sldMk cId="4027165043" sldId="265"/>
        </pc:sldMkLst>
        <pc:spChg chg="mod">
          <ac:chgData name="Jeff DeRemer" userId="a37f3d2d141577c5" providerId="Windows Live" clId="Web-{84FDC6C0-EB0C-48F3-B9B4-1D7FAE88DCC6}" dt="2023-07-27T18:23:28.093" v="259" actId="20577"/>
          <ac:spMkLst>
            <pc:docMk/>
            <pc:sldMk cId="4027165043" sldId="265"/>
            <ac:spMk id="3" creationId="{4182CC16-3AE7-DF35-254E-91CD4D63E479}"/>
          </ac:spMkLst>
        </pc:spChg>
      </pc:sldChg>
      <pc:sldChg chg="modSp">
        <pc:chgData name="Jeff DeRemer" userId="a37f3d2d141577c5" providerId="Windows Live" clId="Web-{84FDC6C0-EB0C-48F3-B9B4-1D7FAE88DCC6}" dt="2023-07-27T18:30:02.499" v="326" actId="20577"/>
        <pc:sldMkLst>
          <pc:docMk/>
          <pc:sldMk cId="1052964133" sldId="266"/>
        </pc:sldMkLst>
        <pc:spChg chg="mod">
          <ac:chgData name="Jeff DeRemer" userId="a37f3d2d141577c5" providerId="Windows Live" clId="Web-{84FDC6C0-EB0C-48F3-B9B4-1D7FAE88DCC6}" dt="2023-07-27T18:30:02.499" v="326" actId="20577"/>
          <ac:spMkLst>
            <pc:docMk/>
            <pc:sldMk cId="1052964133" sldId="266"/>
            <ac:spMk id="3" creationId="{FB20C80A-234C-1B92-533C-D58FA0A04C61}"/>
          </ac:spMkLst>
        </pc:spChg>
      </pc:sldChg>
      <pc:sldChg chg="modSp">
        <pc:chgData name="Jeff DeRemer" userId="a37f3d2d141577c5" providerId="Windows Live" clId="Web-{84FDC6C0-EB0C-48F3-B9B4-1D7FAE88DCC6}" dt="2023-07-27T18:38:23.597" v="365" actId="20577"/>
        <pc:sldMkLst>
          <pc:docMk/>
          <pc:sldMk cId="1079600738" sldId="267"/>
        </pc:sldMkLst>
        <pc:spChg chg="mod">
          <ac:chgData name="Jeff DeRemer" userId="a37f3d2d141577c5" providerId="Windows Live" clId="Web-{84FDC6C0-EB0C-48F3-B9B4-1D7FAE88DCC6}" dt="2023-07-27T18:38:23.597" v="365" actId="20577"/>
          <ac:spMkLst>
            <pc:docMk/>
            <pc:sldMk cId="1079600738" sldId="267"/>
            <ac:spMk id="3" creationId="{D5A21A21-6D25-B829-492F-6BC8C1ADA0ED}"/>
          </ac:spMkLst>
        </pc:spChg>
      </pc:sldChg>
      <pc:sldChg chg="del">
        <pc:chgData name="Jeff DeRemer" userId="a37f3d2d141577c5" providerId="Windows Live" clId="Web-{84FDC6C0-EB0C-48F3-B9B4-1D7FAE88DCC6}" dt="2023-07-27T18:40:33.524" v="366"/>
        <pc:sldMkLst>
          <pc:docMk/>
          <pc:sldMk cId="3059359370" sldId="268"/>
        </pc:sldMkLst>
      </pc:sldChg>
      <pc:sldChg chg="modSp">
        <pc:chgData name="Jeff DeRemer" userId="a37f3d2d141577c5" providerId="Windows Live" clId="Web-{84FDC6C0-EB0C-48F3-B9B4-1D7FAE88DCC6}" dt="2023-07-27T18:29:32.889" v="313" actId="20577"/>
        <pc:sldMkLst>
          <pc:docMk/>
          <pc:sldMk cId="4291219111" sldId="269"/>
        </pc:sldMkLst>
        <pc:spChg chg="mod">
          <ac:chgData name="Jeff DeRemer" userId="a37f3d2d141577c5" providerId="Windows Live" clId="Web-{84FDC6C0-EB0C-48F3-B9B4-1D7FAE88DCC6}" dt="2023-07-27T18:29:32.889" v="313" actId="20577"/>
          <ac:spMkLst>
            <pc:docMk/>
            <pc:sldMk cId="4291219111" sldId="269"/>
            <ac:spMk id="3" creationId="{0F18B9B2-A879-82B3-D71E-0BA6774BC0F8}"/>
          </ac:spMkLst>
        </pc:spChg>
      </pc:sldChg>
      <pc:sldChg chg="modSp">
        <pc:chgData name="Jeff DeRemer" userId="a37f3d2d141577c5" providerId="Windows Live" clId="Web-{84FDC6C0-EB0C-48F3-B9B4-1D7FAE88DCC6}" dt="2023-07-27T18:22:33.841" v="248" actId="20577"/>
        <pc:sldMkLst>
          <pc:docMk/>
          <pc:sldMk cId="3628189326" sldId="270"/>
        </pc:sldMkLst>
        <pc:spChg chg="mod">
          <ac:chgData name="Jeff DeRemer" userId="a37f3d2d141577c5" providerId="Windows Live" clId="Web-{84FDC6C0-EB0C-48F3-B9B4-1D7FAE88DCC6}" dt="2023-07-27T18:22:33.841" v="248" actId="20577"/>
          <ac:spMkLst>
            <pc:docMk/>
            <pc:sldMk cId="3628189326" sldId="270"/>
            <ac:spMk id="3" creationId="{6F7476CC-B0F5-EBA0-A09C-F0614C089CE5}"/>
          </ac:spMkLst>
        </pc:spChg>
      </pc:sldChg>
      <pc:sldChg chg="modSp">
        <pc:chgData name="Jeff DeRemer" userId="a37f3d2d141577c5" providerId="Windows Live" clId="Web-{84FDC6C0-EB0C-48F3-B9B4-1D7FAE88DCC6}" dt="2023-07-27T18:41:28.088" v="371" actId="20577"/>
        <pc:sldMkLst>
          <pc:docMk/>
          <pc:sldMk cId="4094167011" sldId="271"/>
        </pc:sldMkLst>
        <pc:spChg chg="mod">
          <ac:chgData name="Jeff DeRemer" userId="a37f3d2d141577c5" providerId="Windows Live" clId="Web-{84FDC6C0-EB0C-48F3-B9B4-1D7FAE88DCC6}" dt="2023-07-27T18:41:28.088" v="371" actId="20577"/>
          <ac:spMkLst>
            <pc:docMk/>
            <pc:sldMk cId="4094167011" sldId="271"/>
            <ac:spMk id="3" creationId="{1149A847-D5C9-8EA2-01EB-CE8AF3A606C7}"/>
          </ac:spMkLst>
        </pc:spChg>
      </pc:sldChg>
      <pc:sldChg chg="modSp">
        <pc:chgData name="Jeff DeRemer" userId="a37f3d2d141577c5" providerId="Windows Live" clId="Web-{84FDC6C0-EB0C-48F3-B9B4-1D7FAE88DCC6}" dt="2023-07-27T18:47:34.837" v="396" actId="20577"/>
        <pc:sldMkLst>
          <pc:docMk/>
          <pc:sldMk cId="517718756" sldId="274"/>
        </pc:sldMkLst>
        <pc:spChg chg="mod">
          <ac:chgData name="Jeff DeRemer" userId="a37f3d2d141577c5" providerId="Windows Live" clId="Web-{84FDC6C0-EB0C-48F3-B9B4-1D7FAE88DCC6}" dt="2023-07-27T18:47:34.837" v="396" actId="20577"/>
          <ac:spMkLst>
            <pc:docMk/>
            <pc:sldMk cId="517718756" sldId="274"/>
            <ac:spMk id="3" creationId="{36AB1BDB-E2A1-4202-92E8-6D3885AAD11B}"/>
          </ac:spMkLst>
        </pc:spChg>
      </pc:sldChg>
      <pc:sldChg chg="modSp">
        <pc:chgData name="Jeff DeRemer" userId="a37f3d2d141577c5" providerId="Windows Live" clId="Web-{84FDC6C0-EB0C-48F3-B9B4-1D7FAE88DCC6}" dt="2023-07-27T18:42:45.670" v="381" actId="20577"/>
        <pc:sldMkLst>
          <pc:docMk/>
          <pc:sldMk cId="494778731" sldId="275"/>
        </pc:sldMkLst>
        <pc:spChg chg="mod">
          <ac:chgData name="Jeff DeRemer" userId="a37f3d2d141577c5" providerId="Windows Live" clId="Web-{84FDC6C0-EB0C-48F3-B9B4-1D7FAE88DCC6}" dt="2023-07-27T18:42:45.670" v="381" actId="20577"/>
          <ac:spMkLst>
            <pc:docMk/>
            <pc:sldMk cId="494778731" sldId="275"/>
            <ac:spMk id="3" creationId="{62D247C3-81E2-E2CD-1A32-6248E469CEAD}"/>
          </ac:spMkLst>
        </pc:spChg>
      </pc:sldChg>
      <pc:sldChg chg="modSp">
        <pc:chgData name="Jeff DeRemer" userId="a37f3d2d141577c5" providerId="Windows Live" clId="Web-{84FDC6C0-EB0C-48F3-B9B4-1D7FAE88DCC6}" dt="2023-07-27T18:44:04.735" v="394" actId="20577"/>
        <pc:sldMkLst>
          <pc:docMk/>
          <pc:sldMk cId="3591501101" sldId="276"/>
        </pc:sldMkLst>
        <pc:spChg chg="mod">
          <ac:chgData name="Jeff DeRemer" userId="a37f3d2d141577c5" providerId="Windows Live" clId="Web-{84FDC6C0-EB0C-48F3-B9B4-1D7FAE88DCC6}" dt="2023-07-27T18:44:04.735" v="394" actId="20577"/>
          <ac:spMkLst>
            <pc:docMk/>
            <pc:sldMk cId="3591501101" sldId="276"/>
            <ac:spMk id="3" creationId="{0398F67A-659A-3AB8-CBA9-89F233418F8E}"/>
          </ac:spMkLst>
        </pc:spChg>
      </pc:sldChg>
      <pc:sldChg chg="modSp">
        <pc:chgData name="Jeff DeRemer" userId="a37f3d2d141577c5" providerId="Windows Live" clId="Web-{84FDC6C0-EB0C-48F3-B9B4-1D7FAE88DCC6}" dt="2023-07-27T18:48:04.557" v="400" actId="20577"/>
        <pc:sldMkLst>
          <pc:docMk/>
          <pc:sldMk cId="2990784307" sldId="277"/>
        </pc:sldMkLst>
        <pc:spChg chg="mod">
          <ac:chgData name="Jeff DeRemer" userId="a37f3d2d141577c5" providerId="Windows Live" clId="Web-{84FDC6C0-EB0C-48F3-B9B4-1D7FAE88DCC6}" dt="2023-07-27T18:48:04.557" v="400" actId="20577"/>
          <ac:spMkLst>
            <pc:docMk/>
            <pc:sldMk cId="2990784307" sldId="277"/>
            <ac:spMk id="3" creationId="{8505100E-6EFE-B8B7-5E92-053F23902331}"/>
          </ac:spMkLst>
        </pc:spChg>
      </pc:sldChg>
      <pc:sldChg chg="modSp">
        <pc:chgData name="Jeff DeRemer" userId="a37f3d2d141577c5" providerId="Windows Live" clId="Web-{84FDC6C0-EB0C-48F3-B9B4-1D7FAE88DCC6}" dt="2023-07-27T18:53:15.241" v="414" actId="20577"/>
        <pc:sldMkLst>
          <pc:docMk/>
          <pc:sldMk cId="3744251568" sldId="278"/>
        </pc:sldMkLst>
        <pc:spChg chg="mod">
          <ac:chgData name="Jeff DeRemer" userId="a37f3d2d141577c5" providerId="Windows Live" clId="Web-{84FDC6C0-EB0C-48F3-B9B4-1D7FAE88DCC6}" dt="2023-07-27T18:53:15.241" v="414" actId="20577"/>
          <ac:spMkLst>
            <pc:docMk/>
            <pc:sldMk cId="3744251568" sldId="278"/>
            <ac:spMk id="3" creationId="{FB490085-442A-F459-46C4-DE49E5A3B707}"/>
          </ac:spMkLst>
        </pc:spChg>
      </pc:sldChg>
      <pc:sldChg chg="del">
        <pc:chgData name="Jeff DeRemer" userId="a37f3d2d141577c5" providerId="Windows Live" clId="Web-{84FDC6C0-EB0C-48F3-B9B4-1D7FAE88DCC6}" dt="2023-07-27T18:48:55.559" v="403"/>
        <pc:sldMkLst>
          <pc:docMk/>
          <pc:sldMk cId="1741603341" sldId="281"/>
        </pc:sldMkLst>
      </pc:sldChg>
      <pc:sldChg chg="modSp">
        <pc:chgData name="Jeff DeRemer" userId="a37f3d2d141577c5" providerId="Windows Live" clId="Web-{84FDC6C0-EB0C-48F3-B9B4-1D7FAE88DCC6}" dt="2023-07-27T18:53:33.523" v="422" actId="20577"/>
        <pc:sldMkLst>
          <pc:docMk/>
          <pc:sldMk cId="204965760" sldId="282"/>
        </pc:sldMkLst>
        <pc:spChg chg="mod">
          <ac:chgData name="Jeff DeRemer" userId="a37f3d2d141577c5" providerId="Windows Live" clId="Web-{84FDC6C0-EB0C-48F3-B9B4-1D7FAE88DCC6}" dt="2023-07-27T18:53:33.523" v="422" actId="20577"/>
          <ac:spMkLst>
            <pc:docMk/>
            <pc:sldMk cId="204965760" sldId="282"/>
            <ac:spMk id="3" creationId="{214B1D8D-63BD-DD0B-C0F5-8839FC6374EC}"/>
          </ac:spMkLst>
        </pc:spChg>
      </pc:sldChg>
      <pc:sldChg chg="modSp">
        <pc:chgData name="Jeff DeRemer" userId="a37f3d2d141577c5" providerId="Windows Live" clId="Web-{84FDC6C0-EB0C-48F3-B9B4-1D7FAE88DCC6}" dt="2023-07-27T18:40:42.930" v="368" actId="20577"/>
        <pc:sldMkLst>
          <pc:docMk/>
          <pc:sldMk cId="1861732289" sldId="283"/>
        </pc:sldMkLst>
        <pc:spChg chg="mod">
          <ac:chgData name="Jeff DeRemer" userId="a37f3d2d141577c5" providerId="Windows Live" clId="Web-{84FDC6C0-EB0C-48F3-B9B4-1D7FAE88DCC6}" dt="2023-07-27T18:40:42.930" v="368" actId="20577"/>
          <ac:spMkLst>
            <pc:docMk/>
            <pc:sldMk cId="1861732289" sldId="283"/>
            <ac:spMk id="3" creationId="{A4DD8A52-93C3-307C-94F8-99CD4F67B3B0}"/>
          </ac:spMkLst>
        </pc:spChg>
      </pc:sldChg>
      <pc:sldChg chg="modSp ord">
        <pc:chgData name="Jeff DeRemer" userId="a37f3d2d141577c5" providerId="Windows Live" clId="Web-{84FDC6C0-EB0C-48F3-B9B4-1D7FAE88DCC6}" dt="2023-07-27T18:41:44.120" v="377" actId="20577"/>
        <pc:sldMkLst>
          <pc:docMk/>
          <pc:sldMk cId="1987841433" sldId="284"/>
        </pc:sldMkLst>
        <pc:spChg chg="mod">
          <ac:chgData name="Jeff DeRemer" userId="a37f3d2d141577c5" providerId="Windows Live" clId="Web-{84FDC6C0-EB0C-48F3-B9B4-1D7FAE88DCC6}" dt="2023-07-27T18:41:44.120" v="377" actId="20577"/>
          <ac:spMkLst>
            <pc:docMk/>
            <pc:sldMk cId="1987841433" sldId="284"/>
            <ac:spMk id="3" creationId="{167EB91F-F6C9-4B4F-90F3-7CA2D46122AE}"/>
          </ac:spMkLst>
        </pc:spChg>
      </pc:sldChg>
      <pc:sldChg chg="modSp">
        <pc:chgData name="Jeff DeRemer" userId="a37f3d2d141577c5" providerId="Windows Live" clId="Web-{84FDC6C0-EB0C-48F3-B9B4-1D7FAE88DCC6}" dt="2023-07-27T18:22:49.498" v="250" actId="20577"/>
        <pc:sldMkLst>
          <pc:docMk/>
          <pc:sldMk cId="1112612059" sldId="285"/>
        </pc:sldMkLst>
        <pc:spChg chg="mod">
          <ac:chgData name="Jeff DeRemer" userId="a37f3d2d141577c5" providerId="Windows Live" clId="Web-{84FDC6C0-EB0C-48F3-B9B4-1D7FAE88DCC6}" dt="2023-07-27T18:22:49.498" v="250" actId="20577"/>
          <ac:spMkLst>
            <pc:docMk/>
            <pc:sldMk cId="1112612059" sldId="285"/>
            <ac:spMk id="3" creationId="{2C233C5D-AE6E-EE9D-E247-48CB088754FF}"/>
          </ac:spMkLst>
        </pc:spChg>
      </pc:sldChg>
      <pc:sldChg chg="modSp">
        <pc:chgData name="Jeff DeRemer" userId="a37f3d2d141577c5" providerId="Windows Live" clId="Web-{84FDC6C0-EB0C-48F3-B9B4-1D7FAE88DCC6}" dt="2023-07-27T18:48:12.026" v="402" actId="20577"/>
        <pc:sldMkLst>
          <pc:docMk/>
          <pc:sldMk cId="1175048660" sldId="288"/>
        </pc:sldMkLst>
        <pc:spChg chg="mod">
          <ac:chgData name="Jeff DeRemer" userId="a37f3d2d141577c5" providerId="Windows Live" clId="Web-{84FDC6C0-EB0C-48F3-B9B4-1D7FAE88DCC6}" dt="2023-07-27T18:48:12.026" v="402" actId="20577"/>
          <ac:spMkLst>
            <pc:docMk/>
            <pc:sldMk cId="1175048660" sldId="288"/>
            <ac:spMk id="3" creationId="{E35BB5F5-DEF6-901B-798D-F75EF1BEE6C3}"/>
          </ac:spMkLst>
        </pc:spChg>
      </pc:sldChg>
      <pc:sldChg chg="modSp">
        <pc:chgData name="Jeff DeRemer" userId="a37f3d2d141577c5" providerId="Windows Live" clId="Web-{84FDC6C0-EB0C-48F3-B9B4-1D7FAE88DCC6}" dt="2023-07-27T18:54:37.885" v="426" actId="20577"/>
        <pc:sldMkLst>
          <pc:docMk/>
          <pc:sldMk cId="1487085672" sldId="289"/>
        </pc:sldMkLst>
        <pc:spChg chg="mod">
          <ac:chgData name="Jeff DeRemer" userId="a37f3d2d141577c5" providerId="Windows Live" clId="Web-{84FDC6C0-EB0C-48F3-B9B4-1D7FAE88DCC6}" dt="2023-07-27T18:54:37.885" v="426" actId="20577"/>
          <ac:spMkLst>
            <pc:docMk/>
            <pc:sldMk cId="1487085672" sldId="289"/>
            <ac:spMk id="3" creationId="{35D0BBDA-8803-BE37-2613-0EDAF02F44B8}"/>
          </ac:spMkLst>
        </pc:spChg>
      </pc:sldChg>
      <pc:sldChg chg="modSp">
        <pc:chgData name="Jeff DeRemer" userId="a37f3d2d141577c5" providerId="Windows Live" clId="Web-{84FDC6C0-EB0C-48F3-B9B4-1D7FAE88DCC6}" dt="2023-07-27T18:19:29.693" v="219" actId="20577"/>
        <pc:sldMkLst>
          <pc:docMk/>
          <pc:sldMk cId="4076531934" sldId="290"/>
        </pc:sldMkLst>
        <pc:spChg chg="mod">
          <ac:chgData name="Jeff DeRemer" userId="a37f3d2d141577c5" providerId="Windows Live" clId="Web-{84FDC6C0-EB0C-48F3-B9B4-1D7FAE88DCC6}" dt="2023-07-27T18:19:29.693" v="219" actId="20577"/>
          <ac:spMkLst>
            <pc:docMk/>
            <pc:sldMk cId="4076531934" sldId="290"/>
            <ac:spMk id="3" creationId="{960B53B4-EA2F-EDEB-811E-08923203A428}"/>
          </ac:spMkLst>
        </pc:spChg>
      </pc:sldChg>
      <pc:sldChg chg="del">
        <pc:chgData name="Jeff DeRemer" userId="a37f3d2d141577c5" providerId="Windows Live" clId="Web-{84FDC6C0-EB0C-48F3-B9B4-1D7FAE88DCC6}" dt="2023-07-27T18:23:11.999" v="256"/>
        <pc:sldMkLst>
          <pc:docMk/>
          <pc:sldMk cId="117291877" sldId="291"/>
        </pc:sldMkLst>
      </pc:sldChg>
      <pc:sldChg chg="modSp">
        <pc:chgData name="Jeff DeRemer" userId="a37f3d2d141577c5" providerId="Windows Live" clId="Web-{84FDC6C0-EB0C-48F3-B9B4-1D7FAE88DCC6}" dt="2023-07-27T18:22:09.090" v="239" actId="20577"/>
        <pc:sldMkLst>
          <pc:docMk/>
          <pc:sldMk cId="2803421184" sldId="292"/>
        </pc:sldMkLst>
        <pc:spChg chg="mod">
          <ac:chgData name="Jeff DeRemer" userId="a37f3d2d141577c5" providerId="Windows Live" clId="Web-{84FDC6C0-EB0C-48F3-B9B4-1D7FAE88DCC6}" dt="2023-07-27T18:22:09.090" v="239" actId="20577"/>
          <ac:spMkLst>
            <pc:docMk/>
            <pc:sldMk cId="2803421184" sldId="292"/>
            <ac:spMk id="3" creationId="{DABAC2CE-B759-65A2-A9AA-973000EA0D14}"/>
          </ac:spMkLst>
        </pc:spChg>
      </pc:sldChg>
      <pc:sldChg chg="modSp">
        <pc:chgData name="Jeff DeRemer" userId="a37f3d2d141577c5" providerId="Windows Live" clId="Web-{84FDC6C0-EB0C-48F3-B9B4-1D7FAE88DCC6}" dt="2023-07-27T18:20:02.038" v="227" actId="20577"/>
        <pc:sldMkLst>
          <pc:docMk/>
          <pc:sldMk cId="3257431584" sldId="296"/>
        </pc:sldMkLst>
        <pc:spChg chg="mod">
          <ac:chgData name="Jeff DeRemer" userId="a37f3d2d141577c5" providerId="Windows Live" clId="Web-{84FDC6C0-EB0C-48F3-B9B4-1D7FAE88DCC6}" dt="2023-07-27T18:20:02.038" v="227" actId="20577"/>
          <ac:spMkLst>
            <pc:docMk/>
            <pc:sldMk cId="3257431584" sldId="296"/>
            <ac:spMk id="3" creationId="{796CF47D-9B0B-ECCF-6644-4B8820451995}"/>
          </ac:spMkLst>
        </pc:spChg>
      </pc:sldChg>
      <pc:sldChg chg="modSp">
        <pc:chgData name="Jeff DeRemer" userId="a37f3d2d141577c5" providerId="Windows Live" clId="Web-{84FDC6C0-EB0C-48F3-B9B4-1D7FAE88DCC6}" dt="2023-07-27T18:21:52.793" v="231" actId="20577"/>
        <pc:sldMkLst>
          <pc:docMk/>
          <pc:sldMk cId="3916907533" sldId="297"/>
        </pc:sldMkLst>
        <pc:spChg chg="mod">
          <ac:chgData name="Jeff DeRemer" userId="a37f3d2d141577c5" providerId="Windows Live" clId="Web-{84FDC6C0-EB0C-48F3-B9B4-1D7FAE88DCC6}" dt="2023-07-27T18:21:52.793" v="231" actId="20577"/>
          <ac:spMkLst>
            <pc:docMk/>
            <pc:sldMk cId="3916907533" sldId="297"/>
            <ac:spMk id="3" creationId="{44445D3B-2A71-A9CA-450D-9A629D66162C}"/>
          </ac:spMkLst>
        </pc:spChg>
      </pc:sldChg>
      <pc:sldChg chg="del mod modShow">
        <pc:chgData name="Jeff DeRemer" userId="a37f3d2d141577c5" providerId="Windows Live" clId="Web-{84FDC6C0-EB0C-48F3-B9B4-1D7FAE88DCC6}" dt="2023-07-27T18:23:07.217" v="255"/>
        <pc:sldMkLst>
          <pc:docMk/>
          <pc:sldMk cId="4013399894" sldId="298"/>
        </pc:sldMkLst>
      </pc:sldChg>
      <pc:sldChg chg="modSp">
        <pc:chgData name="Jeff DeRemer" userId="a37f3d2d141577c5" providerId="Windows Live" clId="Web-{84FDC6C0-EB0C-48F3-B9B4-1D7FAE88DCC6}" dt="2023-07-27T18:35:02.417" v="333" actId="20577"/>
        <pc:sldMkLst>
          <pc:docMk/>
          <pc:sldMk cId="2145870571" sldId="307"/>
        </pc:sldMkLst>
        <pc:spChg chg="mod">
          <ac:chgData name="Jeff DeRemer" userId="a37f3d2d141577c5" providerId="Windows Live" clId="Web-{84FDC6C0-EB0C-48F3-B9B4-1D7FAE88DCC6}" dt="2023-07-27T18:35:02.417" v="333" actId="20577"/>
          <ac:spMkLst>
            <pc:docMk/>
            <pc:sldMk cId="2145870571" sldId="307"/>
            <ac:spMk id="3" creationId="{E16765E4-91CB-D7BB-72DE-17157CA29AE6}"/>
          </ac:spMkLst>
        </pc:spChg>
      </pc:sldChg>
      <pc:sldChg chg="modSp">
        <pc:chgData name="Jeff DeRemer" userId="a37f3d2d141577c5" providerId="Windows Live" clId="Web-{84FDC6C0-EB0C-48F3-B9B4-1D7FAE88DCC6}" dt="2023-07-27T18:35:41.184" v="347" actId="20577"/>
        <pc:sldMkLst>
          <pc:docMk/>
          <pc:sldMk cId="1173428035" sldId="308"/>
        </pc:sldMkLst>
        <pc:spChg chg="mod">
          <ac:chgData name="Jeff DeRemer" userId="a37f3d2d141577c5" providerId="Windows Live" clId="Web-{84FDC6C0-EB0C-48F3-B9B4-1D7FAE88DCC6}" dt="2023-07-27T18:35:41.184" v="347" actId="20577"/>
          <ac:spMkLst>
            <pc:docMk/>
            <pc:sldMk cId="1173428035" sldId="308"/>
            <ac:spMk id="3" creationId="{D8401FEB-2B12-65C9-4AB5-92E8C061DEA6}"/>
          </ac:spMkLst>
        </pc:spChg>
      </pc:sldChg>
      <pc:sldChg chg="modSp">
        <pc:chgData name="Jeff DeRemer" userId="a37f3d2d141577c5" providerId="Windows Live" clId="Web-{84FDC6C0-EB0C-48F3-B9B4-1D7FAE88DCC6}" dt="2023-07-27T18:05:29.411" v="12" actId="20577"/>
        <pc:sldMkLst>
          <pc:docMk/>
          <pc:sldMk cId="3630277452" sldId="309"/>
        </pc:sldMkLst>
        <pc:spChg chg="mod">
          <ac:chgData name="Jeff DeRemer" userId="a37f3d2d141577c5" providerId="Windows Live" clId="Web-{84FDC6C0-EB0C-48F3-B9B4-1D7FAE88DCC6}" dt="2023-07-27T18:05:29.411" v="12" actId="20577"/>
          <ac:spMkLst>
            <pc:docMk/>
            <pc:sldMk cId="3630277452" sldId="309"/>
            <ac:spMk id="3" creationId="{667CAB59-D103-80B2-8972-BA950EE5CE80}"/>
          </ac:spMkLst>
        </pc:spChg>
      </pc:sldChg>
      <pc:sldChg chg="modSp">
        <pc:chgData name="Jeff DeRemer" userId="a37f3d2d141577c5" providerId="Windows Live" clId="Web-{84FDC6C0-EB0C-48F3-B9B4-1D7FAE88DCC6}" dt="2023-07-27T18:19:06.943" v="210" actId="20577"/>
        <pc:sldMkLst>
          <pc:docMk/>
          <pc:sldMk cId="588049691" sldId="314"/>
        </pc:sldMkLst>
        <pc:spChg chg="mod">
          <ac:chgData name="Jeff DeRemer" userId="a37f3d2d141577c5" providerId="Windows Live" clId="Web-{84FDC6C0-EB0C-48F3-B9B4-1D7FAE88DCC6}" dt="2023-07-27T18:19:06.943" v="210" actId="20577"/>
          <ac:spMkLst>
            <pc:docMk/>
            <pc:sldMk cId="588049691" sldId="314"/>
            <ac:spMk id="3" creationId="{8AED796B-6634-4BD1-1D8D-60652409EDCF}"/>
          </ac:spMkLst>
        </pc:spChg>
      </pc:sldChg>
      <pc:sldChg chg="modSp">
        <pc:chgData name="Jeff DeRemer" userId="a37f3d2d141577c5" providerId="Windows Live" clId="Web-{84FDC6C0-EB0C-48F3-B9B4-1D7FAE88DCC6}" dt="2023-07-27T18:08:00.963" v="106" actId="20577"/>
        <pc:sldMkLst>
          <pc:docMk/>
          <pc:sldMk cId="3588194236" sldId="315"/>
        </pc:sldMkLst>
        <pc:spChg chg="mod">
          <ac:chgData name="Jeff DeRemer" userId="a37f3d2d141577c5" providerId="Windows Live" clId="Web-{84FDC6C0-EB0C-48F3-B9B4-1D7FAE88DCC6}" dt="2023-07-27T18:08:00.963" v="106" actId="20577"/>
          <ac:spMkLst>
            <pc:docMk/>
            <pc:sldMk cId="3588194236" sldId="315"/>
            <ac:spMk id="3" creationId="{8797E62F-9EFE-7982-AA44-CA6ED395C745}"/>
          </ac:spMkLst>
        </pc:spChg>
      </pc:sldChg>
      <pc:sldChg chg="modSp">
        <pc:chgData name="Jeff DeRemer" userId="a37f3d2d141577c5" providerId="Windows Live" clId="Web-{84FDC6C0-EB0C-48F3-B9B4-1D7FAE88DCC6}" dt="2023-07-27T18:43:45.922" v="390" actId="20577"/>
        <pc:sldMkLst>
          <pc:docMk/>
          <pc:sldMk cId="3080211462" sldId="316"/>
        </pc:sldMkLst>
        <pc:spChg chg="mod">
          <ac:chgData name="Jeff DeRemer" userId="a37f3d2d141577c5" providerId="Windows Live" clId="Web-{84FDC6C0-EB0C-48F3-B9B4-1D7FAE88DCC6}" dt="2023-07-27T18:43:45.922" v="390" actId="20577"/>
          <ac:spMkLst>
            <pc:docMk/>
            <pc:sldMk cId="3080211462" sldId="316"/>
            <ac:spMk id="3" creationId="{22CFC226-DC8E-64BB-56E7-EA99E3243D7F}"/>
          </ac:spMkLst>
        </pc:spChg>
      </pc:sldChg>
    </pc:docChg>
  </pc:docChgLst>
  <pc:docChgLst>
    <pc:chgData name="Jeff DeRemer" userId="a37f3d2d141577c5" providerId="Windows Live" clId="Web-{440B02FF-CBA4-4939-A8C4-9DEDA1DD0B81}"/>
    <pc:docChg chg="addSld delSld modSld sldOrd addSection modSection">
      <pc:chgData name="Jeff DeRemer" userId="a37f3d2d141577c5" providerId="Windows Live" clId="Web-{440B02FF-CBA4-4939-A8C4-9DEDA1DD0B81}" dt="2023-07-23T18:16:14.708" v="897" actId="20577"/>
      <pc:docMkLst>
        <pc:docMk/>
      </pc:docMkLst>
      <pc:sldChg chg="modSp ord">
        <pc:chgData name="Jeff DeRemer" userId="a37f3d2d141577c5" providerId="Windows Live" clId="Web-{440B02FF-CBA4-4939-A8C4-9DEDA1DD0B81}" dt="2023-07-23T18:10:47.632" v="794" actId="20577"/>
        <pc:sldMkLst>
          <pc:docMk/>
          <pc:sldMk cId="436497126" sldId="257"/>
        </pc:sldMkLst>
        <pc:spChg chg="mod">
          <ac:chgData name="Jeff DeRemer" userId="a37f3d2d141577c5" providerId="Windows Live" clId="Web-{440B02FF-CBA4-4939-A8C4-9DEDA1DD0B81}" dt="2023-07-23T18:10:47.632" v="794" actId="20577"/>
          <ac:spMkLst>
            <pc:docMk/>
            <pc:sldMk cId="436497126" sldId="257"/>
            <ac:spMk id="3" creationId="{69F6AD24-2AA8-1769-5A4C-06990BD5C0B0}"/>
          </ac:spMkLst>
        </pc:spChg>
      </pc:sldChg>
      <pc:sldChg chg="modSp">
        <pc:chgData name="Jeff DeRemer" userId="a37f3d2d141577c5" providerId="Windows Live" clId="Web-{440B02FF-CBA4-4939-A8C4-9DEDA1DD0B81}" dt="2023-07-23T18:11:33.775" v="808" actId="20577"/>
        <pc:sldMkLst>
          <pc:docMk/>
          <pc:sldMk cId="3204198918" sldId="258"/>
        </pc:sldMkLst>
        <pc:spChg chg="mod">
          <ac:chgData name="Jeff DeRemer" userId="a37f3d2d141577c5" providerId="Windows Live" clId="Web-{440B02FF-CBA4-4939-A8C4-9DEDA1DD0B81}" dt="2023-07-23T18:11:33.775" v="808" actId="20577"/>
          <ac:spMkLst>
            <pc:docMk/>
            <pc:sldMk cId="3204198918" sldId="258"/>
            <ac:spMk id="3" creationId="{B6C27F68-3CFD-F860-DC38-DB6A07A7E802}"/>
          </ac:spMkLst>
        </pc:spChg>
      </pc:sldChg>
      <pc:sldChg chg="modSp">
        <pc:chgData name="Jeff DeRemer" userId="a37f3d2d141577c5" providerId="Windows Live" clId="Web-{440B02FF-CBA4-4939-A8C4-9DEDA1DD0B81}" dt="2023-07-23T18:16:14.708" v="897" actId="20577"/>
        <pc:sldMkLst>
          <pc:docMk/>
          <pc:sldMk cId="1537062186" sldId="259"/>
        </pc:sldMkLst>
        <pc:spChg chg="mod">
          <ac:chgData name="Jeff DeRemer" userId="a37f3d2d141577c5" providerId="Windows Live" clId="Web-{440B02FF-CBA4-4939-A8C4-9DEDA1DD0B81}" dt="2023-07-23T18:16:14.708" v="897" actId="20577"/>
          <ac:spMkLst>
            <pc:docMk/>
            <pc:sldMk cId="1537062186" sldId="259"/>
            <ac:spMk id="3" creationId="{C94EAD4E-0DEF-F3E3-2CD3-304D0D8776E8}"/>
          </ac:spMkLst>
        </pc:spChg>
      </pc:sldChg>
      <pc:sldChg chg="modSp ord">
        <pc:chgData name="Jeff DeRemer" userId="a37f3d2d141577c5" providerId="Windows Live" clId="Web-{440B02FF-CBA4-4939-A8C4-9DEDA1DD0B81}" dt="2023-07-23T17:24:41.676" v="169" actId="20577"/>
        <pc:sldMkLst>
          <pc:docMk/>
          <pc:sldMk cId="3800418244" sldId="260"/>
        </pc:sldMkLst>
        <pc:spChg chg="mod">
          <ac:chgData name="Jeff DeRemer" userId="a37f3d2d141577c5" providerId="Windows Live" clId="Web-{440B02FF-CBA4-4939-A8C4-9DEDA1DD0B81}" dt="2023-07-23T17:24:41.676" v="169" actId="20577"/>
          <ac:spMkLst>
            <pc:docMk/>
            <pc:sldMk cId="3800418244" sldId="260"/>
            <ac:spMk id="2" creationId="{B1D4C514-C7C7-BF2E-7E46-F8567E808013}"/>
          </ac:spMkLst>
        </pc:spChg>
      </pc:sldChg>
      <pc:sldChg chg="ord">
        <pc:chgData name="Jeff DeRemer" userId="a37f3d2d141577c5" providerId="Windows Live" clId="Web-{440B02FF-CBA4-4939-A8C4-9DEDA1DD0B81}" dt="2023-07-23T17:30:46.769" v="271"/>
        <pc:sldMkLst>
          <pc:docMk/>
          <pc:sldMk cId="4291219111" sldId="269"/>
        </pc:sldMkLst>
      </pc:sldChg>
      <pc:sldChg chg="modSp ord">
        <pc:chgData name="Jeff DeRemer" userId="a37f3d2d141577c5" providerId="Windows Live" clId="Web-{440B02FF-CBA4-4939-A8C4-9DEDA1DD0B81}" dt="2023-07-23T17:33:09.634" v="282" actId="20577"/>
        <pc:sldMkLst>
          <pc:docMk/>
          <pc:sldMk cId="3628189326" sldId="270"/>
        </pc:sldMkLst>
        <pc:spChg chg="mod">
          <ac:chgData name="Jeff DeRemer" userId="a37f3d2d141577c5" providerId="Windows Live" clId="Web-{440B02FF-CBA4-4939-A8C4-9DEDA1DD0B81}" dt="2023-07-23T17:33:09.634" v="282" actId="20577"/>
          <ac:spMkLst>
            <pc:docMk/>
            <pc:sldMk cId="3628189326" sldId="270"/>
            <ac:spMk id="2" creationId="{9DB831FD-D532-CC05-3979-A33DE6AA6F6E}"/>
          </ac:spMkLst>
        </pc:spChg>
      </pc:sldChg>
      <pc:sldChg chg="ord">
        <pc:chgData name="Jeff DeRemer" userId="a37f3d2d141577c5" providerId="Windows Live" clId="Web-{440B02FF-CBA4-4939-A8C4-9DEDA1DD0B81}" dt="2023-07-23T17:40:29.433" v="409"/>
        <pc:sldMkLst>
          <pc:docMk/>
          <pc:sldMk cId="1682394483" sldId="272"/>
        </pc:sldMkLst>
      </pc:sldChg>
      <pc:sldChg chg="ord">
        <pc:chgData name="Jeff DeRemer" userId="a37f3d2d141577c5" providerId="Windows Live" clId="Web-{440B02FF-CBA4-4939-A8C4-9DEDA1DD0B81}" dt="2023-07-23T18:02:52.598" v="727"/>
        <pc:sldMkLst>
          <pc:docMk/>
          <pc:sldMk cId="1966568967" sldId="273"/>
        </pc:sldMkLst>
      </pc:sldChg>
      <pc:sldChg chg="modSp ord">
        <pc:chgData name="Jeff DeRemer" userId="a37f3d2d141577c5" providerId="Windows Live" clId="Web-{440B02FF-CBA4-4939-A8C4-9DEDA1DD0B81}" dt="2023-07-23T17:42:16.610" v="435"/>
        <pc:sldMkLst>
          <pc:docMk/>
          <pc:sldMk cId="517718756" sldId="274"/>
        </pc:sldMkLst>
        <pc:spChg chg="mod">
          <ac:chgData name="Jeff DeRemer" userId="a37f3d2d141577c5" providerId="Windows Live" clId="Web-{440B02FF-CBA4-4939-A8C4-9DEDA1DD0B81}" dt="2023-07-23T17:42:12.547" v="434" actId="20577"/>
          <ac:spMkLst>
            <pc:docMk/>
            <pc:sldMk cId="517718756" sldId="274"/>
            <ac:spMk id="2" creationId="{DA44FD8D-74EE-A547-A9C3-112CE6388BDC}"/>
          </ac:spMkLst>
        </pc:spChg>
      </pc:sldChg>
      <pc:sldChg chg="ord">
        <pc:chgData name="Jeff DeRemer" userId="a37f3d2d141577c5" providerId="Windows Live" clId="Web-{440B02FF-CBA4-4939-A8C4-9DEDA1DD0B81}" dt="2023-07-23T17:42:34.907" v="436"/>
        <pc:sldMkLst>
          <pc:docMk/>
          <pc:sldMk cId="3591501101" sldId="276"/>
        </pc:sldMkLst>
      </pc:sldChg>
      <pc:sldChg chg="ord">
        <pc:chgData name="Jeff DeRemer" userId="a37f3d2d141577c5" providerId="Windows Live" clId="Web-{440B02FF-CBA4-4939-A8C4-9DEDA1DD0B81}" dt="2023-07-23T17:46:45.746" v="498"/>
        <pc:sldMkLst>
          <pc:docMk/>
          <pc:sldMk cId="2746935985" sldId="280"/>
        </pc:sldMkLst>
      </pc:sldChg>
      <pc:sldChg chg="ord">
        <pc:chgData name="Jeff DeRemer" userId="a37f3d2d141577c5" providerId="Windows Live" clId="Web-{440B02FF-CBA4-4939-A8C4-9DEDA1DD0B81}" dt="2023-07-23T17:47:02.793" v="499"/>
        <pc:sldMkLst>
          <pc:docMk/>
          <pc:sldMk cId="1741603341" sldId="281"/>
        </pc:sldMkLst>
      </pc:sldChg>
      <pc:sldChg chg="ord">
        <pc:chgData name="Jeff DeRemer" userId="a37f3d2d141577c5" providerId="Windows Live" clId="Web-{440B02FF-CBA4-4939-A8C4-9DEDA1DD0B81}" dt="2023-07-23T17:47:32.498" v="503"/>
        <pc:sldMkLst>
          <pc:docMk/>
          <pc:sldMk cId="1861732289" sldId="283"/>
        </pc:sldMkLst>
      </pc:sldChg>
      <pc:sldChg chg="ord">
        <pc:chgData name="Jeff DeRemer" userId="a37f3d2d141577c5" providerId="Windows Live" clId="Web-{440B02FF-CBA4-4939-A8C4-9DEDA1DD0B81}" dt="2023-07-23T17:51:16.288" v="548"/>
        <pc:sldMkLst>
          <pc:docMk/>
          <pc:sldMk cId="1987841433" sldId="284"/>
        </pc:sldMkLst>
      </pc:sldChg>
      <pc:sldChg chg="ord">
        <pc:chgData name="Jeff DeRemer" userId="a37f3d2d141577c5" providerId="Windows Live" clId="Web-{440B02FF-CBA4-4939-A8C4-9DEDA1DD0B81}" dt="2023-07-23T17:56:54.942" v="627"/>
        <pc:sldMkLst>
          <pc:docMk/>
          <pc:sldMk cId="1112612059" sldId="285"/>
        </pc:sldMkLst>
      </pc:sldChg>
      <pc:sldChg chg="ord">
        <pc:chgData name="Jeff DeRemer" userId="a37f3d2d141577c5" providerId="Windows Live" clId="Web-{440B02FF-CBA4-4939-A8C4-9DEDA1DD0B81}" dt="2023-07-23T17:57:47.507" v="636"/>
        <pc:sldMkLst>
          <pc:docMk/>
          <pc:sldMk cId="2771794891" sldId="286"/>
        </pc:sldMkLst>
      </pc:sldChg>
      <pc:sldChg chg="ord">
        <pc:chgData name="Jeff DeRemer" userId="a37f3d2d141577c5" providerId="Windows Live" clId="Web-{440B02FF-CBA4-4939-A8C4-9DEDA1DD0B81}" dt="2023-07-23T17:54:07.514" v="567"/>
        <pc:sldMkLst>
          <pc:docMk/>
          <pc:sldMk cId="4209612668" sldId="287"/>
        </pc:sldMkLst>
      </pc:sldChg>
      <pc:sldChg chg="ord">
        <pc:chgData name="Jeff DeRemer" userId="a37f3d2d141577c5" providerId="Windows Live" clId="Web-{440B02FF-CBA4-4939-A8C4-9DEDA1DD0B81}" dt="2023-07-23T17:58:26.837" v="638"/>
        <pc:sldMkLst>
          <pc:docMk/>
          <pc:sldMk cId="1175048660" sldId="288"/>
        </pc:sldMkLst>
      </pc:sldChg>
      <pc:sldChg chg="modSp">
        <pc:chgData name="Jeff DeRemer" userId="a37f3d2d141577c5" providerId="Windows Live" clId="Web-{440B02FF-CBA4-4939-A8C4-9DEDA1DD0B81}" dt="2023-07-23T18:12:42.903" v="835" actId="20577"/>
        <pc:sldMkLst>
          <pc:docMk/>
          <pc:sldMk cId="4076531934" sldId="290"/>
        </pc:sldMkLst>
        <pc:spChg chg="mod">
          <ac:chgData name="Jeff DeRemer" userId="a37f3d2d141577c5" providerId="Windows Live" clId="Web-{440B02FF-CBA4-4939-A8C4-9DEDA1DD0B81}" dt="2023-07-23T18:12:42.903" v="835" actId="20577"/>
          <ac:spMkLst>
            <pc:docMk/>
            <pc:sldMk cId="4076531934" sldId="290"/>
            <ac:spMk id="3" creationId="{960B53B4-EA2F-EDEB-811E-08923203A428}"/>
          </ac:spMkLst>
        </pc:spChg>
      </pc:sldChg>
      <pc:sldChg chg="modSp ord">
        <pc:chgData name="Jeff DeRemer" userId="a37f3d2d141577c5" providerId="Windows Live" clId="Web-{440B02FF-CBA4-4939-A8C4-9DEDA1DD0B81}" dt="2023-07-23T17:54:35.249" v="584" actId="20577"/>
        <pc:sldMkLst>
          <pc:docMk/>
          <pc:sldMk cId="117291877" sldId="291"/>
        </pc:sldMkLst>
        <pc:spChg chg="mod">
          <ac:chgData name="Jeff DeRemer" userId="a37f3d2d141577c5" providerId="Windows Live" clId="Web-{440B02FF-CBA4-4939-A8C4-9DEDA1DD0B81}" dt="2023-07-23T17:54:35.249" v="584" actId="20577"/>
          <ac:spMkLst>
            <pc:docMk/>
            <pc:sldMk cId="117291877" sldId="291"/>
            <ac:spMk id="2" creationId="{7C7FA624-06C1-58CB-6EBF-6A6E06B55AA5}"/>
          </ac:spMkLst>
        </pc:spChg>
      </pc:sldChg>
      <pc:sldChg chg="modSp ord">
        <pc:chgData name="Jeff DeRemer" userId="a37f3d2d141577c5" providerId="Windows Live" clId="Web-{440B02FF-CBA4-4939-A8C4-9DEDA1DD0B81}" dt="2023-07-23T17:29:30.813" v="258" actId="20577"/>
        <pc:sldMkLst>
          <pc:docMk/>
          <pc:sldMk cId="2373186645" sldId="294"/>
        </pc:sldMkLst>
        <pc:spChg chg="mod">
          <ac:chgData name="Jeff DeRemer" userId="a37f3d2d141577c5" providerId="Windows Live" clId="Web-{440B02FF-CBA4-4939-A8C4-9DEDA1DD0B81}" dt="2023-07-23T17:29:30.813" v="258" actId="20577"/>
          <ac:spMkLst>
            <pc:docMk/>
            <pc:sldMk cId="2373186645" sldId="294"/>
            <ac:spMk id="2" creationId="{B2222F7C-0144-814E-2BAD-01A1646151D4}"/>
          </ac:spMkLst>
        </pc:spChg>
      </pc:sldChg>
      <pc:sldChg chg="modSp">
        <pc:chgData name="Jeff DeRemer" userId="a37f3d2d141577c5" providerId="Windows Live" clId="Web-{440B02FF-CBA4-4939-A8C4-9DEDA1DD0B81}" dt="2023-07-23T18:14:05.594" v="865" actId="20577"/>
        <pc:sldMkLst>
          <pc:docMk/>
          <pc:sldMk cId="3257431584" sldId="296"/>
        </pc:sldMkLst>
        <pc:spChg chg="mod">
          <ac:chgData name="Jeff DeRemer" userId="a37f3d2d141577c5" providerId="Windows Live" clId="Web-{440B02FF-CBA4-4939-A8C4-9DEDA1DD0B81}" dt="2023-07-23T18:14:05.594" v="865" actId="20577"/>
          <ac:spMkLst>
            <pc:docMk/>
            <pc:sldMk cId="3257431584" sldId="296"/>
            <ac:spMk id="3" creationId="{796CF47D-9B0B-ECCF-6644-4B8820451995}"/>
          </ac:spMkLst>
        </pc:spChg>
      </pc:sldChg>
      <pc:sldChg chg="modSp">
        <pc:chgData name="Jeff DeRemer" userId="a37f3d2d141577c5" providerId="Windows Live" clId="Web-{440B02FF-CBA4-4939-A8C4-9DEDA1DD0B81}" dt="2023-07-23T18:14:39.345" v="870" actId="20577"/>
        <pc:sldMkLst>
          <pc:docMk/>
          <pc:sldMk cId="3916907533" sldId="297"/>
        </pc:sldMkLst>
        <pc:spChg chg="mod">
          <ac:chgData name="Jeff DeRemer" userId="a37f3d2d141577c5" providerId="Windows Live" clId="Web-{440B02FF-CBA4-4939-A8C4-9DEDA1DD0B81}" dt="2023-07-23T17:15:50.983" v="38" actId="20577"/>
          <ac:spMkLst>
            <pc:docMk/>
            <pc:sldMk cId="3916907533" sldId="297"/>
            <ac:spMk id="2" creationId="{5A685380-2386-9E47-2E6D-53289BC316F1}"/>
          </ac:spMkLst>
        </pc:spChg>
        <pc:spChg chg="mod">
          <ac:chgData name="Jeff DeRemer" userId="a37f3d2d141577c5" providerId="Windows Live" clId="Web-{440B02FF-CBA4-4939-A8C4-9DEDA1DD0B81}" dt="2023-07-23T18:14:39.345" v="870" actId="20577"/>
          <ac:spMkLst>
            <pc:docMk/>
            <pc:sldMk cId="3916907533" sldId="297"/>
            <ac:spMk id="3" creationId="{44445D3B-2A71-A9CA-450D-9A629D66162C}"/>
          </ac:spMkLst>
        </pc:spChg>
      </pc:sldChg>
      <pc:sldChg chg="modSp">
        <pc:chgData name="Jeff DeRemer" userId="a37f3d2d141577c5" providerId="Windows Live" clId="Web-{440B02FF-CBA4-4939-A8C4-9DEDA1DD0B81}" dt="2023-07-23T17:24:14.597" v="161" actId="20577"/>
        <pc:sldMkLst>
          <pc:docMk/>
          <pc:sldMk cId="4013399894" sldId="298"/>
        </pc:sldMkLst>
        <pc:spChg chg="mod">
          <ac:chgData name="Jeff DeRemer" userId="a37f3d2d141577c5" providerId="Windows Live" clId="Web-{440B02FF-CBA4-4939-A8C4-9DEDA1DD0B81}" dt="2023-07-23T17:24:14.597" v="161" actId="20577"/>
          <ac:spMkLst>
            <pc:docMk/>
            <pc:sldMk cId="4013399894" sldId="298"/>
            <ac:spMk id="2" creationId="{9FC04FDF-F6C6-A102-AAE8-320D1538DF86}"/>
          </ac:spMkLst>
        </pc:spChg>
      </pc:sldChg>
      <pc:sldChg chg="modSp ord">
        <pc:chgData name="Jeff DeRemer" userId="a37f3d2d141577c5" providerId="Windows Live" clId="Web-{440B02FF-CBA4-4939-A8C4-9DEDA1DD0B81}" dt="2023-07-23T17:41:17.732" v="420"/>
        <pc:sldMkLst>
          <pc:docMk/>
          <pc:sldMk cId="1935756779" sldId="305"/>
        </pc:sldMkLst>
        <pc:spChg chg="mod">
          <ac:chgData name="Jeff DeRemer" userId="a37f3d2d141577c5" providerId="Windows Live" clId="Web-{440B02FF-CBA4-4939-A8C4-9DEDA1DD0B81}" dt="2023-07-23T17:41:17.592" v="419" actId="20577"/>
          <ac:spMkLst>
            <pc:docMk/>
            <pc:sldMk cId="1935756779" sldId="305"/>
            <ac:spMk id="2" creationId="{3ACE7FED-C200-7B67-3E02-882BF64E67DD}"/>
          </ac:spMkLst>
        </pc:spChg>
      </pc:sldChg>
      <pc:sldChg chg="ord">
        <pc:chgData name="Jeff DeRemer" userId="a37f3d2d141577c5" providerId="Windows Live" clId="Web-{440B02FF-CBA4-4939-A8C4-9DEDA1DD0B81}" dt="2023-07-23T17:52:52.745" v="558"/>
        <pc:sldMkLst>
          <pc:docMk/>
          <pc:sldMk cId="3166782752" sldId="306"/>
        </pc:sldMkLst>
      </pc:sldChg>
      <pc:sldChg chg="modSp ord">
        <pc:chgData name="Jeff DeRemer" userId="a37f3d2d141577c5" providerId="Windows Live" clId="Web-{440B02FF-CBA4-4939-A8C4-9DEDA1DD0B81}" dt="2023-07-23T18:15:28.253" v="878" actId="20577"/>
        <pc:sldMkLst>
          <pc:docMk/>
          <pc:sldMk cId="3630277452" sldId="309"/>
        </pc:sldMkLst>
        <pc:spChg chg="mod">
          <ac:chgData name="Jeff DeRemer" userId="a37f3d2d141577c5" providerId="Windows Live" clId="Web-{440B02FF-CBA4-4939-A8C4-9DEDA1DD0B81}" dt="2023-07-23T17:17:36.440" v="56" actId="20577"/>
          <ac:spMkLst>
            <pc:docMk/>
            <pc:sldMk cId="3630277452" sldId="309"/>
            <ac:spMk id="2" creationId="{143E2224-8D2A-9674-3AB7-C33CFCD589D7}"/>
          </ac:spMkLst>
        </pc:spChg>
        <pc:spChg chg="mod">
          <ac:chgData name="Jeff DeRemer" userId="a37f3d2d141577c5" providerId="Windows Live" clId="Web-{440B02FF-CBA4-4939-A8C4-9DEDA1DD0B81}" dt="2023-07-23T18:15:28.253" v="878" actId="20577"/>
          <ac:spMkLst>
            <pc:docMk/>
            <pc:sldMk cId="3630277452" sldId="309"/>
            <ac:spMk id="3" creationId="{667CAB59-D103-80B2-8972-BA950EE5CE80}"/>
          </ac:spMkLst>
        </pc:spChg>
      </pc:sldChg>
      <pc:sldChg chg="ord">
        <pc:chgData name="Jeff DeRemer" userId="a37f3d2d141577c5" providerId="Windows Live" clId="Web-{440B02FF-CBA4-4939-A8C4-9DEDA1DD0B81}" dt="2023-07-23T17:13:30.336" v="7"/>
        <pc:sldMkLst>
          <pc:docMk/>
          <pc:sldMk cId="2940824636" sldId="310"/>
        </pc:sldMkLst>
      </pc:sldChg>
      <pc:sldChg chg="del">
        <pc:chgData name="Jeff DeRemer" userId="a37f3d2d141577c5" providerId="Windows Live" clId="Web-{440B02FF-CBA4-4939-A8C4-9DEDA1DD0B81}" dt="2023-07-23T17:20:55.776" v="96"/>
        <pc:sldMkLst>
          <pc:docMk/>
          <pc:sldMk cId="919761700" sldId="311"/>
        </pc:sldMkLst>
      </pc:sldChg>
      <pc:sldChg chg="modSp">
        <pc:chgData name="Jeff DeRemer" userId="a37f3d2d141577c5" providerId="Windows Live" clId="Web-{440B02FF-CBA4-4939-A8C4-9DEDA1DD0B81}" dt="2023-07-23T18:12:09.808" v="828" actId="20577"/>
        <pc:sldMkLst>
          <pc:docMk/>
          <pc:sldMk cId="588049691" sldId="314"/>
        </pc:sldMkLst>
        <pc:spChg chg="mod">
          <ac:chgData name="Jeff DeRemer" userId="a37f3d2d141577c5" providerId="Windows Live" clId="Web-{440B02FF-CBA4-4939-A8C4-9DEDA1DD0B81}" dt="2023-07-23T18:12:09.808" v="828" actId="20577"/>
          <ac:spMkLst>
            <pc:docMk/>
            <pc:sldMk cId="588049691" sldId="314"/>
            <ac:spMk id="2" creationId="{155F2CC8-9572-2144-062B-FABFE70C4A2C}"/>
          </ac:spMkLst>
        </pc:spChg>
        <pc:spChg chg="mod">
          <ac:chgData name="Jeff DeRemer" userId="a37f3d2d141577c5" providerId="Windows Live" clId="Web-{440B02FF-CBA4-4939-A8C4-9DEDA1DD0B81}" dt="2023-07-23T18:11:51.166" v="810" actId="20577"/>
          <ac:spMkLst>
            <pc:docMk/>
            <pc:sldMk cId="588049691" sldId="314"/>
            <ac:spMk id="3" creationId="{8AED796B-6634-4BD1-1D8D-60652409EDCF}"/>
          </ac:spMkLst>
        </pc:spChg>
      </pc:sldChg>
      <pc:sldChg chg="addSp delSp modSp new mod ord modClrScheme chgLayout">
        <pc:chgData name="Jeff DeRemer" userId="a37f3d2d141577c5" providerId="Windows Live" clId="Web-{440B02FF-CBA4-4939-A8C4-9DEDA1DD0B81}" dt="2023-07-23T18:01:11.250" v="726" actId="20577"/>
        <pc:sldMkLst>
          <pc:docMk/>
          <pc:sldMk cId="915020623" sldId="317"/>
        </pc:sldMkLst>
        <pc:spChg chg="mod ord">
          <ac:chgData name="Jeff DeRemer" userId="a37f3d2d141577c5" providerId="Windows Live" clId="Web-{440B02FF-CBA4-4939-A8C4-9DEDA1DD0B81}" dt="2023-07-23T17:25:22.287" v="176"/>
          <ac:spMkLst>
            <pc:docMk/>
            <pc:sldMk cId="915020623" sldId="317"/>
            <ac:spMk id="2" creationId="{65F11939-1EC1-1BF3-B0E1-3440CBC1F3D3}"/>
          </ac:spMkLst>
        </pc:spChg>
        <pc:spChg chg="mod ord">
          <ac:chgData name="Jeff DeRemer" userId="a37f3d2d141577c5" providerId="Windows Live" clId="Web-{440B02FF-CBA4-4939-A8C4-9DEDA1DD0B81}" dt="2023-07-23T18:01:11.250" v="726" actId="20577"/>
          <ac:spMkLst>
            <pc:docMk/>
            <pc:sldMk cId="915020623" sldId="317"/>
            <ac:spMk id="3" creationId="{594954C9-A707-69B0-D235-57E16BE68174}"/>
          </ac:spMkLst>
        </pc:spChg>
        <pc:spChg chg="mod ord">
          <ac:chgData name="Jeff DeRemer" userId="a37f3d2d141577c5" providerId="Windows Live" clId="Web-{440B02FF-CBA4-4939-A8C4-9DEDA1DD0B81}" dt="2023-07-23T17:25:22.287" v="176"/>
          <ac:spMkLst>
            <pc:docMk/>
            <pc:sldMk cId="915020623" sldId="317"/>
            <ac:spMk id="4" creationId="{A30A0D4B-262E-1FE0-1C19-F059B8114511}"/>
          </ac:spMkLst>
        </pc:spChg>
        <pc:spChg chg="mod ord">
          <ac:chgData name="Jeff DeRemer" userId="a37f3d2d141577c5" providerId="Windows Live" clId="Web-{440B02FF-CBA4-4939-A8C4-9DEDA1DD0B81}" dt="2023-07-23T17:25:22.287" v="176"/>
          <ac:spMkLst>
            <pc:docMk/>
            <pc:sldMk cId="915020623" sldId="317"/>
            <ac:spMk id="5" creationId="{9C47F7B9-CF6A-1293-C0A9-1561EF7BAA02}"/>
          </ac:spMkLst>
        </pc:spChg>
        <pc:spChg chg="add del mod ord">
          <ac:chgData name="Jeff DeRemer" userId="a37f3d2d141577c5" providerId="Windows Live" clId="Web-{440B02FF-CBA4-4939-A8C4-9DEDA1DD0B81}" dt="2023-07-23T17:25:33.663" v="177"/>
          <ac:spMkLst>
            <pc:docMk/>
            <pc:sldMk cId="915020623" sldId="317"/>
            <ac:spMk id="6" creationId="{0959453F-8CCD-A679-ADE0-7912AC98EEF8}"/>
          </ac:spMkLst>
        </pc:spChg>
        <pc:spChg chg="add del mod ord">
          <ac:chgData name="Jeff DeRemer" userId="a37f3d2d141577c5" providerId="Windows Live" clId="Web-{440B02FF-CBA4-4939-A8C4-9DEDA1DD0B81}" dt="2023-07-23T17:26:03.836" v="180"/>
          <ac:spMkLst>
            <pc:docMk/>
            <pc:sldMk cId="915020623" sldId="317"/>
            <ac:spMk id="7" creationId="{3C9FB7BD-BE21-C958-DBAF-9AE861477C1A}"/>
          </ac:spMkLst>
        </pc:spChg>
        <pc:spChg chg="add mod ord">
          <ac:chgData name="Jeff DeRemer" userId="a37f3d2d141577c5" providerId="Windows Live" clId="Web-{440B02FF-CBA4-4939-A8C4-9DEDA1DD0B81}" dt="2023-07-23T18:01:01.343" v="724" actId="20577"/>
          <ac:spMkLst>
            <pc:docMk/>
            <pc:sldMk cId="915020623" sldId="317"/>
            <ac:spMk id="8" creationId="{3938B658-D021-35F9-6892-A3ED33D1AD8C}"/>
          </ac:spMkLst>
        </pc:spChg>
      </pc:sldChg>
    </pc:docChg>
  </pc:docChgLst>
  <pc:docChgLst>
    <pc:chgData name="Jeff DeRemer" userId="a37f3d2d141577c5" providerId="Windows Live" clId="Web-{78709633-10D0-46A9-B600-506D0A837346}"/>
    <pc:docChg chg="addSld modSld sldOrd modSection">
      <pc:chgData name="Jeff DeRemer" userId="a37f3d2d141577c5" providerId="Windows Live" clId="Web-{78709633-10D0-46A9-B600-506D0A837346}" dt="2023-09-01T19:50:15.938" v="312"/>
      <pc:docMkLst>
        <pc:docMk/>
      </pc:docMkLst>
      <pc:sldChg chg="ord">
        <pc:chgData name="Jeff DeRemer" userId="a37f3d2d141577c5" providerId="Windows Live" clId="Web-{78709633-10D0-46A9-B600-506D0A837346}" dt="2023-09-01T19:50:15.938" v="312"/>
        <pc:sldMkLst>
          <pc:docMk/>
          <pc:sldMk cId="3056689765" sldId="293"/>
        </pc:sldMkLst>
      </pc:sldChg>
      <pc:sldChg chg="modSp">
        <pc:chgData name="Jeff DeRemer" userId="a37f3d2d141577c5" providerId="Windows Live" clId="Web-{78709633-10D0-46A9-B600-506D0A837346}" dt="2023-09-01T19:48:46.809" v="311" actId="20577"/>
        <pc:sldMkLst>
          <pc:docMk/>
          <pc:sldMk cId="588049691" sldId="314"/>
        </pc:sldMkLst>
        <pc:spChg chg="mod">
          <ac:chgData name="Jeff DeRemer" userId="a37f3d2d141577c5" providerId="Windows Live" clId="Web-{78709633-10D0-46A9-B600-506D0A837346}" dt="2023-09-01T19:34:37.575" v="49" actId="20577"/>
          <ac:spMkLst>
            <pc:docMk/>
            <pc:sldMk cId="588049691" sldId="314"/>
            <ac:spMk id="2" creationId="{155F2CC8-9572-2144-062B-FABFE70C4A2C}"/>
          </ac:spMkLst>
        </pc:spChg>
        <pc:spChg chg="mod">
          <ac:chgData name="Jeff DeRemer" userId="a37f3d2d141577c5" providerId="Windows Live" clId="Web-{78709633-10D0-46A9-B600-506D0A837346}" dt="2023-09-01T19:48:46.809" v="311" actId="20577"/>
          <ac:spMkLst>
            <pc:docMk/>
            <pc:sldMk cId="588049691" sldId="314"/>
            <ac:spMk id="3" creationId="{8AED796B-6634-4BD1-1D8D-60652409EDCF}"/>
          </ac:spMkLst>
        </pc:spChg>
      </pc:sldChg>
      <pc:sldChg chg="modSp">
        <pc:chgData name="Jeff DeRemer" userId="a37f3d2d141577c5" providerId="Windows Live" clId="Web-{78709633-10D0-46A9-B600-506D0A837346}" dt="2023-09-01T19:36:33.407" v="116" actId="20577"/>
        <pc:sldMkLst>
          <pc:docMk/>
          <pc:sldMk cId="2417779818" sldId="319"/>
        </pc:sldMkLst>
        <pc:spChg chg="mod">
          <ac:chgData name="Jeff DeRemer" userId="a37f3d2d141577c5" providerId="Windows Live" clId="Web-{78709633-10D0-46A9-B600-506D0A837346}" dt="2023-09-01T19:36:33.407" v="116" actId="20577"/>
          <ac:spMkLst>
            <pc:docMk/>
            <pc:sldMk cId="2417779818" sldId="319"/>
            <ac:spMk id="3" creationId="{12EED0E7-EAC5-B55A-2374-3C8714688BAE}"/>
          </ac:spMkLst>
        </pc:spChg>
      </pc:sldChg>
      <pc:sldChg chg="modSp new">
        <pc:chgData name="Jeff DeRemer" userId="a37f3d2d141577c5" providerId="Windows Live" clId="Web-{78709633-10D0-46A9-B600-506D0A837346}" dt="2023-09-01T19:42:06.904" v="232" actId="20577"/>
        <pc:sldMkLst>
          <pc:docMk/>
          <pc:sldMk cId="1363589781" sldId="320"/>
        </pc:sldMkLst>
        <pc:spChg chg="mod">
          <ac:chgData name="Jeff DeRemer" userId="a37f3d2d141577c5" providerId="Windows Live" clId="Web-{78709633-10D0-46A9-B600-506D0A837346}" dt="2023-09-01T19:42:06.904" v="232" actId="20577"/>
          <ac:spMkLst>
            <pc:docMk/>
            <pc:sldMk cId="1363589781" sldId="320"/>
            <ac:spMk id="2" creationId="{07EF102E-E259-88DD-3AD0-39AA23C1E14E}"/>
          </ac:spMkLst>
        </pc:spChg>
        <pc:spChg chg="mod">
          <ac:chgData name="Jeff DeRemer" userId="a37f3d2d141577c5" providerId="Windows Live" clId="Web-{78709633-10D0-46A9-B600-506D0A837346}" dt="2023-09-01T19:39:57.430" v="226" actId="20577"/>
          <ac:spMkLst>
            <pc:docMk/>
            <pc:sldMk cId="1363589781" sldId="320"/>
            <ac:spMk id="3" creationId="{C04151B2-B1AD-2D0C-5740-3000E828F1AC}"/>
          </ac:spMkLst>
        </pc:spChg>
      </pc:sldChg>
    </pc:docChg>
  </pc:docChgLst>
  <pc:docChgLst>
    <pc:chgData name="Jeff DeRemer" userId="a37f3d2d141577c5" providerId="Windows Live" clId="Web-{1E4692DD-021A-4A17-B9EA-B74C304CA745}"/>
    <pc:docChg chg="delSld modSection">
      <pc:chgData name="Jeff DeRemer" userId="a37f3d2d141577c5" providerId="Windows Live" clId="Web-{1E4692DD-021A-4A17-B9EA-B74C304CA745}" dt="2023-09-02T22:40:16.682" v="57"/>
      <pc:docMkLst>
        <pc:docMk/>
      </pc:docMkLst>
      <pc:sldChg chg="del">
        <pc:chgData name="Jeff DeRemer" userId="a37f3d2d141577c5" providerId="Windows Live" clId="Web-{1E4692DD-021A-4A17-B9EA-B74C304CA745}" dt="2023-09-02T22:39:48.869" v="2"/>
        <pc:sldMkLst>
          <pc:docMk/>
          <pc:sldMk cId="436497126" sldId="257"/>
        </pc:sldMkLst>
      </pc:sldChg>
      <pc:sldChg chg="del">
        <pc:chgData name="Jeff DeRemer" userId="a37f3d2d141577c5" providerId="Windows Live" clId="Web-{1E4692DD-021A-4A17-B9EA-B74C304CA745}" dt="2023-09-02T22:39:49.760" v="4"/>
        <pc:sldMkLst>
          <pc:docMk/>
          <pc:sldMk cId="3204198918" sldId="258"/>
        </pc:sldMkLst>
      </pc:sldChg>
      <pc:sldChg chg="del">
        <pc:chgData name="Jeff DeRemer" userId="a37f3d2d141577c5" providerId="Windows Live" clId="Web-{1E4692DD-021A-4A17-B9EA-B74C304CA745}" dt="2023-09-02T22:39:53.291" v="10"/>
        <pc:sldMkLst>
          <pc:docMk/>
          <pc:sldMk cId="1537062186" sldId="259"/>
        </pc:sldMkLst>
      </pc:sldChg>
      <pc:sldChg chg="del">
        <pc:chgData name="Jeff DeRemer" userId="a37f3d2d141577c5" providerId="Windows Live" clId="Web-{1E4692DD-021A-4A17-B9EA-B74C304CA745}" dt="2023-09-02T22:39:53.385" v="12"/>
        <pc:sldMkLst>
          <pc:docMk/>
          <pc:sldMk cId="3800418244" sldId="260"/>
        </pc:sldMkLst>
      </pc:sldChg>
      <pc:sldChg chg="del">
        <pc:chgData name="Jeff DeRemer" userId="a37f3d2d141577c5" providerId="Windows Live" clId="Web-{1E4692DD-021A-4A17-B9EA-B74C304CA745}" dt="2023-09-02T22:39:53.947" v="14"/>
        <pc:sldMkLst>
          <pc:docMk/>
          <pc:sldMk cId="1862461135" sldId="261"/>
        </pc:sldMkLst>
      </pc:sldChg>
      <pc:sldChg chg="del">
        <pc:chgData name="Jeff DeRemer" userId="a37f3d2d141577c5" providerId="Windows Live" clId="Web-{1E4692DD-021A-4A17-B9EA-B74C304CA745}" dt="2023-09-02T22:39:54.057" v="16"/>
        <pc:sldMkLst>
          <pc:docMk/>
          <pc:sldMk cId="750474985" sldId="262"/>
        </pc:sldMkLst>
      </pc:sldChg>
      <pc:sldChg chg="del">
        <pc:chgData name="Jeff DeRemer" userId="a37f3d2d141577c5" providerId="Windows Live" clId="Web-{1E4692DD-021A-4A17-B9EA-B74C304CA745}" dt="2023-09-02T22:39:53.682" v="13"/>
        <pc:sldMkLst>
          <pc:docMk/>
          <pc:sldMk cId="1604463162" sldId="263"/>
        </pc:sldMkLst>
      </pc:sldChg>
      <pc:sldChg chg="del">
        <pc:chgData name="Jeff DeRemer" userId="a37f3d2d141577c5" providerId="Windows Live" clId="Web-{1E4692DD-021A-4A17-B9EA-B74C304CA745}" dt="2023-09-02T22:39:55.869" v="22"/>
        <pc:sldMkLst>
          <pc:docMk/>
          <pc:sldMk cId="98002227" sldId="264"/>
        </pc:sldMkLst>
      </pc:sldChg>
      <pc:sldChg chg="del">
        <pc:chgData name="Jeff DeRemer" userId="a37f3d2d141577c5" providerId="Windows Live" clId="Web-{1E4692DD-021A-4A17-B9EA-B74C304CA745}" dt="2023-09-02T22:39:55.994" v="23"/>
        <pc:sldMkLst>
          <pc:docMk/>
          <pc:sldMk cId="4027165043" sldId="265"/>
        </pc:sldMkLst>
      </pc:sldChg>
      <pc:sldChg chg="del">
        <pc:chgData name="Jeff DeRemer" userId="a37f3d2d141577c5" providerId="Windows Live" clId="Web-{1E4692DD-021A-4A17-B9EA-B74C304CA745}" dt="2023-09-02T22:39:56.697" v="26"/>
        <pc:sldMkLst>
          <pc:docMk/>
          <pc:sldMk cId="1052964133" sldId="266"/>
        </pc:sldMkLst>
      </pc:sldChg>
      <pc:sldChg chg="del">
        <pc:chgData name="Jeff DeRemer" userId="a37f3d2d141577c5" providerId="Windows Live" clId="Web-{1E4692DD-021A-4A17-B9EA-B74C304CA745}" dt="2023-09-02T22:39:58.041" v="29"/>
        <pc:sldMkLst>
          <pc:docMk/>
          <pc:sldMk cId="1079600738" sldId="267"/>
        </pc:sldMkLst>
      </pc:sldChg>
      <pc:sldChg chg="del">
        <pc:chgData name="Jeff DeRemer" userId="a37f3d2d141577c5" providerId="Windows Live" clId="Web-{1E4692DD-021A-4A17-B9EA-B74C304CA745}" dt="2023-09-02T22:39:56.541" v="25"/>
        <pc:sldMkLst>
          <pc:docMk/>
          <pc:sldMk cId="4291219111" sldId="269"/>
        </pc:sldMkLst>
      </pc:sldChg>
      <pc:sldChg chg="del">
        <pc:chgData name="Jeff DeRemer" userId="a37f3d2d141577c5" providerId="Windows Live" clId="Web-{1E4692DD-021A-4A17-B9EA-B74C304CA745}" dt="2023-09-02T22:39:54.260" v="17"/>
        <pc:sldMkLst>
          <pc:docMk/>
          <pc:sldMk cId="3628189326" sldId="270"/>
        </pc:sldMkLst>
      </pc:sldChg>
      <pc:sldChg chg="del">
        <pc:chgData name="Jeff DeRemer" userId="a37f3d2d141577c5" providerId="Windows Live" clId="Web-{1E4692DD-021A-4A17-B9EA-B74C304CA745}" dt="2023-09-02T22:39:58.822" v="31"/>
        <pc:sldMkLst>
          <pc:docMk/>
          <pc:sldMk cId="4094167011" sldId="271"/>
        </pc:sldMkLst>
      </pc:sldChg>
      <pc:sldChg chg="del">
        <pc:chgData name="Jeff DeRemer" userId="a37f3d2d141577c5" providerId="Windows Live" clId="Web-{1E4692DD-021A-4A17-B9EA-B74C304CA745}" dt="2023-09-02T22:40:05.838" v="40"/>
        <pc:sldMkLst>
          <pc:docMk/>
          <pc:sldMk cId="1682394483" sldId="272"/>
        </pc:sldMkLst>
      </pc:sldChg>
      <pc:sldChg chg="del">
        <pc:chgData name="Jeff DeRemer" userId="a37f3d2d141577c5" providerId="Windows Live" clId="Web-{1E4692DD-021A-4A17-B9EA-B74C304CA745}" dt="2023-09-02T22:40:04.166" v="38"/>
        <pc:sldMkLst>
          <pc:docMk/>
          <pc:sldMk cId="1966568967" sldId="273"/>
        </pc:sldMkLst>
      </pc:sldChg>
      <pc:sldChg chg="del">
        <pc:chgData name="Jeff DeRemer" userId="a37f3d2d141577c5" providerId="Windows Live" clId="Web-{1E4692DD-021A-4A17-B9EA-B74C304CA745}" dt="2023-09-02T22:40:04.948" v="39"/>
        <pc:sldMkLst>
          <pc:docMk/>
          <pc:sldMk cId="517718756" sldId="274"/>
        </pc:sldMkLst>
      </pc:sldChg>
      <pc:sldChg chg="del">
        <pc:chgData name="Jeff DeRemer" userId="a37f3d2d141577c5" providerId="Windows Live" clId="Web-{1E4692DD-021A-4A17-B9EA-B74C304CA745}" dt="2023-09-02T22:40:00.807" v="34"/>
        <pc:sldMkLst>
          <pc:docMk/>
          <pc:sldMk cId="494778731" sldId="275"/>
        </pc:sldMkLst>
      </pc:sldChg>
      <pc:sldChg chg="del">
        <pc:chgData name="Jeff DeRemer" userId="a37f3d2d141577c5" providerId="Windows Live" clId="Web-{1E4692DD-021A-4A17-B9EA-B74C304CA745}" dt="2023-09-02T22:40:03.323" v="37"/>
        <pc:sldMkLst>
          <pc:docMk/>
          <pc:sldMk cId="3591501101" sldId="276"/>
        </pc:sldMkLst>
      </pc:sldChg>
      <pc:sldChg chg="del">
        <pc:chgData name="Jeff DeRemer" userId="a37f3d2d141577c5" providerId="Windows Live" clId="Web-{1E4692DD-021A-4A17-B9EA-B74C304CA745}" dt="2023-09-02T22:40:06.744" v="41"/>
        <pc:sldMkLst>
          <pc:docMk/>
          <pc:sldMk cId="2990784307" sldId="277"/>
        </pc:sldMkLst>
      </pc:sldChg>
      <pc:sldChg chg="del">
        <pc:chgData name="Jeff DeRemer" userId="a37f3d2d141577c5" providerId="Windows Live" clId="Web-{1E4692DD-021A-4A17-B9EA-B74C304CA745}" dt="2023-09-02T22:40:12.682" v="44"/>
        <pc:sldMkLst>
          <pc:docMk/>
          <pc:sldMk cId="3744251568" sldId="278"/>
        </pc:sldMkLst>
      </pc:sldChg>
      <pc:sldChg chg="del">
        <pc:chgData name="Jeff DeRemer" userId="a37f3d2d141577c5" providerId="Windows Live" clId="Web-{1E4692DD-021A-4A17-B9EA-B74C304CA745}" dt="2023-09-02T22:40:08.979" v="43"/>
        <pc:sldMkLst>
          <pc:docMk/>
          <pc:sldMk cId="2746935985" sldId="280"/>
        </pc:sldMkLst>
      </pc:sldChg>
      <pc:sldChg chg="del">
        <pc:chgData name="Jeff DeRemer" userId="a37f3d2d141577c5" providerId="Windows Live" clId="Web-{1E4692DD-021A-4A17-B9EA-B74C304CA745}" dt="2023-09-02T22:40:13.291" v="45"/>
        <pc:sldMkLst>
          <pc:docMk/>
          <pc:sldMk cId="204965760" sldId="282"/>
        </pc:sldMkLst>
      </pc:sldChg>
      <pc:sldChg chg="del">
        <pc:chgData name="Jeff DeRemer" userId="a37f3d2d141577c5" providerId="Windows Live" clId="Web-{1E4692DD-021A-4A17-B9EA-B74C304CA745}" dt="2023-09-02T22:39:58.385" v="30"/>
        <pc:sldMkLst>
          <pc:docMk/>
          <pc:sldMk cId="1861732289" sldId="283"/>
        </pc:sldMkLst>
      </pc:sldChg>
      <pc:sldChg chg="del">
        <pc:chgData name="Jeff DeRemer" userId="a37f3d2d141577c5" providerId="Windows Live" clId="Web-{1E4692DD-021A-4A17-B9EA-B74C304CA745}" dt="2023-09-02T22:40:00.104" v="33"/>
        <pc:sldMkLst>
          <pc:docMk/>
          <pc:sldMk cId="1987841433" sldId="284"/>
        </pc:sldMkLst>
      </pc:sldChg>
      <pc:sldChg chg="del">
        <pc:chgData name="Jeff DeRemer" userId="a37f3d2d141577c5" providerId="Windows Live" clId="Web-{1E4692DD-021A-4A17-B9EA-B74C304CA745}" dt="2023-09-02T22:39:54.932" v="20"/>
        <pc:sldMkLst>
          <pc:docMk/>
          <pc:sldMk cId="1112612059" sldId="285"/>
        </pc:sldMkLst>
      </pc:sldChg>
      <pc:sldChg chg="del">
        <pc:chgData name="Jeff DeRemer" userId="a37f3d2d141577c5" providerId="Windows Live" clId="Web-{1E4692DD-021A-4A17-B9EA-B74C304CA745}" dt="2023-09-02T22:39:55.385" v="21"/>
        <pc:sldMkLst>
          <pc:docMk/>
          <pc:sldMk cId="2771794891" sldId="286"/>
        </pc:sldMkLst>
      </pc:sldChg>
      <pc:sldChg chg="del">
        <pc:chgData name="Jeff DeRemer" userId="a37f3d2d141577c5" providerId="Windows Live" clId="Web-{1E4692DD-021A-4A17-B9EA-B74C304CA745}" dt="2023-09-02T22:39:54.854" v="19"/>
        <pc:sldMkLst>
          <pc:docMk/>
          <pc:sldMk cId="4209612668" sldId="287"/>
        </pc:sldMkLst>
      </pc:sldChg>
      <pc:sldChg chg="del">
        <pc:chgData name="Jeff DeRemer" userId="a37f3d2d141577c5" providerId="Windows Live" clId="Web-{1E4692DD-021A-4A17-B9EA-B74C304CA745}" dt="2023-09-02T22:40:08.073" v="42"/>
        <pc:sldMkLst>
          <pc:docMk/>
          <pc:sldMk cId="1175048660" sldId="288"/>
        </pc:sldMkLst>
      </pc:sldChg>
      <pc:sldChg chg="del">
        <pc:chgData name="Jeff DeRemer" userId="a37f3d2d141577c5" providerId="Windows Live" clId="Web-{1E4692DD-021A-4A17-B9EA-B74C304CA745}" dt="2023-09-02T22:40:15.010" v="50"/>
        <pc:sldMkLst>
          <pc:docMk/>
          <pc:sldMk cId="1487085672" sldId="289"/>
        </pc:sldMkLst>
      </pc:sldChg>
      <pc:sldChg chg="del">
        <pc:chgData name="Jeff DeRemer" userId="a37f3d2d141577c5" providerId="Windows Live" clId="Web-{1E4692DD-021A-4A17-B9EA-B74C304CA745}" dt="2023-09-02T22:39:50.838" v="6"/>
        <pc:sldMkLst>
          <pc:docMk/>
          <pc:sldMk cId="4076531934" sldId="290"/>
        </pc:sldMkLst>
      </pc:sldChg>
      <pc:sldChg chg="del">
        <pc:chgData name="Jeff DeRemer" userId="a37f3d2d141577c5" providerId="Windows Live" clId="Web-{1E4692DD-021A-4A17-B9EA-B74C304CA745}" dt="2023-09-02T22:39:54.041" v="15"/>
        <pc:sldMkLst>
          <pc:docMk/>
          <pc:sldMk cId="2803421184" sldId="292"/>
        </pc:sldMkLst>
      </pc:sldChg>
      <pc:sldChg chg="del">
        <pc:chgData name="Jeff DeRemer" userId="a37f3d2d141577c5" providerId="Windows Live" clId="Web-{1E4692DD-021A-4A17-B9EA-B74C304CA745}" dt="2023-09-02T22:40:16.432" v="56"/>
        <pc:sldMkLst>
          <pc:docMk/>
          <pc:sldMk cId="3056689765" sldId="293"/>
        </pc:sldMkLst>
      </pc:sldChg>
      <pc:sldChg chg="del">
        <pc:chgData name="Jeff DeRemer" userId="a37f3d2d141577c5" providerId="Windows Live" clId="Web-{1E4692DD-021A-4A17-B9EA-B74C304CA745}" dt="2023-09-02T22:39:56.479" v="24"/>
        <pc:sldMkLst>
          <pc:docMk/>
          <pc:sldMk cId="2373186645" sldId="294"/>
        </pc:sldMkLst>
      </pc:sldChg>
      <pc:sldChg chg="del">
        <pc:chgData name="Jeff DeRemer" userId="a37f3d2d141577c5" providerId="Windows Live" clId="Web-{1E4692DD-021A-4A17-B9EA-B74C304CA745}" dt="2023-09-02T22:40:15.448" v="51"/>
        <pc:sldMkLst>
          <pc:docMk/>
          <pc:sldMk cId="1109033926" sldId="295"/>
        </pc:sldMkLst>
      </pc:sldChg>
      <pc:sldChg chg="del">
        <pc:chgData name="Jeff DeRemer" userId="a37f3d2d141577c5" providerId="Windows Live" clId="Web-{1E4692DD-021A-4A17-B9EA-B74C304CA745}" dt="2023-09-02T22:39:51.291" v="7"/>
        <pc:sldMkLst>
          <pc:docMk/>
          <pc:sldMk cId="3257431584" sldId="296"/>
        </pc:sldMkLst>
      </pc:sldChg>
      <pc:sldChg chg="del">
        <pc:chgData name="Jeff DeRemer" userId="a37f3d2d141577c5" providerId="Windows Live" clId="Web-{1E4692DD-021A-4A17-B9EA-B74C304CA745}" dt="2023-09-02T22:39:51.525" v="8"/>
        <pc:sldMkLst>
          <pc:docMk/>
          <pc:sldMk cId="3916907533" sldId="297"/>
        </pc:sldMkLst>
      </pc:sldChg>
      <pc:sldChg chg="del">
        <pc:chgData name="Jeff DeRemer" userId="a37f3d2d141577c5" providerId="Windows Live" clId="Web-{1E4692DD-021A-4A17-B9EA-B74C304CA745}" dt="2023-09-02T22:40:14.651" v="48"/>
        <pc:sldMkLst>
          <pc:docMk/>
          <pc:sldMk cId="3946900745" sldId="299"/>
        </pc:sldMkLst>
      </pc:sldChg>
      <pc:sldChg chg="del">
        <pc:chgData name="Jeff DeRemer" userId="a37f3d2d141577c5" providerId="Windows Live" clId="Web-{1E4692DD-021A-4A17-B9EA-B74C304CA745}" dt="2023-09-02T22:40:13.745" v="46"/>
        <pc:sldMkLst>
          <pc:docMk/>
          <pc:sldMk cId="586689482" sldId="300"/>
        </pc:sldMkLst>
      </pc:sldChg>
      <pc:sldChg chg="del">
        <pc:chgData name="Jeff DeRemer" userId="a37f3d2d141577c5" providerId="Windows Live" clId="Web-{1E4692DD-021A-4A17-B9EA-B74C304CA745}" dt="2023-09-02T22:40:16.245" v="54"/>
        <pc:sldMkLst>
          <pc:docMk/>
          <pc:sldMk cId="2227905725" sldId="301"/>
        </pc:sldMkLst>
      </pc:sldChg>
      <pc:sldChg chg="del">
        <pc:chgData name="Jeff DeRemer" userId="a37f3d2d141577c5" providerId="Windows Live" clId="Web-{1E4692DD-021A-4A17-B9EA-B74C304CA745}" dt="2023-09-02T22:40:15.635" v="52"/>
        <pc:sldMkLst>
          <pc:docMk/>
          <pc:sldMk cId="2536371849" sldId="302"/>
        </pc:sldMkLst>
      </pc:sldChg>
      <pc:sldChg chg="del">
        <pc:chgData name="Jeff DeRemer" userId="a37f3d2d141577c5" providerId="Windows Live" clId="Web-{1E4692DD-021A-4A17-B9EA-B74C304CA745}" dt="2023-09-02T22:40:16.276" v="55"/>
        <pc:sldMkLst>
          <pc:docMk/>
          <pc:sldMk cId="4098653268" sldId="303"/>
        </pc:sldMkLst>
      </pc:sldChg>
      <pc:sldChg chg="del">
        <pc:chgData name="Jeff DeRemer" userId="a37f3d2d141577c5" providerId="Windows Live" clId="Web-{1E4692DD-021A-4A17-B9EA-B74C304CA745}" dt="2023-09-02T22:40:14.729" v="49"/>
        <pc:sldMkLst>
          <pc:docMk/>
          <pc:sldMk cId="2894770160" sldId="304"/>
        </pc:sldMkLst>
      </pc:sldChg>
      <pc:sldChg chg="del">
        <pc:chgData name="Jeff DeRemer" userId="a37f3d2d141577c5" providerId="Windows Live" clId="Web-{1E4692DD-021A-4A17-B9EA-B74C304CA745}" dt="2023-09-02T22:40:01.744" v="35"/>
        <pc:sldMkLst>
          <pc:docMk/>
          <pc:sldMk cId="1935756779" sldId="305"/>
        </pc:sldMkLst>
      </pc:sldChg>
      <pc:sldChg chg="del">
        <pc:chgData name="Jeff DeRemer" userId="a37f3d2d141577c5" providerId="Windows Live" clId="Web-{1E4692DD-021A-4A17-B9EA-B74C304CA745}" dt="2023-09-02T22:39:54.291" v="18"/>
        <pc:sldMkLst>
          <pc:docMk/>
          <pc:sldMk cId="3166782752" sldId="306"/>
        </pc:sldMkLst>
      </pc:sldChg>
      <pc:sldChg chg="del">
        <pc:chgData name="Jeff DeRemer" userId="a37f3d2d141577c5" providerId="Windows Live" clId="Web-{1E4692DD-021A-4A17-B9EA-B74C304CA745}" dt="2023-09-02T22:39:57.119" v="27"/>
        <pc:sldMkLst>
          <pc:docMk/>
          <pc:sldMk cId="2145870571" sldId="307"/>
        </pc:sldMkLst>
      </pc:sldChg>
      <pc:sldChg chg="del">
        <pc:chgData name="Jeff DeRemer" userId="a37f3d2d141577c5" providerId="Windows Live" clId="Web-{1E4692DD-021A-4A17-B9EA-B74C304CA745}" dt="2023-09-02T22:39:57.572" v="28"/>
        <pc:sldMkLst>
          <pc:docMk/>
          <pc:sldMk cId="1173428035" sldId="308"/>
        </pc:sldMkLst>
      </pc:sldChg>
      <pc:sldChg chg="del">
        <pc:chgData name="Jeff DeRemer" userId="a37f3d2d141577c5" providerId="Windows Live" clId="Web-{1E4692DD-021A-4A17-B9EA-B74C304CA745}" dt="2023-09-02T22:39:52.182" v="9"/>
        <pc:sldMkLst>
          <pc:docMk/>
          <pc:sldMk cId="3630277452" sldId="309"/>
        </pc:sldMkLst>
      </pc:sldChg>
      <pc:sldChg chg="del">
        <pc:chgData name="Jeff DeRemer" userId="a37f3d2d141577c5" providerId="Windows Live" clId="Web-{1E4692DD-021A-4A17-B9EA-B74C304CA745}" dt="2023-09-02T22:39:49.369" v="3"/>
        <pc:sldMkLst>
          <pc:docMk/>
          <pc:sldMk cId="2940824636" sldId="310"/>
        </pc:sldMkLst>
      </pc:sldChg>
      <pc:sldChg chg="del">
        <pc:chgData name="Jeff DeRemer" userId="a37f3d2d141577c5" providerId="Windows Live" clId="Web-{1E4692DD-021A-4A17-B9EA-B74C304CA745}" dt="2023-09-02T22:39:59.463" v="32"/>
        <pc:sldMkLst>
          <pc:docMk/>
          <pc:sldMk cId="322086555" sldId="312"/>
        </pc:sldMkLst>
      </pc:sldChg>
      <pc:sldChg chg="del">
        <pc:chgData name="Jeff DeRemer" userId="a37f3d2d141577c5" providerId="Windows Live" clId="Web-{1E4692DD-021A-4A17-B9EA-B74C304CA745}" dt="2023-09-02T22:39:48.432" v="1"/>
        <pc:sldMkLst>
          <pc:docMk/>
          <pc:sldMk cId="3904009533" sldId="313"/>
        </pc:sldMkLst>
      </pc:sldChg>
      <pc:sldChg chg="del">
        <pc:chgData name="Jeff DeRemer" userId="a37f3d2d141577c5" providerId="Windows Live" clId="Web-{1E4692DD-021A-4A17-B9EA-B74C304CA745}" dt="2023-09-02T22:39:50.307" v="5"/>
        <pc:sldMkLst>
          <pc:docMk/>
          <pc:sldMk cId="588049691" sldId="314"/>
        </pc:sldMkLst>
      </pc:sldChg>
      <pc:sldChg chg="del">
        <pc:chgData name="Jeff DeRemer" userId="a37f3d2d141577c5" providerId="Windows Live" clId="Web-{1E4692DD-021A-4A17-B9EA-B74C304CA745}" dt="2023-09-02T22:39:53.385" v="11"/>
        <pc:sldMkLst>
          <pc:docMk/>
          <pc:sldMk cId="3588194236" sldId="315"/>
        </pc:sldMkLst>
      </pc:sldChg>
      <pc:sldChg chg="del">
        <pc:chgData name="Jeff DeRemer" userId="a37f3d2d141577c5" providerId="Windows Live" clId="Web-{1E4692DD-021A-4A17-B9EA-B74C304CA745}" dt="2023-09-02T22:40:02.604" v="36"/>
        <pc:sldMkLst>
          <pc:docMk/>
          <pc:sldMk cId="3080211462" sldId="316"/>
        </pc:sldMkLst>
      </pc:sldChg>
      <pc:sldChg chg="del">
        <pc:chgData name="Jeff DeRemer" userId="a37f3d2d141577c5" providerId="Windows Live" clId="Web-{1E4692DD-021A-4A17-B9EA-B74C304CA745}" dt="2023-09-02T22:39:47.853" v="0"/>
        <pc:sldMkLst>
          <pc:docMk/>
          <pc:sldMk cId="915020623" sldId="317"/>
        </pc:sldMkLst>
      </pc:sldChg>
      <pc:sldChg chg="del">
        <pc:chgData name="Jeff DeRemer" userId="a37f3d2d141577c5" providerId="Windows Live" clId="Web-{1E4692DD-021A-4A17-B9EA-B74C304CA745}" dt="2023-09-02T22:40:16.682" v="57"/>
        <pc:sldMkLst>
          <pc:docMk/>
          <pc:sldMk cId="1712350636" sldId="318"/>
        </pc:sldMkLst>
      </pc:sldChg>
      <pc:sldChg chg="del">
        <pc:chgData name="Jeff DeRemer" userId="a37f3d2d141577c5" providerId="Windows Live" clId="Web-{1E4692DD-021A-4A17-B9EA-B74C304CA745}" dt="2023-09-02T22:40:14.151" v="47"/>
        <pc:sldMkLst>
          <pc:docMk/>
          <pc:sldMk cId="2417779818" sldId="319"/>
        </pc:sldMkLst>
      </pc:sldChg>
      <pc:sldChg chg="del">
        <pc:chgData name="Jeff DeRemer" userId="a37f3d2d141577c5" providerId="Windows Live" clId="Web-{1E4692DD-021A-4A17-B9EA-B74C304CA745}" dt="2023-09-02T22:40:16.182" v="53"/>
        <pc:sldMkLst>
          <pc:docMk/>
          <pc:sldMk cId="1363589781" sldId="32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9/3/2023</a:t>
            </a:fld>
            <a:endParaRPr lang="en-US"/>
          </a:p>
        </p:txBody>
      </p:sp>
      <p:sp>
        <p:nvSpPr>
          <p:cNvPr id="8" name="Footer Placeholder 7"/>
          <p:cNvSpPr>
            <a:spLocks noGrp="1"/>
          </p:cNvSpPr>
          <p:nvPr>
            <p:ph type="ftr" sz="quarter" idx="11"/>
          </p:nvPr>
        </p:nvSpPr>
        <p:spPr/>
        <p:txBody>
          <a:bodyPr/>
          <a:lstStyle/>
          <a:p>
            <a:r>
              <a:rPr lang="en-US"/>
              <a:t>Copyright 2023 - Charon Software - All Rights Reserved </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9/3/2023</a:t>
            </a:fld>
            <a:endParaRPr lang="en-US"/>
          </a:p>
        </p:txBody>
      </p:sp>
      <p:sp>
        <p:nvSpPr>
          <p:cNvPr id="4" name="Footer Placeholder 3"/>
          <p:cNvSpPr>
            <a:spLocks noGrp="1"/>
          </p:cNvSpPr>
          <p:nvPr>
            <p:ph type="ftr" sz="quarter" idx="11"/>
          </p:nvPr>
        </p:nvSpPr>
        <p:spPr/>
        <p:txBody>
          <a:bodyPr/>
          <a:lstStyle/>
          <a:p>
            <a:r>
              <a:rPr lang="en-US"/>
              <a:t>Copyright 2023 - Charon Software - All Rights Reserved </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9/3/2023</a:t>
            </a:fld>
            <a:endParaRPr lang="en-US"/>
          </a:p>
        </p:txBody>
      </p:sp>
      <p:sp>
        <p:nvSpPr>
          <p:cNvPr id="3" name="Footer Placeholder 2"/>
          <p:cNvSpPr>
            <a:spLocks noGrp="1"/>
          </p:cNvSpPr>
          <p:nvPr>
            <p:ph type="ftr" sz="quarter" idx="11"/>
          </p:nvPr>
        </p:nvSpPr>
        <p:spPr/>
        <p:txBody>
          <a:bodyPr/>
          <a:lstStyle/>
          <a:p>
            <a:r>
              <a:rPr lang="en-US"/>
              <a:t>Copyright 2023 - Charon Software - All Rights Reserved </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2023 - Charon Software - All Rights Reserved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E47B-64BD-A963-0E90-03A9E467E90E}"/>
              </a:ext>
            </a:extLst>
          </p:cNvPr>
          <p:cNvSpPr>
            <a:spLocks noGrp="1"/>
          </p:cNvSpPr>
          <p:nvPr>
            <p:ph type="title"/>
          </p:nvPr>
        </p:nvSpPr>
        <p:spPr/>
        <p:txBody>
          <a:bodyPr/>
          <a:lstStyle/>
          <a:p>
            <a:r>
              <a:rPr lang="en-US" sz="4000">
                <a:cs typeface="Calibri Light"/>
              </a:rPr>
              <a:t>Bill of Responsibilities – "Astral '</a:t>
            </a:r>
            <a:r>
              <a:rPr lang="en-US" sz="4000" i="1">
                <a:cs typeface="Calibri Light"/>
              </a:rPr>
              <a:t>Constitution*</a:t>
            </a:r>
            <a:r>
              <a:rPr lang="en-US" sz="4000">
                <a:cs typeface="Calibri Light"/>
              </a:rPr>
              <a:t>'"</a:t>
            </a:r>
            <a:br>
              <a:rPr lang="en-US" sz="4000">
                <a:cs typeface="Calibri Light"/>
              </a:rPr>
            </a:br>
            <a:r>
              <a:rPr lang="en-US" sz="2000">
                <a:cs typeface="Calibri Light"/>
              </a:rPr>
              <a:t>*Again – need a better / different word </a:t>
            </a:r>
          </a:p>
        </p:txBody>
      </p:sp>
      <p:sp>
        <p:nvSpPr>
          <p:cNvPr id="3" name="Content Placeholder 2">
            <a:extLst>
              <a:ext uri="{FF2B5EF4-FFF2-40B4-BE49-F238E27FC236}">
                <a16:creationId xmlns:a16="http://schemas.microsoft.com/office/drawing/2014/main" id="{E9946A79-B7B2-74E9-63F9-ED6A04F68C26}"/>
              </a:ext>
            </a:extLst>
          </p:cNvPr>
          <p:cNvSpPr>
            <a:spLocks noGrp="1"/>
          </p:cNvSpPr>
          <p:nvPr>
            <p:ph idx="1"/>
          </p:nvPr>
        </p:nvSpPr>
        <p:spPr/>
        <p:txBody>
          <a:bodyPr vert="horz" lIns="91440" tIns="45720" rIns="91440" bIns="45720" rtlCol="0" anchor="t">
            <a:normAutofit fontScale="62500" lnSpcReduction="20000"/>
          </a:bodyPr>
          <a:lstStyle/>
          <a:p>
            <a:r>
              <a:rPr lang="en-US" dirty="0">
                <a:cs typeface="Calibri"/>
              </a:rPr>
              <a:t>With Rights – I feel – come responsibilities </a:t>
            </a:r>
          </a:p>
          <a:p>
            <a:r>
              <a:rPr lang="en-US" strike="sngStrike" dirty="0">
                <a:solidFill>
                  <a:srgbClr val="FF0000"/>
                </a:solidFill>
                <a:cs typeface="Calibri"/>
              </a:rPr>
              <a:t>Many people use phrase "rights" as both sword &amp; shield</a:t>
            </a:r>
            <a:endParaRPr lang="en-US" strike="sngStrike">
              <a:solidFill>
                <a:srgbClr val="FF0000"/>
              </a:solidFill>
              <a:ea typeface="Calibri"/>
              <a:cs typeface="Calibri"/>
            </a:endParaRPr>
          </a:p>
          <a:p>
            <a:pPr lvl="1"/>
            <a:r>
              <a:rPr lang="en-US" strike="sngStrike" dirty="0">
                <a:solidFill>
                  <a:srgbClr val="FF0000"/>
                </a:solidFill>
                <a:cs typeface="Calibri"/>
              </a:rPr>
              <a:t>there is nothing whatsoever anyone can do to induce a mind-change</a:t>
            </a:r>
            <a:endParaRPr lang="en-US" strike="sngStrike">
              <a:solidFill>
                <a:srgbClr val="FF0000"/>
              </a:solidFill>
              <a:ea typeface="Calibri"/>
              <a:cs typeface="Calibri"/>
            </a:endParaRPr>
          </a:p>
          <a:p>
            <a:r>
              <a:rPr lang="en-US" dirty="0">
                <a:cs typeface="Calibri"/>
              </a:rPr>
              <a:t>But; that's not the path to my inner group. Again – it's easy for Americans to scream their indignation. How dare me?? But I honestly want to approach all of this from the point of view of "we are on airships that never land, instead they circumnavigate the entire planet, over every country, and we don't want to get shot down" , so.. This dialog seems worth being where we "start from" not where we "get to"</a:t>
            </a:r>
            <a:endParaRPr lang="en-US" dirty="0">
              <a:ea typeface="Calibri" panose="020F0502020204030204"/>
              <a:cs typeface="Calibri"/>
            </a:endParaRPr>
          </a:p>
          <a:p>
            <a:r>
              <a:rPr lang="en-US" dirty="0">
                <a:cs typeface="Calibri"/>
              </a:rPr>
              <a:t>With rights -- especially when those rights are being exercised by people in positions of power &amp; influence, or involve personal safety and the power to kill -- come great responsibility. That should be self-evident. </a:t>
            </a:r>
            <a:endParaRPr lang="en-US" dirty="0">
              <a:ea typeface="Calibri"/>
              <a:cs typeface="Calibri"/>
            </a:endParaRPr>
          </a:p>
          <a:p>
            <a:pPr lvl="1"/>
            <a:r>
              <a:rPr lang="en-US" dirty="0">
                <a:cs typeface="Calibri"/>
              </a:rPr>
              <a:t>1st) Boy Who Cried Wolf -&gt; Put Up or Shut Up</a:t>
            </a:r>
            <a:endParaRPr lang="en-US" dirty="0">
              <a:ea typeface="Calibri"/>
              <a:cs typeface="Calibri"/>
            </a:endParaRPr>
          </a:p>
          <a:p>
            <a:pPr lvl="1"/>
            <a:r>
              <a:rPr lang="en-US" dirty="0">
                <a:cs typeface="Calibri"/>
              </a:rPr>
              <a:t>2nd) Can't Get my Guns -&gt; mini versions of Kim Jong Un &amp; vice versa </a:t>
            </a:r>
            <a:r>
              <a:rPr lang="en-US" dirty="0">
                <a:solidFill>
                  <a:srgbClr val="FF0000"/>
                </a:solidFill>
                <a:cs typeface="Calibri"/>
              </a:rPr>
              <a:t>be clear about why examples explain responsibilities</a:t>
            </a:r>
            <a:endParaRPr lang="en-US" dirty="0">
              <a:solidFill>
                <a:srgbClr val="FF0000"/>
              </a:solidFill>
              <a:ea typeface="Calibri"/>
              <a:cs typeface="Calibri"/>
            </a:endParaRPr>
          </a:p>
          <a:p>
            <a:endParaRPr lang="en-US">
              <a:cs typeface="Calibri"/>
            </a:endParaRPr>
          </a:p>
          <a:p>
            <a:r>
              <a:rPr lang="en-US" dirty="0">
                <a:cs typeface="Calibri"/>
              </a:rPr>
              <a:t>* Flying Cars seems like a pretty awesome buy-back offer...</a:t>
            </a:r>
            <a:endParaRPr lang="en-US" dirty="0">
              <a:ea typeface="Calibri"/>
              <a:cs typeface="Calibri"/>
            </a:endParaRPr>
          </a:p>
          <a:p>
            <a:r>
              <a:rPr lang="en-US" dirty="0">
                <a:cs typeface="Calibri"/>
              </a:rPr>
              <a:t>I truly don't see how humanity moves forward without that simple thing that says; "you have responsibilities" </a:t>
            </a:r>
          </a:p>
          <a:p>
            <a:pPr lvl="1"/>
            <a:r>
              <a:rPr lang="en-US" sz="2900" dirty="0">
                <a:ea typeface="Calibri"/>
                <a:cs typeface="Calibri"/>
              </a:rPr>
              <a:t>File this under the "About Me"…? I am not just "starting a company"</a:t>
            </a:r>
            <a:endParaRPr lang="en-US" dirty="0">
              <a:ea typeface="Calibri"/>
              <a:cs typeface="Calibri"/>
            </a:endParaRPr>
          </a:p>
        </p:txBody>
      </p:sp>
      <p:sp>
        <p:nvSpPr>
          <p:cNvPr id="5" name="Slide Number Placeholder 4">
            <a:extLst>
              <a:ext uri="{FF2B5EF4-FFF2-40B4-BE49-F238E27FC236}">
                <a16:creationId xmlns:a16="http://schemas.microsoft.com/office/drawing/2014/main" id="{877462E9-222B-4554-389C-E901BA97723A}"/>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4" name="Footer Placeholder 3">
            <a:extLst>
              <a:ext uri="{FF2B5EF4-FFF2-40B4-BE49-F238E27FC236}">
                <a16:creationId xmlns:a16="http://schemas.microsoft.com/office/drawing/2014/main" id="{7FDC8676-366A-3463-A3E8-21816C1660DB}"/>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823995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Bill of Responsibilities – "Astral 'Constitution*'" *Again – need a better / different word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942</cp:revision>
  <dcterms:created xsi:type="dcterms:W3CDTF">2023-07-01T11:10:24Z</dcterms:created>
  <dcterms:modified xsi:type="dcterms:W3CDTF">2023-09-03T11:13:05Z</dcterms:modified>
</cp:coreProperties>
</file>