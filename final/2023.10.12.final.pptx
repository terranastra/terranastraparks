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2" r:id="rId4"/>
    <p:sldId id="261" r:id="rId5"/>
    <p:sldId id="298" r:id="rId6"/>
    <p:sldId id="263" r:id="rId7"/>
    <p:sldId id="264" r:id="rId8"/>
    <p:sldId id="265" r:id="rId9"/>
    <p:sldId id="266" r:id="rId10"/>
    <p:sldId id="267" r:id="rId11"/>
    <p:sldId id="270" r:id="rId12"/>
    <p:sldId id="275" r:id="rId13"/>
    <p:sldId id="294" r:id="rId14"/>
    <p:sldId id="274" r:id="rId15"/>
    <p:sldId id="291" r:id="rId16"/>
    <p:sldId id="273" r:id="rId17"/>
    <p:sldId id="272" r:id="rId18"/>
    <p:sldId id="271" r:id="rId19"/>
    <p:sldId id="288" r:id="rId20"/>
    <p:sldId id="287" r:id="rId21"/>
    <p:sldId id="299" r:id="rId22"/>
    <p:sldId id="286" r:id="rId23"/>
    <p:sldId id="297" r:id="rId24"/>
    <p:sldId id="284" r:id="rId25"/>
    <p:sldId id="280" r:id="rId26"/>
    <p:sldId id="30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AD00B-474B-4A4C-936A-E5EDA22C287E}" v="532" dt="2023-10-12T18:00:09.520"/>
    <p1510:client id="{75C11294-C4C2-44EE-BF53-0F45A1641632}" v="6589" dt="2023-10-13T15:46:03.937"/>
    <p1510:client id="{76612AEF-0FFA-4D2A-9F11-6E6CFC3E18B3}" v="461" dt="2023-10-12T22:42:41.397"/>
    <p1510:client id="{A6BCF291-0D1A-49B5-B36D-FA31E8481754}" v="1109" dt="2023-10-12T17:13:12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A6BCF291-0D1A-49B5-B36D-FA31E8481754}"/>
    <pc:docChg chg="addSld delSld modSld sldOrd">
      <pc:chgData name="Jeff DeRemer" userId="a37f3d2d141577c5" providerId="Windows Live" clId="Web-{A6BCF291-0D1A-49B5-B36D-FA31E8481754}" dt="2023-10-12T17:13:05.971" v="1072" actId="20577"/>
      <pc:docMkLst>
        <pc:docMk/>
      </pc:docMkLst>
      <pc:sldChg chg="delSp modSp">
        <pc:chgData name="Jeff DeRemer" userId="a37f3d2d141577c5" providerId="Windows Live" clId="Web-{A6BCF291-0D1A-49B5-B36D-FA31E8481754}" dt="2023-10-12T16:16:47.500" v="270" actId="20577"/>
        <pc:sldMkLst>
          <pc:docMk/>
          <pc:sldMk cId="109857222" sldId="256"/>
        </pc:sldMkLst>
        <pc:spChg chg="del">
          <ac:chgData name="Jeff DeRemer" userId="a37f3d2d141577c5" providerId="Windows Live" clId="Web-{A6BCF291-0D1A-49B5-B36D-FA31E8481754}" dt="2023-10-12T15:52:07.990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eff DeRemer" userId="a37f3d2d141577c5" providerId="Windows Live" clId="Web-{A6BCF291-0D1A-49B5-B36D-FA31E8481754}" dt="2023-10-12T16:16:47.500" v="27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add del replId">
        <pc:chgData name="Jeff DeRemer" userId="a37f3d2d141577c5" providerId="Windows Live" clId="Web-{A6BCF291-0D1A-49B5-B36D-FA31E8481754}" dt="2023-10-12T15:53:18.976" v="33"/>
        <pc:sldMkLst>
          <pc:docMk/>
          <pc:sldMk cId="919119473" sldId="257"/>
        </pc:sldMkLst>
        <pc:spChg chg="add del mod">
          <ac:chgData name="Jeff DeRemer" userId="a37f3d2d141577c5" providerId="Windows Live" clId="Web-{A6BCF291-0D1A-49B5-B36D-FA31E8481754}" dt="2023-10-12T15:53:04.679" v="28"/>
          <ac:spMkLst>
            <pc:docMk/>
            <pc:sldMk cId="919119473" sldId="257"/>
            <ac:spMk id="2" creationId="{24F8401A-DAD9-4884-7E64-C8898C84299F}"/>
          </ac:spMkLst>
        </pc:spChg>
        <pc:spChg chg="mod">
          <ac:chgData name="Jeff DeRemer" userId="a37f3d2d141577c5" providerId="Windows Live" clId="Web-{A6BCF291-0D1A-49B5-B36D-FA31E8481754}" dt="2023-10-12T15:52:47.913" v="21" actId="20577"/>
          <ac:spMkLst>
            <pc:docMk/>
            <pc:sldMk cId="919119473" sldId="257"/>
            <ac:spMk id="3" creationId="{00000000-0000-0000-0000-000000000000}"/>
          </ac:spMkLst>
        </pc:spChg>
      </pc:sldChg>
      <pc:sldChg chg="add del replId">
        <pc:chgData name="Jeff DeRemer" userId="a37f3d2d141577c5" providerId="Windows Live" clId="Web-{A6BCF291-0D1A-49B5-B36D-FA31E8481754}" dt="2023-10-12T15:52:43.022" v="15"/>
        <pc:sldMkLst>
          <pc:docMk/>
          <pc:sldMk cId="72781861" sldId="258"/>
        </pc:sldMkLst>
      </pc:sldChg>
      <pc:sldChg chg="delSp modSp new">
        <pc:chgData name="Jeff DeRemer" userId="a37f3d2d141577c5" providerId="Windows Live" clId="Web-{A6BCF291-0D1A-49B5-B36D-FA31E8481754}" dt="2023-10-12T15:54:07.555" v="44" actId="20577"/>
        <pc:sldMkLst>
          <pc:docMk/>
          <pc:sldMk cId="2064262596" sldId="258"/>
        </pc:sldMkLst>
        <pc:spChg chg="del">
          <ac:chgData name="Jeff DeRemer" userId="a37f3d2d141577c5" providerId="Windows Live" clId="Web-{A6BCF291-0D1A-49B5-B36D-FA31E8481754}" dt="2023-10-12T15:53:26.367" v="35"/>
          <ac:spMkLst>
            <pc:docMk/>
            <pc:sldMk cId="2064262596" sldId="258"/>
            <ac:spMk id="2" creationId="{40760299-5698-A178-E01B-6D6A5BF2D9D9}"/>
          </ac:spMkLst>
        </pc:spChg>
        <pc:spChg chg="mod">
          <ac:chgData name="Jeff DeRemer" userId="a37f3d2d141577c5" providerId="Windows Live" clId="Web-{A6BCF291-0D1A-49B5-B36D-FA31E8481754}" dt="2023-10-12T15:54:07.555" v="44" actId="20577"/>
          <ac:spMkLst>
            <pc:docMk/>
            <pc:sldMk cId="2064262596" sldId="258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A6BCF291-0D1A-49B5-B36D-FA31E8481754}" dt="2023-10-12T15:53:08.804" v="29"/>
        <pc:sldMkLst>
          <pc:docMk/>
          <pc:sldMk cId="2468503981" sldId="258"/>
        </pc:sldMkLst>
      </pc:sldChg>
      <pc:sldChg chg="add del replId">
        <pc:chgData name="Jeff DeRemer" userId="a37f3d2d141577c5" providerId="Windows Live" clId="Web-{A6BCF291-0D1A-49B5-B36D-FA31E8481754}" dt="2023-10-12T15:52:43.709" v="16"/>
        <pc:sldMkLst>
          <pc:docMk/>
          <pc:sldMk cId="350874346" sldId="259"/>
        </pc:sldMkLst>
      </pc:sldChg>
      <pc:sldChg chg="modSp add replId">
        <pc:chgData name="Jeff DeRemer" userId="a37f3d2d141577c5" providerId="Windows Live" clId="Web-{A6BCF291-0D1A-49B5-B36D-FA31E8481754}" dt="2023-10-12T16:49:19.790" v="566" actId="20577"/>
        <pc:sldMkLst>
          <pc:docMk/>
          <pc:sldMk cId="548540144" sldId="259"/>
        </pc:sldMkLst>
        <pc:spChg chg="mod">
          <ac:chgData name="Jeff DeRemer" userId="a37f3d2d141577c5" providerId="Windows Live" clId="Web-{A6BCF291-0D1A-49B5-B36D-FA31E8481754}" dt="2023-10-12T16:49:19.790" v="566" actId="20577"/>
          <ac:spMkLst>
            <pc:docMk/>
            <pc:sldMk cId="548540144" sldId="259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A6BCF291-0D1A-49B5-B36D-FA31E8481754}" dt="2023-10-12T15:53:10.710" v="30"/>
        <pc:sldMkLst>
          <pc:docMk/>
          <pc:sldMk cId="1849602580" sldId="259"/>
        </pc:sldMkLst>
      </pc:sldChg>
      <pc:sldChg chg="modSp add replId">
        <pc:chgData name="Jeff DeRemer" userId="a37f3d2d141577c5" providerId="Windows Live" clId="Web-{A6BCF291-0D1A-49B5-B36D-FA31E8481754}" dt="2023-10-12T16:49:22.415" v="568" actId="20577"/>
        <pc:sldMkLst>
          <pc:docMk/>
          <pc:sldMk cId="255312936" sldId="260"/>
        </pc:sldMkLst>
        <pc:spChg chg="mod">
          <ac:chgData name="Jeff DeRemer" userId="a37f3d2d141577c5" providerId="Windows Live" clId="Web-{A6BCF291-0D1A-49B5-B36D-FA31E8481754}" dt="2023-10-12T16:49:22.415" v="568" actId="20577"/>
          <ac:spMkLst>
            <pc:docMk/>
            <pc:sldMk cId="255312936" sldId="260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A6BCF291-0D1A-49B5-B36D-FA31E8481754}" dt="2023-10-12T15:53:11.288" v="31"/>
        <pc:sldMkLst>
          <pc:docMk/>
          <pc:sldMk cId="1689901747" sldId="260"/>
        </pc:sldMkLst>
      </pc:sldChg>
      <pc:sldChg chg="add del replId">
        <pc:chgData name="Jeff DeRemer" userId="a37f3d2d141577c5" providerId="Windows Live" clId="Web-{A6BCF291-0D1A-49B5-B36D-FA31E8481754}" dt="2023-10-12T15:52:43.912" v="17"/>
        <pc:sldMkLst>
          <pc:docMk/>
          <pc:sldMk cId="3193094059" sldId="260"/>
        </pc:sldMkLst>
      </pc:sldChg>
      <pc:sldChg chg="add del replId">
        <pc:chgData name="Jeff DeRemer" userId="a37f3d2d141577c5" providerId="Windows Live" clId="Web-{A6BCF291-0D1A-49B5-B36D-FA31E8481754}" dt="2023-10-12T15:52:44.616" v="18"/>
        <pc:sldMkLst>
          <pc:docMk/>
          <pc:sldMk cId="729281488" sldId="261"/>
        </pc:sldMkLst>
      </pc:sldChg>
      <pc:sldChg chg="modSp add replId">
        <pc:chgData name="Jeff DeRemer" userId="a37f3d2d141577c5" providerId="Windows Live" clId="Web-{A6BCF291-0D1A-49B5-B36D-FA31E8481754}" dt="2023-10-12T15:58:01.045" v="74" actId="20577"/>
        <pc:sldMkLst>
          <pc:docMk/>
          <pc:sldMk cId="2526344924" sldId="261"/>
        </pc:sldMkLst>
        <pc:spChg chg="mod">
          <ac:chgData name="Jeff DeRemer" userId="a37f3d2d141577c5" providerId="Windows Live" clId="Web-{A6BCF291-0D1A-49B5-B36D-FA31E8481754}" dt="2023-10-12T15:58:01.045" v="74" actId="20577"/>
          <ac:spMkLst>
            <pc:docMk/>
            <pc:sldMk cId="2526344924" sldId="261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A6BCF291-0D1A-49B5-B36D-FA31E8481754}" dt="2023-10-12T15:52:45.225" v="19"/>
        <pc:sldMkLst>
          <pc:docMk/>
          <pc:sldMk cId="2859206457" sldId="262"/>
        </pc:sldMkLst>
      </pc:sldChg>
      <pc:sldChg chg="modSp add replId">
        <pc:chgData name="Jeff DeRemer" userId="a37f3d2d141577c5" providerId="Windows Live" clId="Web-{A6BCF291-0D1A-49B5-B36D-FA31E8481754}" dt="2023-10-12T16:54:45.283" v="623" actId="20577"/>
        <pc:sldMkLst>
          <pc:docMk/>
          <pc:sldMk cId="3328610052" sldId="262"/>
        </pc:sldMkLst>
        <pc:spChg chg="mod">
          <ac:chgData name="Jeff DeRemer" userId="a37f3d2d141577c5" providerId="Windows Live" clId="Web-{A6BCF291-0D1A-49B5-B36D-FA31E8481754}" dt="2023-10-12T16:54:45.283" v="623" actId="20577"/>
          <ac:spMkLst>
            <pc:docMk/>
            <pc:sldMk cId="3328610052" sldId="262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55:59.895" v="637" actId="20577"/>
        <pc:sldMkLst>
          <pc:docMk/>
          <pc:sldMk cId="3716048153" sldId="263"/>
        </pc:sldMkLst>
        <pc:spChg chg="mod">
          <ac:chgData name="Jeff DeRemer" userId="a37f3d2d141577c5" providerId="Windows Live" clId="Web-{A6BCF291-0D1A-49B5-B36D-FA31E8481754}" dt="2023-10-12T16:55:59.895" v="637" actId="20577"/>
          <ac:spMkLst>
            <pc:docMk/>
            <pc:sldMk cId="3716048153" sldId="263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41:10.041" v="491" actId="20577"/>
        <pc:sldMkLst>
          <pc:docMk/>
          <pc:sldMk cId="1779819090" sldId="264"/>
        </pc:sldMkLst>
        <pc:spChg chg="mod">
          <ac:chgData name="Jeff DeRemer" userId="a37f3d2d141577c5" providerId="Windows Live" clId="Web-{A6BCF291-0D1A-49B5-B36D-FA31E8481754}" dt="2023-10-12T16:41:10.041" v="491" actId="20577"/>
          <ac:spMkLst>
            <pc:docMk/>
            <pc:sldMk cId="1779819090" sldId="264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5:59:25.531" v="100" actId="20577"/>
        <pc:sldMkLst>
          <pc:docMk/>
          <pc:sldMk cId="3948704545" sldId="265"/>
        </pc:sldMkLst>
        <pc:spChg chg="mod">
          <ac:chgData name="Jeff DeRemer" userId="a37f3d2d141577c5" providerId="Windows Live" clId="Web-{A6BCF291-0D1A-49B5-B36D-FA31E8481754}" dt="2023-10-12T15:59:25.531" v="100" actId="20577"/>
          <ac:spMkLst>
            <pc:docMk/>
            <pc:sldMk cId="3948704545" sldId="265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57:21.147" v="664" actId="20577"/>
        <pc:sldMkLst>
          <pc:docMk/>
          <pc:sldMk cId="2688986054" sldId="266"/>
        </pc:sldMkLst>
        <pc:spChg chg="mod">
          <ac:chgData name="Jeff DeRemer" userId="a37f3d2d141577c5" providerId="Windows Live" clId="Web-{A6BCF291-0D1A-49B5-B36D-FA31E8481754}" dt="2023-10-12T16:57:21.147" v="664" actId="20577"/>
          <ac:spMkLst>
            <pc:docMk/>
            <pc:sldMk cId="2688986054" sldId="266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58:51.415" v="705" actId="20577"/>
        <pc:sldMkLst>
          <pc:docMk/>
          <pc:sldMk cId="276961825" sldId="267"/>
        </pc:sldMkLst>
        <pc:spChg chg="mod">
          <ac:chgData name="Jeff DeRemer" userId="a37f3d2d141577c5" providerId="Windows Live" clId="Web-{A6BCF291-0D1A-49B5-B36D-FA31E8481754}" dt="2023-10-12T16:58:51.415" v="705" actId="20577"/>
          <ac:spMkLst>
            <pc:docMk/>
            <pc:sldMk cId="276961825" sldId="267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A6BCF291-0D1A-49B5-B36D-FA31E8481754}" dt="2023-10-12T16:01:09.924" v="119"/>
        <pc:sldMkLst>
          <pc:docMk/>
          <pc:sldMk cId="3868232108" sldId="268"/>
        </pc:sldMkLst>
      </pc:sldChg>
      <pc:sldChg chg="modSp add replId">
        <pc:chgData name="Jeff DeRemer" userId="a37f3d2d141577c5" providerId="Windows Live" clId="Web-{A6BCF291-0D1A-49B5-B36D-FA31E8481754}" dt="2023-10-12T16:59:08.853" v="712" actId="20577"/>
        <pc:sldMkLst>
          <pc:docMk/>
          <pc:sldMk cId="3275547014" sldId="269"/>
        </pc:sldMkLst>
        <pc:spChg chg="mod">
          <ac:chgData name="Jeff DeRemer" userId="a37f3d2d141577c5" providerId="Windows Live" clId="Web-{A6BCF291-0D1A-49B5-B36D-FA31E8481754}" dt="2023-10-12T16:59:08.853" v="712" actId="20577"/>
          <ac:spMkLst>
            <pc:docMk/>
            <pc:sldMk cId="3275547014" sldId="269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59:12.541" v="713" actId="20577"/>
        <pc:sldMkLst>
          <pc:docMk/>
          <pc:sldMk cId="1780149676" sldId="270"/>
        </pc:sldMkLst>
        <pc:spChg chg="mod">
          <ac:chgData name="Jeff DeRemer" userId="a37f3d2d141577c5" providerId="Windows Live" clId="Web-{A6BCF291-0D1A-49B5-B36D-FA31E8481754}" dt="2023-10-12T16:59:12.541" v="713" actId="20577"/>
          <ac:spMkLst>
            <pc:docMk/>
            <pc:sldMk cId="1780149676" sldId="270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38:23.115" v="454" actId="20577"/>
        <pc:sldMkLst>
          <pc:docMk/>
          <pc:sldMk cId="1788412382" sldId="271"/>
        </pc:sldMkLst>
        <pc:spChg chg="mod">
          <ac:chgData name="Jeff DeRemer" userId="a37f3d2d141577c5" providerId="Windows Live" clId="Web-{A6BCF291-0D1A-49B5-B36D-FA31E8481754}" dt="2023-10-12T16:38:23.115" v="454" actId="20577"/>
          <ac:spMkLst>
            <pc:docMk/>
            <pc:sldMk cId="1788412382" sldId="271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4:08.096" v="861" actId="20577"/>
        <pc:sldMkLst>
          <pc:docMk/>
          <pc:sldMk cId="289486820" sldId="272"/>
        </pc:sldMkLst>
        <pc:spChg chg="mod">
          <ac:chgData name="Jeff DeRemer" userId="a37f3d2d141577c5" providerId="Windows Live" clId="Web-{A6BCF291-0D1A-49B5-B36D-FA31E8481754}" dt="2023-10-12T17:04:08.096" v="861" actId="20577"/>
          <ac:spMkLst>
            <pc:docMk/>
            <pc:sldMk cId="289486820" sldId="272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3:29.189" v="839" actId="20577"/>
        <pc:sldMkLst>
          <pc:docMk/>
          <pc:sldMk cId="2640535405" sldId="273"/>
        </pc:sldMkLst>
        <pc:spChg chg="mod">
          <ac:chgData name="Jeff DeRemer" userId="a37f3d2d141577c5" providerId="Windows Live" clId="Web-{A6BCF291-0D1A-49B5-B36D-FA31E8481754}" dt="2023-10-12T17:03:29.189" v="839" actId="20577"/>
          <ac:spMkLst>
            <pc:docMk/>
            <pc:sldMk cId="2640535405" sldId="273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2:12.999" v="805" actId="20577"/>
        <pc:sldMkLst>
          <pc:docMk/>
          <pc:sldMk cId="790131775" sldId="274"/>
        </pc:sldMkLst>
        <pc:spChg chg="mod">
          <ac:chgData name="Jeff DeRemer" userId="a37f3d2d141577c5" providerId="Windows Live" clId="Web-{A6BCF291-0D1A-49B5-B36D-FA31E8481754}" dt="2023-10-12T17:02:12.999" v="805" actId="20577"/>
          <ac:spMkLst>
            <pc:docMk/>
            <pc:sldMk cId="790131775" sldId="274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1:10.263" v="759" actId="20577"/>
        <pc:sldMkLst>
          <pc:docMk/>
          <pc:sldMk cId="520885725" sldId="275"/>
        </pc:sldMkLst>
        <pc:spChg chg="mod">
          <ac:chgData name="Jeff DeRemer" userId="a37f3d2d141577c5" providerId="Windows Live" clId="Web-{A6BCF291-0D1A-49B5-B36D-FA31E8481754}" dt="2023-10-12T17:01:10.263" v="759" actId="20577"/>
          <ac:spMkLst>
            <pc:docMk/>
            <pc:sldMk cId="520885725" sldId="275"/>
            <ac:spMk id="3" creationId="{1EC38D59-2C68-F592-A21B-C708CE7B9C33}"/>
          </ac:spMkLst>
        </pc:spChg>
      </pc:sldChg>
      <pc:sldChg chg="modSp add del ord replId">
        <pc:chgData name="Jeff DeRemer" userId="a37f3d2d141577c5" providerId="Windows Live" clId="Web-{A6BCF291-0D1A-49B5-B36D-FA31E8481754}" dt="2023-10-12T16:05:59.822" v="167"/>
        <pc:sldMkLst>
          <pc:docMk/>
          <pc:sldMk cId="385239153" sldId="276"/>
        </pc:sldMkLst>
        <pc:spChg chg="mod">
          <ac:chgData name="Jeff DeRemer" userId="a37f3d2d141577c5" providerId="Windows Live" clId="Web-{A6BCF291-0D1A-49B5-B36D-FA31E8481754}" dt="2023-10-12T16:05:57.588" v="166" actId="20577"/>
          <ac:spMkLst>
            <pc:docMk/>
            <pc:sldMk cId="385239153" sldId="276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A6BCF291-0D1A-49B5-B36D-FA31E8481754}" dt="2023-10-12T16:25:17.811" v="291"/>
        <pc:sldMkLst>
          <pc:docMk/>
          <pc:sldMk cId="3480785270" sldId="277"/>
        </pc:sldMkLst>
      </pc:sldChg>
      <pc:sldChg chg="add del replId">
        <pc:chgData name="Jeff DeRemer" userId="a37f3d2d141577c5" providerId="Windows Live" clId="Web-{A6BCF291-0D1A-49B5-B36D-FA31E8481754}" dt="2023-10-12T16:25:15.999" v="290"/>
        <pc:sldMkLst>
          <pc:docMk/>
          <pc:sldMk cId="378291715" sldId="278"/>
        </pc:sldMkLst>
      </pc:sldChg>
      <pc:sldChg chg="add del replId">
        <pc:chgData name="Jeff DeRemer" userId="a37f3d2d141577c5" providerId="Windows Live" clId="Web-{A6BCF291-0D1A-49B5-B36D-FA31E8481754}" dt="2023-10-12T16:23:08.058" v="283"/>
        <pc:sldMkLst>
          <pc:docMk/>
          <pc:sldMk cId="2983260503" sldId="279"/>
        </pc:sldMkLst>
      </pc:sldChg>
      <pc:sldChg chg="addSp delSp modSp add mod replId setBg">
        <pc:chgData name="Jeff DeRemer" userId="a37f3d2d141577c5" providerId="Windows Live" clId="Web-{A6BCF291-0D1A-49B5-B36D-FA31E8481754}" dt="2023-10-12T16:40:21.618" v="483" actId="20577"/>
        <pc:sldMkLst>
          <pc:docMk/>
          <pc:sldMk cId="823258022" sldId="280"/>
        </pc:sldMkLst>
        <pc:spChg chg="mod">
          <ac:chgData name="Jeff DeRemer" userId="a37f3d2d141577c5" providerId="Windows Live" clId="Web-{A6BCF291-0D1A-49B5-B36D-FA31E8481754}" dt="2023-10-12T16:40:21.618" v="483" actId="20577"/>
          <ac:spMkLst>
            <pc:docMk/>
            <pc:sldMk cId="823258022" sldId="280"/>
            <ac:spMk id="3" creationId="{1EC38D59-2C68-F592-A21B-C708CE7B9C33}"/>
          </ac:spMkLst>
        </pc:spChg>
        <pc:spChg chg="add del">
          <ac:chgData name="Jeff DeRemer" userId="a37f3d2d141577c5" providerId="Windows Live" clId="Web-{A6BCF291-0D1A-49B5-B36D-FA31E8481754}" dt="2023-10-12T16:25:11.499" v="287"/>
          <ac:spMkLst>
            <pc:docMk/>
            <pc:sldMk cId="823258022" sldId="280"/>
            <ac:spMk id="9" creationId="{04812C46-200A-4DEB-A05E-3ED6C68C2387}"/>
          </ac:spMkLst>
        </pc:spChg>
        <pc:spChg chg="add del">
          <ac:chgData name="Jeff DeRemer" userId="a37f3d2d141577c5" providerId="Windows Live" clId="Web-{A6BCF291-0D1A-49B5-B36D-FA31E8481754}" dt="2023-10-12T16:25:11.499" v="287"/>
          <ac:spMkLst>
            <pc:docMk/>
            <pc:sldMk cId="823258022" sldId="280"/>
            <ac:spMk id="11" creationId="{D1EA859B-E555-4109-94F3-6700E046E008}"/>
          </ac:spMkLst>
        </pc:spChg>
        <pc:picChg chg="add del">
          <ac:chgData name="Jeff DeRemer" userId="a37f3d2d141577c5" providerId="Windows Live" clId="Web-{A6BCF291-0D1A-49B5-B36D-FA31E8481754}" dt="2023-10-12T16:25:11.499" v="287"/>
          <ac:picMkLst>
            <pc:docMk/>
            <pc:sldMk cId="823258022" sldId="280"/>
            <ac:picMk id="5" creationId="{F0AE0F4D-40C5-E65C-B02F-181E75867364}"/>
          </ac:picMkLst>
        </pc:picChg>
      </pc:sldChg>
      <pc:sldChg chg="modSp add ord replId">
        <pc:chgData name="Jeff DeRemer" userId="a37f3d2d141577c5" providerId="Windows Live" clId="Web-{A6BCF291-0D1A-49B5-B36D-FA31E8481754}" dt="2023-10-12T17:13:05.971" v="1072" actId="20577"/>
        <pc:sldMkLst>
          <pc:docMk/>
          <pc:sldMk cId="3076773839" sldId="281"/>
        </pc:sldMkLst>
        <pc:spChg chg="mod">
          <ac:chgData name="Jeff DeRemer" userId="a37f3d2d141577c5" providerId="Windows Live" clId="Web-{A6BCF291-0D1A-49B5-B36D-FA31E8481754}" dt="2023-10-12T17:13:05.971" v="1072" actId="20577"/>
          <ac:spMkLst>
            <pc:docMk/>
            <pc:sldMk cId="3076773839" sldId="281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10:24.076" v="1017" actId="20577"/>
        <pc:sldMkLst>
          <pc:docMk/>
          <pc:sldMk cId="1784880432" sldId="282"/>
        </pc:sldMkLst>
        <pc:spChg chg="mod">
          <ac:chgData name="Jeff DeRemer" userId="a37f3d2d141577c5" providerId="Windows Live" clId="Web-{A6BCF291-0D1A-49B5-B36D-FA31E8481754}" dt="2023-10-12T17:10:24.076" v="1017" actId="20577"/>
          <ac:spMkLst>
            <pc:docMk/>
            <pc:sldMk cId="1784880432" sldId="282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9:16.464" v="998" actId="20577"/>
        <pc:sldMkLst>
          <pc:docMk/>
          <pc:sldMk cId="4076366846" sldId="283"/>
        </pc:sldMkLst>
        <pc:spChg chg="mod">
          <ac:chgData name="Jeff DeRemer" userId="a37f3d2d141577c5" providerId="Windows Live" clId="Web-{A6BCF291-0D1A-49B5-B36D-FA31E8481754}" dt="2023-10-12T17:09:16.464" v="998" actId="20577"/>
          <ac:spMkLst>
            <pc:docMk/>
            <pc:sldMk cId="4076366846" sldId="283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8:40.885" v="984" actId="20577"/>
        <pc:sldMkLst>
          <pc:docMk/>
          <pc:sldMk cId="202512883" sldId="284"/>
        </pc:sldMkLst>
        <pc:spChg chg="mod">
          <ac:chgData name="Jeff DeRemer" userId="a37f3d2d141577c5" providerId="Windows Live" clId="Web-{A6BCF291-0D1A-49B5-B36D-FA31E8481754}" dt="2023-10-12T17:08:40.885" v="984" actId="20577"/>
          <ac:spMkLst>
            <pc:docMk/>
            <pc:sldMk cId="202512883" sldId="284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7:59.806" v="974" actId="20577"/>
        <pc:sldMkLst>
          <pc:docMk/>
          <pc:sldMk cId="1575315666" sldId="285"/>
        </pc:sldMkLst>
        <pc:spChg chg="mod">
          <ac:chgData name="Jeff DeRemer" userId="a37f3d2d141577c5" providerId="Windows Live" clId="Web-{A6BCF291-0D1A-49B5-B36D-FA31E8481754}" dt="2023-10-12T17:07:59.806" v="974" actId="20577"/>
          <ac:spMkLst>
            <pc:docMk/>
            <pc:sldMk cId="1575315666" sldId="285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7:38.165" v="966" actId="20577"/>
        <pc:sldMkLst>
          <pc:docMk/>
          <pc:sldMk cId="466590377" sldId="286"/>
        </pc:sldMkLst>
        <pc:spChg chg="mod">
          <ac:chgData name="Jeff DeRemer" userId="a37f3d2d141577c5" providerId="Windows Live" clId="Web-{A6BCF291-0D1A-49B5-B36D-FA31E8481754}" dt="2023-10-12T17:07:38.165" v="966" actId="20577"/>
          <ac:spMkLst>
            <pc:docMk/>
            <pc:sldMk cId="466590377" sldId="286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6:58.023" v="949" actId="20577"/>
        <pc:sldMkLst>
          <pc:docMk/>
          <pc:sldMk cId="2164994972" sldId="287"/>
        </pc:sldMkLst>
        <pc:spChg chg="mod">
          <ac:chgData name="Jeff DeRemer" userId="a37f3d2d141577c5" providerId="Windows Live" clId="Web-{A6BCF291-0D1A-49B5-B36D-FA31E8481754}" dt="2023-10-12T17:06:58.023" v="949" actId="20577"/>
          <ac:spMkLst>
            <pc:docMk/>
            <pc:sldMk cId="2164994972" sldId="287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6:14.772" v="945" actId="20577"/>
        <pc:sldMkLst>
          <pc:docMk/>
          <pc:sldMk cId="511894368" sldId="288"/>
        </pc:sldMkLst>
        <pc:spChg chg="mod">
          <ac:chgData name="Jeff DeRemer" userId="a37f3d2d141577c5" providerId="Windows Live" clId="Web-{A6BCF291-0D1A-49B5-B36D-FA31E8481754}" dt="2023-10-12T17:06:14.772" v="945" actId="20577"/>
          <ac:spMkLst>
            <pc:docMk/>
            <pc:sldMk cId="511894368" sldId="288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5:51.162" v="940" actId="20577"/>
        <pc:sldMkLst>
          <pc:docMk/>
          <pc:sldMk cId="2281690000" sldId="289"/>
        </pc:sldMkLst>
        <pc:spChg chg="mod">
          <ac:chgData name="Jeff DeRemer" userId="a37f3d2d141577c5" providerId="Windows Live" clId="Web-{A6BCF291-0D1A-49B5-B36D-FA31E8481754}" dt="2023-10-12T17:05:51.162" v="940" actId="20577"/>
          <ac:spMkLst>
            <pc:docMk/>
            <pc:sldMk cId="2281690000" sldId="289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4:52.660" v="875" actId="20577"/>
        <pc:sldMkLst>
          <pc:docMk/>
          <pc:sldMk cId="2722108063" sldId="290"/>
        </pc:sldMkLst>
        <pc:spChg chg="mod">
          <ac:chgData name="Jeff DeRemer" userId="a37f3d2d141577c5" providerId="Windows Live" clId="Web-{A6BCF291-0D1A-49B5-B36D-FA31E8481754}" dt="2023-10-12T17:04:52.660" v="875" actId="20577"/>
          <ac:spMkLst>
            <pc:docMk/>
            <pc:sldMk cId="2722108063" sldId="290"/>
            <ac:spMk id="3" creationId="{1EC38D59-2C68-F592-A21B-C708CE7B9C33}"/>
          </ac:spMkLst>
        </pc:spChg>
      </pc:sldChg>
      <pc:sldChg chg="modSp add ord replId">
        <pc:chgData name="Jeff DeRemer" userId="a37f3d2d141577c5" providerId="Windows Live" clId="Web-{A6BCF291-0D1A-49B5-B36D-FA31E8481754}" dt="2023-10-12T17:02:48.781" v="820" actId="20577"/>
        <pc:sldMkLst>
          <pc:docMk/>
          <pc:sldMk cId="2735437576" sldId="291"/>
        </pc:sldMkLst>
        <pc:spChg chg="mod">
          <ac:chgData name="Jeff DeRemer" userId="a37f3d2d141577c5" providerId="Windows Live" clId="Web-{A6BCF291-0D1A-49B5-B36D-FA31E8481754}" dt="2023-10-12T17:02:48.781" v="820" actId="20577"/>
          <ac:spMkLst>
            <pc:docMk/>
            <pc:sldMk cId="2735437576" sldId="291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55:22.300" v="628" actId="20577"/>
        <pc:sldMkLst>
          <pc:docMk/>
          <pc:sldMk cId="651595123" sldId="292"/>
        </pc:sldMkLst>
        <pc:spChg chg="mod">
          <ac:chgData name="Jeff DeRemer" userId="a37f3d2d141577c5" providerId="Windows Live" clId="Web-{A6BCF291-0D1A-49B5-B36D-FA31E8481754}" dt="2023-10-12T16:55:22.300" v="628" actId="20577"/>
          <ac:spMkLst>
            <pc:docMk/>
            <pc:sldMk cId="651595123" sldId="292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6:56:41.115" v="640" actId="20577"/>
        <pc:sldMkLst>
          <pc:docMk/>
          <pc:sldMk cId="2335704212" sldId="293"/>
        </pc:sldMkLst>
        <pc:spChg chg="mod">
          <ac:chgData name="Jeff DeRemer" userId="a37f3d2d141577c5" providerId="Windows Live" clId="Web-{A6BCF291-0D1A-49B5-B36D-FA31E8481754}" dt="2023-10-12T16:56:41.115" v="640" actId="20577"/>
          <ac:spMkLst>
            <pc:docMk/>
            <pc:sldMk cId="2335704212" sldId="293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00:45.528" v="755" actId="20577"/>
        <pc:sldMkLst>
          <pc:docMk/>
          <pc:sldMk cId="3677351266" sldId="294"/>
        </pc:sldMkLst>
        <pc:spChg chg="mod">
          <ac:chgData name="Jeff DeRemer" userId="a37f3d2d141577c5" providerId="Windows Live" clId="Web-{A6BCF291-0D1A-49B5-B36D-FA31E8481754}" dt="2023-10-12T17:00:45.528" v="755" actId="20577"/>
          <ac:spMkLst>
            <pc:docMk/>
            <pc:sldMk cId="3677351266" sldId="294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A6BCF291-0D1A-49B5-B36D-FA31E8481754}" dt="2023-10-12T17:11:18.233" v="1024" actId="20577"/>
        <pc:sldMkLst>
          <pc:docMk/>
          <pc:sldMk cId="2027020360" sldId="295"/>
        </pc:sldMkLst>
        <pc:spChg chg="mod">
          <ac:chgData name="Jeff DeRemer" userId="a37f3d2d141577c5" providerId="Windows Live" clId="Web-{A6BCF291-0D1A-49B5-B36D-FA31E8481754}" dt="2023-10-12T17:11:18.233" v="1024" actId="20577"/>
          <ac:spMkLst>
            <pc:docMk/>
            <pc:sldMk cId="2027020360" sldId="295"/>
            <ac:spMk id="3" creationId="{1EC38D59-2C68-F592-A21B-C708CE7B9C33}"/>
          </ac:spMkLst>
        </pc:spChg>
      </pc:sldChg>
    </pc:docChg>
  </pc:docChgLst>
  <pc:docChgLst>
    <pc:chgData name="Jeff DeRemer" userId="a37f3d2d141577c5" providerId="Windows Live" clId="Web-{75C11294-C4C2-44EE-BF53-0F45A1641632}"/>
    <pc:docChg chg="addSld delSld modSld sldOrd">
      <pc:chgData name="Jeff DeRemer" userId="a37f3d2d141577c5" providerId="Windows Live" clId="Web-{75C11294-C4C2-44EE-BF53-0F45A1641632}" dt="2023-10-13T15:45:48.624" v="6543" actId="20577"/>
      <pc:docMkLst>
        <pc:docMk/>
      </pc:docMkLst>
      <pc:sldChg chg="modSp">
        <pc:chgData name="Jeff DeRemer" userId="a37f3d2d141577c5" providerId="Windows Live" clId="Web-{75C11294-C4C2-44EE-BF53-0F45A1641632}" dt="2023-10-13T15:13:20.910" v="6142" actId="20577"/>
        <pc:sldMkLst>
          <pc:docMk/>
          <pc:sldMk cId="109857222" sldId="256"/>
        </pc:sldMkLst>
        <pc:spChg chg="mod">
          <ac:chgData name="Jeff DeRemer" userId="a37f3d2d141577c5" providerId="Windows Live" clId="Web-{75C11294-C4C2-44EE-BF53-0F45A1641632}" dt="2023-10-13T15:13:20.910" v="614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Jeff DeRemer" userId="a37f3d2d141577c5" providerId="Windows Live" clId="Web-{75C11294-C4C2-44EE-BF53-0F45A1641632}" dt="2023-10-13T15:14:21.584" v="6158" actId="20577"/>
        <pc:sldMkLst>
          <pc:docMk/>
          <pc:sldMk cId="548540144" sldId="259"/>
        </pc:sldMkLst>
        <pc:spChg chg="mod">
          <ac:chgData name="Jeff DeRemer" userId="a37f3d2d141577c5" providerId="Windows Live" clId="Web-{75C11294-C4C2-44EE-BF53-0F45A1641632}" dt="2023-10-13T15:14:21.584" v="6158" actId="20577"/>
          <ac:spMkLst>
            <pc:docMk/>
            <pc:sldMk cId="548540144" sldId="259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18:28.245" v="6197" actId="20577"/>
        <pc:sldMkLst>
          <pc:docMk/>
          <pc:sldMk cId="2526344924" sldId="261"/>
        </pc:sldMkLst>
        <pc:spChg chg="mod">
          <ac:chgData name="Jeff DeRemer" userId="a37f3d2d141577c5" providerId="Windows Live" clId="Web-{75C11294-C4C2-44EE-BF53-0F45A1641632}" dt="2023-10-13T15:18:28.245" v="6197" actId="20577"/>
          <ac:spMkLst>
            <pc:docMk/>
            <pc:sldMk cId="2526344924" sldId="261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28:57.994" v="5689" actId="20577"/>
        <pc:sldMkLst>
          <pc:docMk/>
          <pc:sldMk cId="3328610052" sldId="262"/>
        </pc:sldMkLst>
        <pc:spChg chg="mod">
          <ac:chgData name="Jeff DeRemer" userId="a37f3d2d141577c5" providerId="Windows Live" clId="Web-{75C11294-C4C2-44EE-BF53-0F45A1641632}" dt="2023-10-13T14:28:57.994" v="5689" actId="20577"/>
          <ac:spMkLst>
            <pc:docMk/>
            <pc:sldMk cId="3328610052" sldId="26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31:57.920" v="5721" actId="20577"/>
        <pc:sldMkLst>
          <pc:docMk/>
          <pc:sldMk cId="3716048153" sldId="263"/>
        </pc:sldMkLst>
        <pc:spChg chg="mod">
          <ac:chgData name="Jeff DeRemer" userId="a37f3d2d141577c5" providerId="Windows Live" clId="Web-{75C11294-C4C2-44EE-BF53-0F45A1641632}" dt="2023-10-13T14:31:57.920" v="5721" actId="20577"/>
          <ac:spMkLst>
            <pc:docMk/>
            <pc:sldMk cId="3716048153" sldId="263"/>
            <ac:spMk id="3" creationId="{1EC38D59-2C68-F592-A21B-C708CE7B9C33}"/>
          </ac:spMkLst>
        </pc:spChg>
      </pc:sldChg>
      <pc:sldChg chg="modSp ord">
        <pc:chgData name="Jeff DeRemer" userId="a37f3d2d141577c5" providerId="Windows Live" clId="Web-{75C11294-C4C2-44EE-BF53-0F45A1641632}" dt="2023-10-13T15:20:41.357" v="6245" actId="20577"/>
        <pc:sldMkLst>
          <pc:docMk/>
          <pc:sldMk cId="1779819090" sldId="264"/>
        </pc:sldMkLst>
        <pc:spChg chg="mod">
          <ac:chgData name="Jeff DeRemer" userId="a37f3d2d141577c5" providerId="Windows Live" clId="Web-{75C11294-C4C2-44EE-BF53-0F45A1641632}" dt="2023-10-13T15:20:41.357" v="6245" actId="20577"/>
          <ac:spMkLst>
            <pc:docMk/>
            <pc:sldMk cId="1779819090" sldId="26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33:14.547" v="5729" actId="20577"/>
        <pc:sldMkLst>
          <pc:docMk/>
          <pc:sldMk cId="3948704545" sldId="265"/>
        </pc:sldMkLst>
        <pc:spChg chg="mod">
          <ac:chgData name="Jeff DeRemer" userId="a37f3d2d141577c5" providerId="Windows Live" clId="Web-{75C11294-C4C2-44EE-BF53-0F45A1641632}" dt="2023-10-13T14:33:14.547" v="5729" actId="20577"/>
          <ac:spMkLst>
            <pc:docMk/>
            <pc:sldMk cId="3948704545" sldId="26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1:59.921" v="6269" actId="20577"/>
        <pc:sldMkLst>
          <pc:docMk/>
          <pc:sldMk cId="2688986054" sldId="266"/>
        </pc:sldMkLst>
        <pc:spChg chg="mod">
          <ac:chgData name="Jeff DeRemer" userId="a37f3d2d141577c5" providerId="Windows Live" clId="Web-{75C11294-C4C2-44EE-BF53-0F45A1641632}" dt="2023-10-13T15:21:59.921" v="6269" actId="20577"/>
          <ac:spMkLst>
            <pc:docMk/>
            <pc:sldMk cId="2688986054" sldId="266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3:14.938" v="6280" actId="20577"/>
        <pc:sldMkLst>
          <pc:docMk/>
          <pc:sldMk cId="276961825" sldId="267"/>
        </pc:sldMkLst>
        <pc:spChg chg="mod">
          <ac:chgData name="Jeff DeRemer" userId="a37f3d2d141577c5" providerId="Windows Live" clId="Web-{75C11294-C4C2-44EE-BF53-0F45A1641632}" dt="2023-10-13T15:23:14.938" v="6280" actId="20577"/>
          <ac:spMkLst>
            <pc:docMk/>
            <pc:sldMk cId="276961825" sldId="267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2T23:53:31.217" v="487"/>
        <pc:sldMkLst>
          <pc:docMk/>
          <pc:sldMk cId="3275547014" sldId="269"/>
        </pc:sldMkLst>
        <pc:spChg chg="mod">
          <ac:chgData name="Jeff DeRemer" userId="a37f3d2d141577c5" providerId="Windows Live" clId="Web-{75C11294-C4C2-44EE-BF53-0F45A1641632}" dt="2023-10-12T23:53:27.826" v="486" actId="20577"/>
          <ac:spMkLst>
            <pc:docMk/>
            <pc:sldMk cId="3275547014" sldId="269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3:29.923" v="6284" actId="20577"/>
        <pc:sldMkLst>
          <pc:docMk/>
          <pc:sldMk cId="1780149676" sldId="270"/>
        </pc:sldMkLst>
        <pc:spChg chg="mod">
          <ac:chgData name="Jeff DeRemer" userId="a37f3d2d141577c5" providerId="Windows Live" clId="Web-{75C11294-C4C2-44EE-BF53-0F45A1641632}" dt="2023-10-13T15:23:29.923" v="6284" actId="20577"/>
          <ac:spMkLst>
            <pc:docMk/>
            <pc:sldMk cId="1780149676" sldId="270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38:11.567" v="6405" actId="20577"/>
        <pc:sldMkLst>
          <pc:docMk/>
          <pc:sldMk cId="1788412382" sldId="271"/>
        </pc:sldMkLst>
        <pc:spChg chg="mod">
          <ac:chgData name="Jeff DeRemer" userId="a37f3d2d141577c5" providerId="Windows Live" clId="Web-{75C11294-C4C2-44EE-BF53-0F45A1641632}" dt="2023-10-13T15:38:11.567" v="6405" actId="20577"/>
          <ac:spMkLst>
            <pc:docMk/>
            <pc:sldMk cId="1788412382" sldId="271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9:11.196" v="6317" actId="20577"/>
        <pc:sldMkLst>
          <pc:docMk/>
          <pc:sldMk cId="289486820" sldId="272"/>
        </pc:sldMkLst>
        <pc:spChg chg="mod">
          <ac:chgData name="Jeff DeRemer" userId="a37f3d2d141577c5" providerId="Windows Live" clId="Web-{75C11294-C4C2-44EE-BF53-0F45A1641632}" dt="2023-10-13T15:29:11.196" v="6317" actId="20577"/>
          <ac:spMkLst>
            <pc:docMk/>
            <pc:sldMk cId="289486820" sldId="27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05:27.392" v="5261" actId="20577"/>
        <pc:sldMkLst>
          <pc:docMk/>
          <pc:sldMk cId="2640535405" sldId="273"/>
        </pc:sldMkLst>
        <pc:spChg chg="mod">
          <ac:chgData name="Jeff DeRemer" userId="a37f3d2d141577c5" providerId="Windows Live" clId="Web-{75C11294-C4C2-44EE-BF53-0F45A1641632}" dt="2023-10-13T14:05:27.392" v="5261" actId="20577"/>
          <ac:spMkLst>
            <pc:docMk/>
            <pc:sldMk cId="2640535405" sldId="27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04:29.891" v="5255" actId="20577"/>
        <pc:sldMkLst>
          <pc:docMk/>
          <pc:sldMk cId="790131775" sldId="274"/>
        </pc:sldMkLst>
        <pc:spChg chg="mod">
          <ac:chgData name="Jeff DeRemer" userId="a37f3d2d141577c5" providerId="Windows Live" clId="Web-{75C11294-C4C2-44EE-BF53-0F45A1641632}" dt="2023-10-13T14:04:29.891" v="5255" actId="20577"/>
          <ac:spMkLst>
            <pc:docMk/>
            <pc:sldMk cId="790131775" sldId="27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5:58.348" v="6289" actId="20577"/>
        <pc:sldMkLst>
          <pc:docMk/>
          <pc:sldMk cId="520885725" sldId="275"/>
        </pc:sldMkLst>
        <pc:spChg chg="mod">
          <ac:chgData name="Jeff DeRemer" userId="a37f3d2d141577c5" providerId="Windows Live" clId="Web-{75C11294-C4C2-44EE-BF53-0F45A1641632}" dt="2023-10-13T15:25:58.348" v="6289" actId="20577"/>
          <ac:spMkLst>
            <pc:docMk/>
            <pc:sldMk cId="520885725" sldId="27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56:17.289" v="6048" actId="20577"/>
        <pc:sldMkLst>
          <pc:docMk/>
          <pc:sldMk cId="823258022" sldId="280"/>
        </pc:sldMkLst>
        <pc:spChg chg="mod">
          <ac:chgData name="Jeff DeRemer" userId="a37f3d2d141577c5" providerId="Windows Live" clId="Web-{75C11294-C4C2-44EE-BF53-0F45A1641632}" dt="2023-10-13T14:56:17.289" v="6048" actId="20577"/>
          <ac:spMkLst>
            <pc:docMk/>
            <pc:sldMk cId="823258022" sldId="280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02:57:21.024" v="3332"/>
        <pc:sldMkLst>
          <pc:docMk/>
          <pc:sldMk cId="3076773839" sldId="281"/>
        </pc:sldMkLst>
        <pc:spChg chg="mod">
          <ac:chgData name="Jeff DeRemer" userId="a37f3d2d141577c5" providerId="Windows Live" clId="Web-{75C11294-C4C2-44EE-BF53-0F45A1641632}" dt="2023-10-13T02:03:24.406" v="2803" actId="20577"/>
          <ac:spMkLst>
            <pc:docMk/>
            <pc:sldMk cId="3076773839" sldId="281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02:57:23.336" v="3333"/>
        <pc:sldMkLst>
          <pc:docMk/>
          <pc:sldMk cId="1784880432" sldId="282"/>
        </pc:sldMkLst>
        <pc:spChg chg="mod">
          <ac:chgData name="Jeff DeRemer" userId="a37f3d2d141577c5" providerId="Windows Live" clId="Web-{75C11294-C4C2-44EE-BF53-0F45A1641632}" dt="2023-10-13T02:05:48.223" v="2839" actId="20577"/>
          <ac:spMkLst>
            <pc:docMk/>
            <pc:sldMk cId="1784880432" sldId="282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15:35:25.548" v="6392"/>
        <pc:sldMkLst>
          <pc:docMk/>
          <pc:sldMk cId="4076366846" sldId="283"/>
        </pc:sldMkLst>
        <pc:spChg chg="mod">
          <ac:chgData name="Jeff DeRemer" userId="a37f3d2d141577c5" providerId="Windows Live" clId="Web-{75C11294-C4C2-44EE-BF53-0F45A1641632}" dt="2023-10-13T14:47:00.711" v="5911" actId="20577"/>
          <ac:spMkLst>
            <pc:docMk/>
            <pc:sldMk cId="4076366846" sldId="28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46:45.398" v="5908" actId="20577"/>
        <pc:sldMkLst>
          <pc:docMk/>
          <pc:sldMk cId="202512883" sldId="284"/>
        </pc:sldMkLst>
        <pc:spChg chg="mod">
          <ac:chgData name="Jeff DeRemer" userId="a37f3d2d141577c5" providerId="Windows Live" clId="Web-{75C11294-C4C2-44EE-BF53-0F45A1641632}" dt="2023-10-13T14:46:45.398" v="5908" actId="20577"/>
          <ac:spMkLst>
            <pc:docMk/>
            <pc:sldMk cId="202512883" sldId="284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15:45:30.124" v="6540"/>
        <pc:sldMkLst>
          <pc:docMk/>
          <pc:sldMk cId="1575315666" sldId="285"/>
        </pc:sldMkLst>
        <pc:spChg chg="mod">
          <ac:chgData name="Jeff DeRemer" userId="a37f3d2d141577c5" providerId="Windows Live" clId="Web-{75C11294-C4C2-44EE-BF53-0F45A1641632}" dt="2023-10-13T15:34:50.610" v="6391" actId="20577"/>
          <ac:spMkLst>
            <pc:docMk/>
            <pc:sldMk cId="1575315666" sldId="28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34:13.718" v="6374" actId="20577"/>
        <pc:sldMkLst>
          <pc:docMk/>
          <pc:sldMk cId="466590377" sldId="286"/>
        </pc:sldMkLst>
        <pc:spChg chg="mod">
          <ac:chgData name="Jeff DeRemer" userId="a37f3d2d141577c5" providerId="Windows Live" clId="Web-{75C11294-C4C2-44EE-BF53-0F45A1641632}" dt="2023-10-13T15:34:13.718" v="6374" actId="20577"/>
          <ac:spMkLst>
            <pc:docMk/>
            <pc:sldMk cId="466590377" sldId="286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4:41:42.343" v="5845" actId="20577"/>
        <pc:sldMkLst>
          <pc:docMk/>
          <pc:sldMk cId="2164994972" sldId="287"/>
        </pc:sldMkLst>
        <pc:spChg chg="mod">
          <ac:chgData name="Jeff DeRemer" userId="a37f3d2d141577c5" providerId="Windows Live" clId="Web-{75C11294-C4C2-44EE-BF53-0F45A1641632}" dt="2023-10-13T14:41:42.343" v="5845" actId="20577"/>
          <ac:spMkLst>
            <pc:docMk/>
            <pc:sldMk cId="2164994972" sldId="287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42:06.151" v="6458" actId="20577"/>
        <pc:sldMkLst>
          <pc:docMk/>
          <pc:sldMk cId="511894368" sldId="288"/>
        </pc:sldMkLst>
        <pc:spChg chg="mod">
          <ac:chgData name="Jeff DeRemer" userId="a37f3d2d141577c5" providerId="Windows Live" clId="Web-{75C11294-C4C2-44EE-BF53-0F45A1641632}" dt="2023-10-13T15:42:06.151" v="6458" actId="20577"/>
          <ac:spMkLst>
            <pc:docMk/>
            <pc:sldMk cId="511894368" sldId="288"/>
            <ac:spMk id="3" creationId="{1EC38D59-2C68-F592-A21B-C708CE7B9C33}"/>
          </ac:spMkLst>
        </pc:spChg>
      </pc:sldChg>
      <pc:sldChg chg="modSp del ord">
        <pc:chgData name="Jeff DeRemer" userId="a37f3d2d141577c5" providerId="Windows Live" clId="Web-{75C11294-C4C2-44EE-BF53-0F45A1641632}" dt="2023-10-13T15:38:45.302" v="6408"/>
        <pc:sldMkLst>
          <pc:docMk/>
          <pc:sldMk cId="2281690000" sldId="289"/>
        </pc:sldMkLst>
        <pc:spChg chg="mod">
          <ac:chgData name="Jeff DeRemer" userId="a37f3d2d141577c5" providerId="Windows Live" clId="Web-{75C11294-C4C2-44EE-BF53-0F45A1641632}" dt="2023-10-13T15:31:26.324" v="6338" actId="20577"/>
          <ac:spMkLst>
            <pc:docMk/>
            <pc:sldMk cId="2281690000" sldId="289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01:09:48.730" v="1858"/>
        <pc:sldMkLst>
          <pc:docMk/>
          <pc:sldMk cId="2722108063" sldId="290"/>
        </pc:sldMkLst>
        <pc:spChg chg="mod">
          <ac:chgData name="Jeff DeRemer" userId="a37f3d2d141577c5" providerId="Windows Live" clId="Web-{75C11294-C4C2-44EE-BF53-0F45A1641632}" dt="2023-10-13T01:09:41.933" v="1853" actId="20577"/>
          <ac:spMkLst>
            <pc:docMk/>
            <pc:sldMk cId="2722108063" sldId="290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7:38.366" v="6307" actId="20577"/>
        <pc:sldMkLst>
          <pc:docMk/>
          <pc:sldMk cId="2735437576" sldId="291"/>
        </pc:sldMkLst>
        <pc:spChg chg="mod">
          <ac:chgData name="Jeff DeRemer" userId="a37f3d2d141577c5" providerId="Windows Live" clId="Web-{75C11294-C4C2-44EE-BF53-0F45A1641632}" dt="2023-10-13T15:27:38.366" v="6307" actId="20577"/>
          <ac:spMkLst>
            <pc:docMk/>
            <pc:sldMk cId="2735437576" sldId="291"/>
            <ac:spMk id="3" creationId="{1EC38D59-2C68-F592-A21B-C708CE7B9C33}"/>
          </ac:spMkLst>
        </pc:spChg>
      </pc:sldChg>
      <pc:sldChg chg="modSp del ord">
        <pc:chgData name="Jeff DeRemer" userId="a37f3d2d141577c5" providerId="Windows Live" clId="Web-{75C11294-C4C2-44EE-BF53-0F45A1641632}" dt="2023-10-12T23:41:35.912" v="358"/>
        <pc:sldMkLst>
          <pc:docMk/>
          <pc:sldMk cId="651595123" sldId="292"/>
        </pc:sldMkLst>
        <pc:spChg chg="mod">
          <ac:chgData name="Jeff DeRemer" userId="a37f3d2d141577c5" providerId="Windows Live" clId="Web-{75C11294-C4C2-44EE-BF53-0F45A1641632}" dt="2023-10-12T23:35:04.274" v="318" actId="20577"/>
          <ac:spMkLst>
            <pc:docMk/>
            <pc:sldMk cId="651595123" sldId="292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03:07:31.872" v="3421"/>
        <pc:sldMkLst>
          <pc:docMk/>
          <pc:sldMk cId="2335704212" sldId="293"/>
        </pc:sldMkLst>
        <pc:spChg chg="mod">
          <ac:chgData name="Jeff DeRemer" userId="a37f3d2d141577c5" providerId="Windows Live" clId="Web-{75C11294-C4C2-44EE-BF53-0F45A1641632}" dt="2023-10-12T23:36:55.840" v="323" actId="20577"/>
          <ac:spMkLst>
            <pc:docMk/>
            <pc:sldMk cId="2335704212" sldId="29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5C11294-C4C2-44EE-BF53-0F45A1641632}" dt="2023-10-13T15:26:43.052" v="6295" actId="20577"/>
        <pc:sldMkLst>
          <pc:docMk/>
          <pc:sldMk cId="3677351266" sldId="294"/>
        </pc:sldMkLst>
        <pc:spChg chg="mod">
          <ac:chgData name="Jeff DeRemer" userId="a37f3d2d141577c5" providerId="Windows Live" clId="Web-{75C11294-C4C2-44EE-BF53-0F45A1641632}" dt="2023-10-13T15:26:43.052" v="6295" actId="20577"/>
          <ac:spMkLst>
            <pc:docMk/>
            <pc:sldMk cId="3677351266" sldId="294"/>
            <ac:spMk id="3" creationId="{1EC38D59-2C68-F592-A21B-C708CE7B9C33}"/>
          </ac:spMkLst>
        </pc:spChg>
      </pc:sldChg>
      <pc:sldChg chg="modSp del ord">
        <pc:chgData name="Jeff DeRemer" userId="a37f3d2d141577c5" providerId="Windows Live" clId="Web-{75C11294-C4C2-44EE-BF53-0F45A1641632}" dt="2023-10-13T02:57:17.883" v="3331"/>
        <pc:sldMkLst>
          <pc:docMk/>
          <pc:sldMk cId="2027020360" sldId="295"/>
        </pc:sldMkLst>
        <pc:spChg chg="mod">
          <ac:chgData name="Jeff DeRemer" userId="a37f3d2d141577c5" providerId="Windows Live" clId="Web-{75C11294-C4C2-44EE-BF53-0F45A1641632}" dt="2023-10-13T01:57:03.481" v="2729" actId="20577"/>
          <ac:spMkLst>
            <pc:docMk/>
            <pc:sldMk cId="2027020360" sldId="295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75C11294-C4C2-44EE-BF53-0F45A1641632}" dt="2023-10-13T15:22:21.671" v="6270"/>
        <pc:sldMkLst>
          <pc:docMk/>
          <pc:sldMk cId="2021687489" sldId="296"/>
        </pc:sldMkLst>
        <pc:spChg chg="mod">
          <ac:chgData name="Jeff DeRemer" userId="a37f3d2d141577c5" providerId="Windows Live" clId="Web-{75C11294-C4C2-44EE-BF53-0F45A1641632}" dt="2023-10-13T14:34:52.456" v="5746" actId="20577"/>
          <ac:spMkLst>
            <pc:docMk/>
            <pc:sldMk cId="2021687489" sldId="296"/>
            <ac:spMk id="3" creationId="{1EC38D59-2C68-F592-A21B-C708CE7B9C33}"/>
          </ac:spMkLst>
        </pc:spChg>
      </pc:sldChg>
      <pc:sldChg chg="modSp add ord replId">
        <pc:chgData name="Jeff DeRemer" userId="a37f3d2d141577c5" providerId="Windows Live" clId="Web-{75C11294-C4C2-44EE-BF53-0F45A1641632}" dt="2023-10-13T15:45:48.624" v="6543" actId="20577"/>
        <pc:sldMkLst>
          <pc:docMk/>
          <pc:sldMk cId="3875130376" sldId="297"/>
        </pc:sldMkLst>
        <pc:spChg chg="mod">
          <ac:chgData name="Jeff DeRemer" userId="a37f3d2d141577c5" providerId="Windows Live" clId="Web-{75C11294-C4C2-44EE-BF53-0F45A1641632}" dt="2023-10-13T15:45:48.624" v="6543" actId="20577"/>
          <ac:spMkLst>
            <pc:docMk/>
            <pc:sldMk cId="3875130376" sldId="297"/>
            <ac:spMk id="3" creationId="{1EC38D59-2C68-F592-A21B-C708CE7B9C33}"/>
          </ac:spMkLst>
        </pc:spChg>
      </pc:sldChg>
      <pc:sldChg chg="modSp add ord replId">
        <pc:chgData name="Jeff DeRemer" userId="a37f3d2d141577c5" providerId="Windows Live" clId="Web-{75C11294-C4C2-44EE-BF53-0F45A1641632}" dt="2023-10-13T15:19:59.825" v="6229" actId="20577"/>
        <pc:sldMkLst>
          <pc:docMk/>
          <pc:sldMk cId="6643599" sldId="298"/>
        </pc:sldMkLst>
        <pc:spChg chg="mod">
          <ac:chgData name="Jeff DeRemer" userId="a37f3d2d141577c5" providerId="Windows Live" clId="Web-{75C11294-C4C2-44EE-BF53-0F45A1641632}" dt="2023-10-13T15:19:59.825" v="6229" actId="20577"/>
          <ac:spMkLst>
            <pc:docMk/>
            <pc:sldMk cId="6643599" sldId="298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75C11294-C4C2-44EE-BF53-0F45A1641632}" dt="2023-10-13T15:45:03.451" v="6539" actId="20577"/>
        <pc:sldMkLst>
          <pc:docMk/>
          <pc:sldMk cId="414752481" sldId="299"/>
        </pc:sldMkLst>
        <pc:spChg chg="mod">
          <ac:chgData name="Jeff DeRemer" userId="a37f3d2d141577c5" providerId="Windows Live" clId="Web-{75C11294-C4C2-44EE-BF53-0F45A1641632}" dt="2023-10-13T15:45:03.451" v="6539" actId="20577"/>
          <ac:spMkLst>
            <pc:docMk/>
            <pc:sldMk cId="414752481" sldId="299"/>
            <ac:spMk id="3" creationId="{1EC38D59-2C68-F592-A21B-C708CE7B9C33}"/>
          </ac:spMkLst>
        </pc:spChg>
      </pc:sldChg>
      <pc:sldChg chg="modSp add del replId">
        <pc:chgData name="Jeff DeRemer" userId="a37f3d2d141577c5" providerId="Windows Live" clId="Web-{75C11294-C4C2-44EE-BF53-0F45A1641632}" dt="2023-10-13T03:07:26.888" v="3420"/>
        <pc:sldMkLst>
          <pc:docMk/>
          <pc:sldMk cId="1942999379" sldId="299"/>
        </pc:sldMkLst>
        <pc:spChg chg="mod">
          <ac:chgData name="Jeff DeRemer" userId="a37f3d2d141577c5" providerId="Windows Live" clId="Web-{75C11294-C4C2-44EE-BF53-0F45A1641632}" dt="2023-10-13T02:22:11.375" v="2906" actId="20577"/>
          <ac:spMkLst>
            <pc:docMk/>
            <pc:sldMk cId="1942999379" sldId="299"/>
            <ac:spMk id="3" creationId="{1EC38D59-2C68-F592-A21B-C708CE7B9C33}"/>
          </ac:spMkLst>
        </pc:spChg>
      </pc:sldChg>
      <pc:sldChg chg="modSp add ord replId">
        <pc:chgData name="Jeff DeRemer" userId="a37f3d2d141577c5" providerId="Windows Live" clId="Web-{75C11294-C4C2-44EE-BF53-0F45A1641632}" dt="2023-10-13T15:36:55.550" v="6400" actId="20577"/>
        <pc:sldMkLst>
          <pc:docMk/>
          <pc:sldMk cId="3011884518" sldId="300"/>
        </pc:sldMkLst>
        <pc:spChg chg="mod">
          <ac:chgData name="Jeff DeRemer" userId="a37f3d2d141577c5" providerId="Windows Live" clId="Web-{75C11294-C4C2-44EE-BF53-0F45A1641632}" dt="2023-10-13T15:36:55.550" v="6400" actId="20577"/>
          <ac:spMkLst>
            <pc:docMk/>
            <pc:sldMk cId="3011884518" sldId="300"/>
            <ac:spMk id="3" creationId="{1EC38D59-2C68-F592-A21B-C708CE7B9C33}"/>
          </ac:spMkLst>
        </pc:spChg>
      </pc:sldChg>
      <pc:sldChg chg="add del replId">
        <pc:chgData name="Jeff DeRemer" userId="a37f3d2d141577c5" providerId="Windows Live" clId="Web-{75C11294-C4C2-44EE-BF53-0F45A1641632}" dt="2023-10-13T15:38:36.208" v="6407"/>
        <pc:sldMkLst>
          <pc:docMk/>
          <pc:sldMk cId="2750711821" sldId="301"/>
        </pc:sldMkLst>
      </pc:sldChg>
    </pc:docChg>
  </pc:docChgLst>
  <pc:docChgLst>
    <pc:chgData name="Jeff DeRemer" userId="a37f3d2d141577c5" providerId="Windows Live" clId="Web-{27BAD00B-474B-4A4C-936A-E5EDA22C287E}"/>
    <pc:docChg chg="addSld delSld modSld sldOrd">
      <pc:chgData name="Jeff DeRemer" userId="a37f3d2d141577c5" providerId="Windows Live" clId="Web-{27BAD00B-474B-4A4C-936A-E5EDA22C287E}" dt="2023-10-12T18:00:09.520" v="503" actId="20577"/>
      <pc:docMkLst>
        <pc:docMk/>
      </pc:docMkLst>
      <pc:sldChg chg="modSp">
        <pc:chgData name="Jeff DeRemer" userId="a37f3d2d141577c5" providerId="Windows Live" clId="Web-{27BAD00B-474B-4A4C-936A-E5EDA22C287E}" dt="2023-10-12T17:59:25.893" v="489" actId="20577"/>
        <pc:sldMkLst>
          <pc:docMk/>
          <pc:sldMk cId="109857222" sldId="256"/>
        </pc:sldMkLst>
        <pc:spChg chg="mod">
          <ac:chgData name="Jeff DeRemer" userId="a37f3d2d141577c5" providerId="Windows Live" clId="Web-{27BAD00B-474B-4A4C-936A-E5EDA22C287E}" dt="2023-10-12T17:59:25.893" v="48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del">
        <pc:chgData name="Jeff DeRemer" userId="a37f3d2d141577c5" providerId="Windows Live" clId="Web-{27BAD00B-474B-4A4C-936A-E5EDA22C287E}" dt="2023-10-12T17:59:26.284" v="490"/>
        <pc:sldMkLst>
          <pc:docMk/>
          <pc:sldMk cId="2064262596" sldId="258"/>
        </pc:sldMkLst>
        <pc:spChg chg="mod">
          <ac:chgData name="Jeff DeRemer" userId="a37f3d2d141577c5" providerId="Windows Live" clId="Web-{27BAD00B-474B-4A4C-936A-E5EDA22C287E}" dt="2023-10-12T17:59:20.909" v="485" actId="20577"/>
          <ac:spMkLst>
            <pc:docMk/>
            <pc:sldMk cId="2064262596" sldId="258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9:49.300" v="496" actId="20577"/>
        <pc:sldMkLst>
          <pc:docMk/>
          <pc:sldMk cId="548540144" sldId="259"/>
        </pc:sldMkLst>
        <pc:spChg chg="mod">
          <ac:chgData name="Jeff DeRemer" userId="a37f3d2d141577c5" providerId="Windows Live" clId="Web-{27BAD00B-474B-4A4C-936A-E5EDA22C287E}" dt="2023-10-12T17:59:49.300" v="496" actId="20577"/>
          <ac:spMkLst>
            <pc:docMk/>
            <pc:sldMk cId="548540144" sldId="259"/>
            <ac:spMk id="3" creationId="{1EC38D59-2C68-F592-A21B-C708CE7B9C33}"/>
          </ac:spMkLst>
        </pc:spChg>
      </pc:sldChg>
      <pc:sldChg chg="modSp del">
        <pc:chgData name="Jeff DeRemer" userId="a37f3d2d141577c5" providerId="Windows Live" clId="Web-{27BAD00B-474B-4A4C-936A-E5EDA22C287E}" dt="2023-10-12T17:59:49.706" v="497"/>
        <pc:sldMkLst>
          <pc:docMk/>
          <pc:sldMk cId="255312936" sldId="260"/>
        </pc:sldMkLst>
        <pc:spChg chg="mod">
          <ac:chgData name="Jeff DeRemer" userId="a37f3d2d141577c5" providerId="Windows Live" clId="Web-{27BAD00B-474B-4A4C-936A-E5EDA22C287E}" dt="2023-10-12T17:59:40.034" v="491" actId="20577"/>
          <ac:spMkLst>
            <pc:docMk/>
            <pc:sldMk cId="255312936" sldId="260"/>
            <ac:spMk id="3" creationId="{1EC38D59-2C68-F592-A21B-C708CE7B9C33}"/>
          </ac:spMkLst>
        </pc:spChg>
      </pc:sldChg>
      <pc:sldChg chg="modSp ord">
        <pc:chgData name="Jeff DeRemer" userId="a37f3d2d141577c5" providerId="Windows Live" clId="Web-{27BAD00B-474B-4A4C-936A-E5EDA22C287E}" dt="2023-10-12T18:00:09.520" v="503" actId="20577"/>
        <pc:sldMkLst>
          <pc:docMk/>
          <pc:sldMk cId="2526344924" sldId="261"/>
        </pc:sldMkLst>
        <pc:spChg chg="mod">
          <ac:chgData name="Jeff DeRemer" userId="a37f3d2d141577c5" providerId="Windows Live" clId="Web-{27BAD00B-474B-4A4C-936A-E5EDA22C287E}" dt="2023-10-12T18:00:09.520" v="503" actId="20577"/>
          <ac:spMkLst>
            <pc:docMk/>
            <pc:sldMk cId="2526344924" sldId="261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8:00:03.426" v="502" actId="20577"/>
        <pc:sldMkLst>
          <pc:docMk/>
          <pc:sldMk cId="3328610052" sldId="262"/>
        </pc:sldMkLst>
        <pc:spChg chg="mod">
          <ac:chgData name="Jeff DeRemer" userId="a37f3d2d141577c5" providerId="Windows Live" clId="Web-{27BAD00B-474B-4A4C-936A-E5EDA22C287E}" dt="2023-10-12T18:00:03.426" v="502" actId="20577"/>
          <ac:spMkLst>
            <pc:docMk/>
            <pc:sldMk cId="3328610052" sldId="26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49:49.408" v="398" actId="20577"/>
        <pc:sldMkLst>
          <pc:docMk/>
          <pc:sldMk cId="3716048153" sldId="263"/>
        </pc:sldMkLst>
        <pc:spChg chg="mod">
          <ac:chgData name="Jeff DeRemer" userId="a37f3d2d141577c5" providerId="Windows Live" clId="Web-{27BAD00B-474B-4A4C-936A-E5EDA22C287E}" dt="2023-10-12T17:49:49.408" v="398" actId="20577"/>
          <ac:spMkLst>
            <pc:docMk/>
            <pc:sldMk cId="3716048153" sldId="26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25:33.928" v="56" actId="20577"/>
        <pc:sldMkLst>
          <pc:docMk/>
          <pc:sldMk cId="1779819090" sldId="264"/>
        </pc:sldMkLst>
        <pc:spChg chg="mod">
          <ac:chgData name="Jeff DeRemer" userId="a37f3d2d141577c5" providerId="Windows Live" clId="Web-{27BAD00B-474B-4A4C-936A-E5EDA22C287E}" dt="2023-10-12T17:25:33.928" v="56" actId="20577"/>
          <ac:spMkLst>
            <pc:docMk/>
            <pc:sldMk cId="1779819090" sldId="26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0:43.144" v="415" actId="20577"/>
        <pc:sldMkLst>
          <pc:docMk/>
          <pc:sldMk cId="3948704545" sldId="265"/>
        </pc:sldMkLst>
        <pc:spChg chg="mod">
          <ac:chgData name="Jeff DeRemer" userId="a37f3d2d141577c5" providerId="Windows Live" clId="Web-{27BAD00B-474B-4A4C-936A-E5EDA22C287E}" dt="2023-10-12T17:50:43.144" v="415" actId="20577"/>
          <ac:spMkLst>
            <pc:docMk/>
            <pc:sldMk cId="3948704545" sldId="26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1:16.676" v="437" actId="20577"/>
        <pc:sldMkLst>
          <pc:docMk/>
          <pc:sldMk cId="2688986054" sldId="266"/>
        </pc:sldMkLst>
        <pc:spChg chg="mod">
          <ac:chgData name="Jeff DeRemer" userId="a37f3d2d141577c5" providerId="Windows Live" clId="Web-{27BAD00B-474B-4A4C-936A-E5EDA22C287E}" dt="2023-10-12T17:51:16.676" v="437" actId="20577"/>
          <ac:spMkLst>
            <pc:docMk/>
            <pc:sldMk cId="2688986054" sldId="266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4:09.384" v="443" actId="20577"/>
        <pc:sldMkLst>
          <pc:docMk/>
          <pc:sldMk cId="276961825" sldId="267"/>
        </pc:sldMkLst>
        <pc:spChg chg="mod">
          <ac:chgData name="Jeff DeRemer" userId="a37f3d2d141577c5" providerId="Windows Live" clId="Web-{27BAD00B-474B-4A4C-936A-E5EDA22C287E}" dt="2023-10-12T17:54:09.384" v="443" actId="20577"/>
          <ac:spMkLst>
            <pc:docMk/>
            <pc:sldMk cId="276961825" sldId="267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4:52.307" v="452" actId="20577"/>
        <pc:sldMkLst>
          <pc:docMk/>
          <pc:sldMk cId="3275547014" sldId="269"/>
        </pc:sldMkLst>
        <pc:spChg chg="mod">
          <ac:chgData name="Jeff DeRemer" userId="a37f3d2d141577c5" providerId="Windows Live" clId="Web-{27BAD00B-474B-4A4C-936A-E5EDA22C287E}" dt="2023-10-12T17:54:52.307" v="452" actId="20577"/>
          <ac:spMkLst>
            <pc:docMk/>
            <pc:sldMk cId="3275547014" sldId="269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5:22.495" v="462" actId="20577"/>
        <pc:sldMkLst>
          <pc:docMk/>
          <pc:sldMk cId="1780149676" sldId="270"/>
        </pc:sldMkLst>
        <pc:spChg chg="mod">
          <ac:chgData name="Jeff DeRemer" userId="a37f3d2d141577c5" providerId="Windows Live" clId="Web-{27BAD00B-474B-4A4C-936A-E5EDA22C287E}" dt="2023-10-12T17:55:22.495" v="462" actId="20577"/>
          <ac:spMkLst>
            <pc:docMk/>
            <pc:sldMk cId="1780149676" sldId="270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32:56.237" v="221" actId="20577"/>
        <pc:sldMkLst>
          <pc:docMk/>
          <pc:sldMk cId="1788412382" sldId="271"/>
        </pc:sldMkLst>
        <pc:spChg chg="mod">
          <ac:chgData name="Jeff DeRemer" userId="a37f3d2d141577c5" providerId="Windows Live" clId="Web-{27BAD00B-474B-4A4C-936A-E5EDA22C287E}" dt="2023-10-12T17:32:56.237" v="221" actId="20577"/>
          <ac:spMkLst>
            <pc:docMk/>
            <pc:sldMk cId="1788412382" sldId="271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7:07.061" v="476" actId="20577"/>
        <pc:sldMkLst>
          <pc:docMk/>
          <pc:sldMk cId="790131775" sldId="274"/>
        </pc:sldMkLst>
        <pc:spChg chg="mod">
          <ac:chgData name="Jeff DeRemer" userId="a37f3d2d141577c5" providerId="Windows Live" clId="Web-{27BAD00B-474B-4A4C-936A-E5EDA22C287E}" dt="2023-10-12T17:57:07.061" v="476" actId="20577"/>
          <ac:spMkLst>
            <pc:docMk/>
            <pc:sldMk cId="790131775" sldId="27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6:32.232" v="469" actId="20577"/>
        <pc:sldMkLst>
          <pc:docMk/>
          <pc:sldMk cId="520885725" sldId="275"/>
        </pc:sldMkLst>
        <pc:spChg chg="mod">
          <ac:chgData name="Jeff DeRemer" userId="a37f3d2d141577c5" providerId="Windows Live" clId="Web-{27BAD00B-474B-4A4C-936A-E5EDA22C287E}" dt="2023-10-12T17:56:32.232" v="469" actId="20577"/>
          <ac:spMkLst>
            <pc:docMk/>
            <pc:sldMk cId="520885725" sldId="27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42:30.254" v="282" actId="20577"/>
        <pc:sldMkLst>
          <pc:docMk/>
          <pc:sldMk cId="823258022" sldId="280"/>
        </pc:sldMkLst>
        <pc:spChg chg="mod">
          <ac:chgData name="Jeff DeRemer" userId="a37f3d2d141577c5" providerId="Windows Live" clId="Web-{27BAD00B-474B-4A4C-936A-E5EDA22C287E}" dt="2023-10-12T17:42:30.254" v="282" actId="20577"/>
          <ac:spMkLst>
            <pc:docMk/>
            <pc:sldMk cId="823258022" sldId="280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43:44.334" v="321" actId="20577"/>
        <pc:sldMkLst>
          <pc:docMk/>
          <pc:sldMk cId="1784880432" sldId="282"/>
        </pc:sldMkLst>
        <pc:spChg chg="mod">
          <ac:chgData name="Jeff DeRemer" userId="a37f3d2d141577c5" providerId="Windows Live" clId="Web-{27BAD00B-474B-4A4C-936A-E5EDA22C287E}" dt="2023-10-12T17:43:44.334" v="321" actId="20577"/>
          <ac:spMkLst>
            <pc:docMk/>
            <pc:sldMk cId="1784880432" sldId="28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34:34.443" v="247" actId="20577"/>
        <pc:sldMkLst>
          <pc:docMk/>
          <pc:sldMk cId="2164994972" sldId="287"/>
        </pc:sldMkLst>
        <pc:spChg chg="mod">
          <ac:chgData name="Jeff DeRemer" userId="a37f3d2d141577c5" providerId="Windows Live" clId="Web-{27BAD00B-474B-4A4C-936A-E5EDA22C287E}" dt="2023-10-12T17:34:34.443" v="247" actId="20577"/>
          <ac:spMkLst>
            <pc:docMk/>
            <pc:sldMk cId="2164994972" sldId="287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34:14.536" v="238" actId="20577"/>
        <pc:sldMkLst>
          <pc:docMk/>
          <pc:sldMk cId="511894368" sldId="288"/>
        </pc:sldMkLst>
        <pc:spChg chg="mod">
          <ac:chgData name="Jeff DeRemer" userId="a37f3d2d141577c5" providerId="Windows Live" clId="Web-{27BAD00B-474B-4A4C-936A-E5EDA22C287E}" dt="2023-10-12T17:34:14.536" v="238" actId="20577"/>
          <ac:spMkLst>
            <pc:docMk/>
            <pc:sldMk cId="511894368" sldId="288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33:37.551" v="226" actId="20577"/>
        <pc:sldMkLst>
          <pc:docMk/>
          <pc:sldMk cId="2281690000" sldId="289"/>
        </pc:sldMkLst>
        <pc:spChg chg="mod">
          <ac:chgData name="Jeff DeRemer" userId="a37f3d2d141577c5" providerId="Windows Live" clId="Web-{27BAD00B-474B-4A4C-936A-E5EDA22C287E}" dt="2023-10-12T17:33:37.551" v="226" actId="20577"/>
          <ac:spMkLst>
            <pc:docMk/>
            <pc:sldMk cId="2281690000" sldId="289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8:28.376" v="484" actId="20577"/>
        <pc:sldMkLst>
          <pc:docMk/>
          <pc:sldMk cId="2722108063" sldId="290"/>
        </pc:sldMkLst>
        <pc:spChg chg="mod">
          <ac:chgData name="Jeff DeRemer" userId="a37f3d2d141577c5" providerId="Windows Live" clId="Web-{27BAD00B-474B-4A4C-936A-E5EDA22C287E}" dt="2023-10-12T17:58:28.376" v="484" actId="20577"/>
          <ac:spMkLst>
            <pc:docMk/>
            <pc:sldMk cId="2722108063" sldId="290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7:32.796" v="478" actId="20577"/>
        <pc:sldMkLst>
          <pc:docMk/>
          <pc:sldMk cId="2735437576" sldId="291"/>
        </pc:sldMkLst>
        <pc:spChg chg="mod">
          <ac:chgData name="Jeff DeRemer" userId="a37f3d2d141577c5" providerId="Windows Live" clId="Web-{27BAD00B-474B-4A4C-936A-E5EDA22C287E}" dt="2023-10-12T17:57:32.796" v="478" actId="20577"/>
          <ac:spMkLst>
            <pc:docMk/>
            <pc:sldMk cId="2735437576" sldId="291"/>
            <ac:spMk id="3" creationId="{1EC38D59-2C68-F592-A21B-C708CE7B9C33}"/>
          </ac:spMkLst>
        </pc:spChg>
      </pc:sldChg>
      <pc:sldChg chg="modSp ord">
        <pc:chgData name="Jeff DeRemer" userId="a37f3d2d141577c5" providerId="Windows Live" clId="Web-{27BAD00B-474B-4A4C-936A-E5EDA22C287E}" dt="2023-10-12T17:47:22.903" v="370"/>
        <pc:sldMkLst>
          <pc:docMk/>
          <pc:sldMk cId="651595123" sldId="292"/>
        </pc:sldMkLst>
        <pc:spChg chg="mod">
          <ac:chgData name="Jeff DeRemer" userId="a37f3d2d141577c5" providerId="Windows Live" clId="Web-{27BAD00B-474B-4A4C-936A-E5EDA22C287E}" dt="2023-10-12T17:23:27.127" v="37" actId="20577"/>
          <ac:spMkLst>
            <pc:docMk/>
            <pc:sldMk cId="651595123" sldId="29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0:22.096" v="405" actId="20577"/>
        <pc:sldMkLst>
          <pc:docMk/>
          <pc:sldMk cId="2335704212" sldId="293"/>
        </pc:sldMkLst>
        <pc:spChg chg="mod">
          <ac:chgData name="Jeff DeRemer" userId="a37f3d2d141577c5" providerId="Windows Live" clId="Web-{27BAD00B-474B-4A4C-936A-E5EDA22C287E}" dt="2023-10-12T17:50:22.096" v="405" actId="20577"/>
          <ac:spMkLst>
            <pc:docMk/>
            <pc:sldMk cId="2335704212" sldId="29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56:41.342" v="471" actId="20577"/>
        <pc:sldMkLst>
          <pc:docMk/>
          <pc:sldMk cId="3677351266" sldId="294"/>
        </pc:sldMkLst>
        <pc:spChg chg="mod">
          <ac:chgData name="Jeff DeRemer" userId="a37f3d2d141577c5" providerId="Windows Live" clId="Web-{27BAD00B-474B-4A4C-936A-E5EDA22C287E}" dt="2023-10-12T17:56:41.342" v="471" actId="20577"/>
          <ac:spMkLst>
            <pc:docMk/>
            <pc:sldMk cId="3677351266" sldId="29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27BAD00B-474B-4A4C-936A-E5EDA22C287E}" dt="2023-10-12T17:43:09.943" v="312" actId="20577"/>
        <pc:sldMkLst>
          <pc:docMk/>
          <pc:sldMk cId="2027020360" sldId="295"/>
        </pc:sldMkLst>
        <pc:spChg chg="mod">
          <ac:chgData name="Jeff DeRemer" userId="a37f3d2d141577c5" providerId="Windows Live" clId="Web-{27BAD00B-474B-4A4C-936A-E5EDA22C287E}" dt="2023-10-12T17:43:09.943" v="312" actId="20577"/>
          <ac:spMkLst>
            <pc:docMk/>
            <pc:sldMk cId="2027020360" sldId="295"/>
            <ac:spMk id="3" creationId="{1EC38D59-2C68-F592-A21B-C708CE7B9C33}"/>
          </ac:spMkLst>
        </pc:spChg>
      </pc:sldChg>
      <pc:sldChg chg="modSp add replId">
        <pc:chgData name="Jeff DeRemer" userId="a37f3d2d141577c5" providerId="Windows Live" clId="Web-{27BAD00B-474B-4A4C-936A-E5EDA22C287E}" dt="2023-10-12T17:54:13.900" v="445" actId="20577"/>
        <pc:sldMkLst>
          <pc:docMk/>
          <pc:sldMk cId="2021687489" sldId="296"/>
        </pc:sldMkLst>
        <pc:spChg chg="mod">
          <ac:chgData name="Jeff DeRemer" userId="a37f3d2d141577c5" providerId="Windows Live" clId="Web-{27BAD00B-474B-4A4C-936A-E5EDA22C287E}" dt="2023-10-12T17:54:13.900" v="445" actId="20577"/>
          <ac:spMkLst>
            <pc:docMk/>
            <pc:sldMk cId="2021687489" sldId="296"/>
            <ac:spMk id="3" creationId="{1EC38D59-2C68-F592-A21B-C708CE7B9C33}"/>
          </ac:spMkLst>
        </pc:spChg>
      </pc:sldChg>
    </pc:docChg>
  </pc:docChgLst>
  <pc:docChgLst>
    <pc:chgData name="Jeff DeRemer" userId="a37f3d2d141577c5" providerId="Windows Live" clId="Web-{76612AEF-0FFA-4D2A-9F11-6E6CFC3E18B3}"/>
    <pc:docChg chg="modSld">
      <pc:chgData name="Jeff DeRemer" userId="a37f3d2d141577c5" providerId="Windows Live" clId="Web-{76612AEF-0FFA-4D2A-9F11-6E6CFC3E18B3}" dt="2023-10-12T22:42:41.397" v="451" actId="20577"/>
      <pc:docMkLst>
        <pc:docMk/>
      </pc:docMkLst>
      <pc:sldChg chg="modSp">
        <pc:chgData name="Jeff DeRemer" userId="a37f3d2d141577c5" providerId="Windows Live" clId="Web-{76612AEF-0FFA-4D2A-9F11-6E6CFC3E18B3}" dt="2023-10-12T22:42:00.302" v="444" actId="20577"/>
        <pc:sldMkLst>
          <pc:docMk/>
          <pc:sldMk cId="109857222" sldId="256"/>
        </pc:sldMkLst>
        <pc:spChg chg="mod">
          <ac:chgData name="Jeff DeRemer" userId="a37f3d2d141577c5" providerId="Windows Live" clId="Web-{76612AEF-0FFA-4D2A-9F11-6E6CFC3E18B3}" dt="2023-10-12T22:42:00.302" v="44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Jeff DeRemer" userId="a37f3d2d141577c5" providerId="Windows Live" clId="Web-{76612AEF-0FFA-4D2A-9F11-6E6CFC3E18B3}" dt="2023-10-12T22:42:41.397" v="451" actId="20577"/>
        <pc:sldMkLst>
          <pc:docMk/>
          <pc:sldMk cId="548540144" sldId="259"/>
        </pc:sldMkLst>
        <pc:spChg chg="mod">
          <ac:chgData name="Jeff DeRemer" userId="a37f3d2d141577c5" providerId="Windows Live" clId="Web-{76612AEF-0FFA-4D2A-9F11-6E6CFC3E18B3}" dt="2023-10-12T22:42:41.397" v="451" actId="20577"/>
          <ac:spMkLst>
            <pc:docMk/>
            <pc:sldMk cId="548540144" sldId="259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3:11.679" v="183" actId="20577"/>
        <pc:sldMkLst>
          <pc:docMk/>
          <pc:sldMk cId="2526344924" sldId="261"/>
        </pc:sldMkLst>
        <pc:spChg chg="mod">
          <ac:chgData name="Jeff DeRemer" userId="a37f3d2d141577c5" providerId="Windows Live" clId="Web-{76612AEF-0FFA-4D2A-9F11-6E6CFC3E18B3}" dt="2023-10-12T22:13:11.679" v="183" actId="20577"/>
          <ac:spMkLst>
            <pc:docMk/>
            <pc:sldMk cId="2526344924" sldId="261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2:43.521" v="177" actId="20577"/>
        <pc:sldMkLst>
          <pc:docMk/>
          <pc:sldMk cId="3328610052" sldId="262"/>
        </pc:sldMkLst>
        <pc:spChg chg="mod">
          <ac:chgData name="Jeff DeRemer" userId="a37f3d2d141577c5" providerId="Windows Live" clId="Web-{76612AEF-0FFA-4D2A-9F11-6E6CFC3E18B3}" dt="2023-10-12T22:12:43.521" v="177" actId="20577"/>
          <ac:spMkLst>
            <pc:docMk/>
            <pc:sldMk cId="3328610052" sldId="26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3:44.867" v="192" actId="20577"/>
        <pc:sldMkLst>
          <pc:docMk/>
          <pc:sldMk cId="3716048153" sldId="263"/>
        </pc:sldMkLst>
        <pc:spChg chg="mod">
          <ac:chgData name="Jeff DeRemer" userId="a37f3d2d141577c5" providerId="Windows Live" clId="Web-{76612AEF-0FFA-4D2A-9F11-6E6CFC3E18B3}" dt="2023-10-12T22:13:44.867" v="192" actId="20577"/>
          <ac:spMkLst>
            <pc:docMk/>
            <pc:sldMk cId="3716048153" sldId="26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5:05.667" v="220" actId="20577"/>
        <pc:sldMkLst>
          <pc:docMk/>
          <pc:sldMk cId="1779819090" sldId="264"/>
        </pc:sldMkLst>
        <pc:spChg chg="mod">
          <ac:chgData name="Jeff DeRemer" userId="a37f3d2d141577c5" providerId="Windows Live" clId="Web-{76612AEF-0FFA-4D2A-9F11-6E6CFC3E18B3}" dt="2023-10-12T22:15:05.667" v="220" actId="20577"/>
          <ac:spMkLst>
            <pc:docMk/>
            <pc:sldMk cId="1779819090" sldId="26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6:19.826" v="238" actId="20577"/>
        <pc:sldMkLst>
          <pc:docMk/>
          <pc:sldMk cId="3948704545" sldId="265"/>
        </pc:sldMkLst>
        <pc:spChg chg="mod">
          <ac:chgData name="Jeff DeRemer" userId="a37f3d2d141577c5" providerId="Windows Live" clId="Web-{76612AEF-0FFA-4D2A-9F11-6E6CFC3E18B3}" dt="2023-10-12T22:16:19.826" v="238" actId="20577"/>
          <ac:spMkLst>
            <pc:docMk/>
            <pc:sldMk cId="3948704545" sldId="26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7:20.719" v="263" actId="20577"/>
        <pc:sldMkLst>
          <pc:docMk/>
          <pc:sldMk cId="2688986054" sldId="266"/>
        </pc:sldMkLst>
        <pc:spChg chg="mod">
          <ac:chgData name="Jeff DeRemer" userId="a37f3d2d141577c5" providerId="Windows Live" clId="Web-{76612AEF-0FFA-4D2A-9F11-6E6CFC3E18B3}" dt="2023-10-12T22:17:20.719" v="263" actId="20577"/>
          <ac:spMkLst>
            <pc:docMk/>
            <pc:sldMk cId="2688986054" sldId="266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9:29.098" v="305" actId="20577"/>
        <pc:sldMkLst>
          <pc:docMk/>
          <pc:sldMk cId="276961825" sldId="267"/>
        </pc:sldMkLst>
        <pc:spChg chg="mod">
          <ac:chgData name="Jeff DeRemer" userId="a37f3d2d141577c5" providerId="Windows Live" clId="Web-{76612AEF-0FFA-4D2A-9F11-6E6CFC3E18B3}" dt="2023-10-12T22:19:29.098" v="305" actId="20577"/>
          <ac:spMkLst>
            <pc:docMk/>
            <pc:sldMk cId="276961825" sldId="267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21:53.072" v="309" actId="20577"/>
        <pc:sldMkLst>
          <pc:docMk/>
          <pc:sldMk cId="1780149676" sldId="270"/>
        </pc:sldMkLst>
        <pc:spChg chg="mod">
          <ac:chgData name="Jeff DeRemer" userId="a37f3d2d141577c5" providerId="Windows Live" clId="Web-{76612AEF-0FFA-4D2A-9F11-6E6CFC3E18B3}" dt="2023-10-12T22:21:53.072" v="309" actId="20577"/>
          <ac:spMkLst>
            <pc:docMk/>
            <pc:sldMk cId="1780149676" sldId="270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30:07.527" v="426" actId="20577"/>
        <pc:sldMkLst>
          <pc:docMk/>
          <pc:sldMk cId="289486820" sldId="272"/>
        </pc:sldMkLst>
        <pc:spChg chg="mod">
          <ac:chgData name="Jeff DeRemer" userId="a37f3d2d141577c5" providerId="Windows Live" clId="Web-{76612AEF-0FFA-4D2A-9F11-6E6CFC3E18B3}" dt="2023-10-12T22:30:07.527" v="426" actId="20577"/>
          <ac:spMkLst>
            <pc:docMk/>
            <pc:sldMk cId="289486820" sldId="27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29:44.339" v="414" actId="20577"/>
        <pc:sldMkLst>
          <pc:docMk/>
          <pc:sldMk cId="2640535405" sldId="273"/>
        </pc:sldMkLst>
        <pc:spChg chg="mod">
          <ac:chgData name="Jeff DeRemer" userId="a37f3d2d141577c5" providerId="Windows Live" clId="Web-{76612AEF-0FFA-4D2A-9F11-6E6CFC3E18B3}" dt="2023-10-12T22:29:44.339" v="414" actId="20577"/>
          <ac:spMkLst>
            <pc:docMk/>
            <pc:sldMk cId="2640535405" sldId="27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24:44.250" v="355" actId="20577"/>
        <pc:sldMkLst>
          <pc:docMk/>
          <pc:sldMk cId="520885725" sldId="275"/>
        </pc:sldMkLst>
        <pc:spChg chg="mod">
          <ac:chgData name="Jeff DeRemer" userId="a37f3d2d141577c5" providerId="Windows Live" clId="Web-{76612AEF-0FFA-4D2A-9F11-6E6CFC3E18B3}" dt="2023-10-12T22:24:44.250" v="355" actId="20577"/>
          <ac:spMkLst>
            <pc:docMk/>
            <pc:sldMk cId="520885725" sldId="275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28:51.040" v="395" actId="20577"/>
        <pc:sldMkLst>
          <pc:docMk/>
          <pc:sldMk cId="2735437576" sldId="291"/>
        </pc:sldMkLst>
        <pc:spChg chg="mod">
          <ac:chgData name="Jeff DeRemer" userId="a37f3d2d141577c5" providerId="Windows Live" clId="Web-{76612AEF-0FFA-4D2A-9F11-6E6CFC3E18B3}" dt="2023-10-12T22:28:51.040" v="395" actId="20577"/>
          <ac:spMkLst>
            <pc:docMk/>
            <pc:sldMk cId="2735437576" sldId="291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4:02.852" v="198" actId="20577"/>
        <pc:sldMkLst>
          <pc:docMk/>
          <pc:sldMk cId="651595123" sldId="292"/>
        </pc:sldMkLst>
        <pc:spChg chg="mod">
          <ac:chgData name="Jeff DeRemer" userId="a37f3d2d141577c5" providerId="Windows Live" clId="Web-{76612AEF-0FFA-4D2A-9F11-6E6CFC3E18B3}" dt="2023-10-12T22:14:02.852" v="198" actId="20577"/>
          <ac:spMkLst>
            <pc:docMk/>
            <pc:sldMk cId="651595123" sldId="292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5:31.590" v="223" actId="20577"/>
        <pc:sldMkLst>
          <pc:docMk/>
          <pc:sldMk cId="2335704212" sldId="293"/>
        </pc:sldMkLst>
        <pc:spChg chg="mod">
          <ac:chgData name="Jeff DeRemer" userId="a37f3d2d141577c5" providerId="Windows Live" clId="Web-{76612AEF-0FFA-4D2A-9F11-6E6CFC3E18B3}" dt="2023-10-12T22:15:31.590" v="223" actId="20577"/>
          <ac:spMkLst>
            <pc:docMk/>
            <pc:sldMk cId="2335704212" sldId="293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27:43.678" v="390" actId="20577"/>
        <pc:sldMkLst>
          <pc:docMk/>
          <pc:sldMk cId="3677351266" sldId="294"/>
        </pc:sldMkLst>
        <pc:spChg chg="mod">
          <ac:chgData name="Jeff DeRemer" userId="a37f3d2d141577c5" providerId="Windows Live" clId="Web-{76612AEF-0FFA-4D2A-9F11-6E6CFC3E18B3}" dt="2023-10-12T22:27:43.678" v="390" actId="20577"/>
          <ac:spMkLst>
            <pc:docMk/>
            <pc:sldMk cId="3677351266" sldId="294"/>
            <ac:spMk id="3" creationId="{1EC38D59-2C68-F592-A21B-C708CE7B9C33}"/>
          </ac:spMkLst>
        </pc:spChg>
      </pc:sldChg>
      <pc:sldChg chg="modSp">
        <pc:chgData name="Jeff DeRemer" userId="a37f3d2d141577c5" providerId="Windows Live" clId="Web-{76612AEF-0FFA-4D2A-9F11-6E6CFC3E18B3}" dt="2023-10-12T22:18:11.767" v="276" actId="20577"/>
        <pc:sldMkLst>
          <pc:docMk/>
          <pc:sldMk cId="2021687489" sldId="296"/>
        </pc:sldMkLst>
        <pc:spChg chg="mod">
          <ac:chgData name="Jeff DeRemer" userId="a37f3d2d141577c5" providerId="Windows Live" clId="Web-{76612AEF-0FFA-4D2A-9F11-6E6CFC3E18B3}" dt="2023-10-12T22:18:11.767" v="276" actId="20577"/>
          <ac:spMkLst>
            <pc:docMk/>
            <pc:sldMk cId="2021687489" sldId="296"/>
            <ac:spMk id="3" creationId="{1EC38D59-2C68-F592-A21B-C708CE7B9C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8576" y="658422"/>
            <a:ext cx="10521862" cy="5413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dirty="0"/>
              <a:t>Hello. I'm jeff DeRemer</a:t>
            </a:r>
            <a:endParaRPr lang="en-US" dirty="0"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/>
              <a:t>I know I am nobody you have heard of.. </a:t>
            </a:r>
            <a:endParaRPr lang="en-US">
              <a:cs typeface="Calibri" panose="020F0502020204030204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>
                <a:cs typeface="Calibri" panose="020F0502020204030204"/>
              </a:rPr>
              <a:t>watch this a 2nd time .. then I won't be new :) </a:t>
            </a:r>
          </a:p>
          <a:p>
            <a:pPr marL="285750" indent="-285750" algn="l">
              <a:buFont typeface="Arial"/>
              <a:buChar char="•"/>
            </a:pP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n-US" dirty="0"/>
              <a:t>seems like .. life is a story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/>
              <a:t>Like we're all stuck inside someone </a:t>
            </a:r>
            <a:r>
              <a:rPr lang="en-US" i="1" dirty="0"/>
              <a:t>else's</a:t>
            </a:r>
            <a:r>
              <a:rPr lang="en-US" dirty="0"/>
              <a:t> dream of mansions &amp; yachts </a:t>
            </a:r>
            <a:endParaRPr lang="en-US" dirty="0"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>
                <a:cs typeface="Calibri"/>
              </a:rPr>
              <a:t>their dream has been going on .. for a long, long time 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cs typeface="Calibri"/>
              </a:rPr>
              <a:t>I'm no longer .. satisfied .. with life 1.0 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/>
              <a:t>I'd like to make our story better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For last few years.. I have been working on all that follows; flying cars, parks, new work, a new alt-currency, a space elevator, but most of all - a new kind of computer system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 put &gt;1,000 hours into designing the computer system, alone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system only got 5 slides </a:t>
            </a:r>
          </a:p>
          <a:p>
            <a:pPr lvl="2"/>
            <a:r>
              <a:rPr lang="en-US" dirty="0">
                <a:ea typeface="+mn-lt"/>
                <a:cs typeface="+mn-lt"/>
              </a:rPr>
              <a:t>time's up 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vector-driven DBs are an amazing future </a:t>
            </a:r>
          </a:p>
          <a:p>
            <a:pPr lvl="1"/>
            <a:r>
              <a:rPr lang="en-US" dirty="0">
                <a:ea typeface="+mn-lt"/>
                <a:cs typeface="+mn-lt"/>
              </a:rPr>
              <a:t>I'm not the only one exploring that fact </a:t>
            </a:r>
          </a:p>
          <a:p>
            <a:pPr lvl="1"/>
            <a:r>
              <a:rPr lang="en-US" dirty="0">
                <a:ea typeface="+mn-lt"/>
                <a:cs typeface="+mn-lt"/>
              </a:rPr>
              <a:t>But - like all the other pieces in this overall plan - my approach to v-DB is ..perhaps.. unique</a:t>
            </a:r>
          </a:p>
          <a:p>
            <a:r>
              <a:rPr lang="en-US" dirty="0">
                <a:cs typeface="Calibri" panose="020F0502020204030204"/>
              </a:rPr>
              <a:t>last few months - I've taken 1,000s of pages of notes, recorded hundreds of these videos</a:t>
            </a:r>
          </a:p>
          <a:p>
            <a:pPr lvl="1"/>
            <a:r>
              <a:rPr lang="en-US" dirty="0">
                <a:cs typeface="Calibri" panose="020F0502020204030204"/>
              </a:rPr>
              <a:t>they barely mention half of the ideas I wanted to share </a:t>
            </a:r>
          </a:p>
          <a:p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4854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This all started with flying cars &amp; a new Latin Codex for Systems Automation 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But discussing the infrastructure needs – along with their potential for growth – grew into a multi-faceted business that could be huge.</a:t>
            </a:r>
          </a:p>
          <a:p>
            <a:r>
              <a:rPr lang="en-US" dirty="0">
                <a:ea typeface="+mn-lt"/>
                <a:cs typeface="+mn-lt"/>
              </a:rPr>
              <a:t>And - if done correctly - could really be used to bring people together</a:t>
            </a:r>
            <a:endParaRPr lang="en-US"/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 feel America is in a place where .. </a:t>
            </a:r>
          </a:p>
          <a:p>
            <a:pPr lvl="1"/>
            <a:r>
              <a:rPr lang="en-US" dirty="0">
                <a:cs typeface="Calibri"/>
              </a:rPr>
              <a:t>No matter what "side" you're on.. we all could use a breather</a:t>
            </a:r>
          </a:p>
          <a:p>
            <a:pPr lvl="1"/>
            <a:r>
              <a:rPr lang="en-US" dirty="0">
                <a:cs typeface="Calibri"/>
              </a:rPr>
              <a:t>From each other, maybe even from ourselves</a:t>
            </a:r>
          </a:p>
          <a:p>
            <a:r>
              <a:rPr lang="en-US" dirty="0">
                <a:cs typeface="Calibri"/>
              </a:rPr>
              <a:t>I mostly want to connect w folks who are ready for a break from .. Today </a:t>
            </a:r>
          </a:p>
        </p:txBody>
      </p:sp>
    </p:spTree>
    <p:extLst>
      <p:ext uri="{BB962C8B-B14F-4D97-AF65-F5344CB8AC3E}">
        <p14:creationId xmlns:p14="http://schemas.microsoft.com/office/powerpoint/2010/main" val="332861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7986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I'm sorry for how badly these videos came out 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they can't begin to convey how big all of this could become 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But .. &amp; it's impossible to express how awkward this is .. on top of everything else - I have decided to run for president </a:t>
            </a:r>
          </a:p>
          <a:p>
            <a:r>
              <a:rPr lang="en-US" dirty="0">
                <a:ea typeface="+mn-lt"/>
                <a:cs typeface="+mn-lt"/>
              </a:rPr>
              <a:t>let's face it; </a:t>
            </a:r>
          </a:p>
          <a:p>
            <a:pPr lvl="1"/>
            <a:r>
              <a:rPr lang="en-US" dirty="0">
                <a:ea typeface="+mn-lt"/>
                <a:cs typeface="+mn-lt"/>
              </a:rPr>
              <a:t>Biden is weak. There's no nice way to sugar-coat that</a:t>
            </a:r>
          </a:p>
          <a:p>
            <a:pPr lvl="1"/>
            <a:r>
              <a:rPr lang="en-US" dirty="0">
                <a:ea typeface="+mn-lt"/>
                <a:cs typeface="+mn-lt"/>
              </a:rPr>
              <a:t>RFK is more than enough to topple Biden </a:t>
            </a:r>
          </a:p>
          <a:p>
            <a:pPr lvl="1"/>
            <a:r>
              <a:rPr lang="en-US" dirty="0">
                <a:ea typeface="+mn-lt"/>
                <a:cs typeface="+mn-lt"/>
              </a:rPr>
              <a:t>we CANNOT have a 2nd </a:t>
            </a:r>
            <a:r>
              <a:rPr lang="en-US" dirty="0" err="1">
                <a:ea typeface="+mn-lt"/>
                <a:cs typeface="+mn-lt"/>
              </a:rPr>
              <a:t>drumpf</a:t>
            </a:r>
            <a:r>
              <a:rPr lang="en-US" dirty="0">
                <a:ea typeface="+mn-lt"/>
                <a:cs typeface="+mn-lt"/>
              </a:rPr>
              <a:t> term </a:t>
            </a:r>
          </a:p>
          <a:p>
            <a:r>
              <a:rPr lang="en-US" dirty="0">
                <a:cs typeface="Calibri"/>
              </a:rPr>
              <a:t>This isn't where I saw any of this going, but .. I can't get it out of my head that Biden simply can't win 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34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7986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There are no other *real contenders</a:t>
            </a:r>
            <a:endParaRPr lang="en-US" dirty="0"/>
          </a:p>
          <a:p>
            <a:r>
              <a:rPr lang="en-US" dirty="0">
                <a:cs typeface="Calibri"/>
              </a:rPr>
              <a:t>I don't mean me. I know I'm a nobody - But honestly;</a:t>
            </a:r>
          </a:p>
          <a:p>
            <a:pPr lvl="1"/>
            <a:r>
              <a:rPr lang="en-US" u="sng" dirty="0">
                <a:cs typeface="Calibri"/>
              </a:rPr>
              <a:t>K</a:t>
            </a:r>
            <a:r>
              <a:rPr lang="en-US" dirty="0">
                <a:cs typeface="Calibri"/>
              </a:rPr>
              <a:t>ennedy</a:t>
            </a:r>
          </a:p>
          <a:p>
            <a:pPr lvl="1"/>
            <a:r>
              <a:rPr lang="en-US" dirty="0">
                <a:cs typeface="Calibri"/>
              </a:rPr>
              <a:t>Cartoon mouse</a:t>
            </a:r>
          </a:p>
          <a:p>
            <a:pPr lvl="1"/>
            <a:r>
              <a:rPr lang="en-US" dirty="0">
                <a:cs typeface="Calibri"/>
              </a:rPr>
              <a:t>Alzheimer's </a:t>
            </a:r>
            <a:r>
              <a:rPr lang="en-US" dirty="0" err="1">
                <a:cs typeface="Calibri"/>
              </a:rPr>
              <a:t>patent</a:t>
            </a:r>
            <a:r>
              <a:rPr lang="en-US" dirty="0">
                <a:cs typeface="Calibri"/>
              </a:rPr>
              <a:t>, knowing it had failed, then sold his lie for billions?</a:t>
            </a:r>
          </a:p>
          <a:p>
            <a:r>
              <a:rPr lang="en-US" dirty="0">
                <a:cs typeface="Calibri"/>
              </a:rPr>
              <a:t>Nothing comes close to the moniker "the flying car president" </a:t>
            </a:r>
          </a:p>
          <a:p>
            <a:r>
              <a:rPr lang="en-US" dirty="0">
                <a:cs typeface="Calibri"/>
              </a:rPr>
              <a:t>I'd love to parade that exact message up &amp; down every Red State there is. As loud as I can. For as long as I can</a:t>
            </a:r>
          </a:p>
          <a:p>
            <a:r>
              <a:rPr lang="en-US" dirty="0">
                <a:cs typeface="Calibri"/>
              </a:rPr>
              <a:t># 1 goal for all of this? .. </a:t>
            </a:r>
          </a:p>
          <a:p>
            <a:pPr lvl="1"/>
            <a:r>
              <a:rPr lang="en-US" dirty="0">
                <a:cs typeface="Calibri"/>
              </a:rPr>
              <a:t>(</a:t>
            </a:r>
            <a:r>
              <a:rPr lang="en-US" dirty="0" err="1">
                <a:cs typeface="Calibri"/>
              </a:rPr>
              <a:t>i</a:t>
            </a:r>
            <a:r>
              <a:rPr lang="en-US" dirty="0">
                <a:cs typeface="Calibri"/>
              </a:rPr>
              <a:t> mean – a tie with the flying cars) ?? </a:t>
            </a:r>
          </a:p>
          <a:p>
            <a:pPr lvl="1"/>
            <a:r>
              <a:rPr lang="en-US" dirty="0">
                <a:cs typeface="Calibri"/>
              </a:rPr>
              <a:t>Live your best life. That means being done</a:t>
            </a:r>
          </a:p>
          <a:p>
            <a:pPr lvl="1"/>
            <a:r>
              <a:rPr lang="en-US" dirty="0">
                <a:cs typeface="Calibri"/>
              </a:rPr>
              <a:t>It is time to look away from </a:t>
            </a:r>
            <a:r>
              <a:rPr lang="en-US" dirty="0" err="1">
                <a:cs typeface="Calibri"/>
              </a:rPr>
              <a:t>donald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drumpf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4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Assuming that "uniting" people is the goal 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&amp; honestly; I can't tell, anymore 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this country is so torn apart in so many ways</a:t>
            </a:r>
          </a:p>
          <a:p>
            <a:pPr lvl="1"/>
            <a:r>
              <a:rPr lang="en-US" dirty="0">
                <a:ea typeface="+mn-lt"/>
                <a:cs typeface="+mn-lt"/>
              </a:rPr>
              <a:t>it is becoming unrecognizable</a:t>
            </a:r>
          </a:p>
          <a:p>
            <a:pPr lvl="1"/>
            <a:r>
              <a:rPr lang="en-US" dirty="0">
                <a:ea typeface="+mn-lt"/>
                <a:cs typeface="+mn-lt"/>
              </a:rPr>
              <a:t>It feels ~almost unrecoverable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don't want to give in to that.. it's not just </a:t>
            </a:r>
            <a:r>
              <a:rPr lang="en-US" dirty="0" err="1">
                <a:ea typeface="+mn-lt"/>
                <a:cs typeface="+mn-lt"/>
              </a:rPr>
              <a:t>drumpf</a:t>
            </a:r>
            <a:r>
              <a:rPr lang="en-US" dirty="0">
                <a:ea typeface="+mn-lt"/>
                <a:cs typeface="+mn-lt"/>
              </a:rPr>
              <a:t>, that's doing it </a:t>
            </a:r>
          </a:p>
          <a:p>
            <a:r>
              <a:rPr lang="en-US" dirty="0">
                <a:ea typeface="+mn-lt"/>
                <a:cs typeface="+mn-lt"/>
              </a:rPr>
              <a:t>Seems we are not even at a point of "be nice to each other", anymore.. 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it's more like "stop hating each other SO intensely, that you are poisoning your own minds" </a:t>
            </a:r>
          </a:p>
          <a:p>
            <a:pPr lvl="1"/>
            <a:r>
              <a:rPr lang="en-US" dirty="0">
                <a:ea typeface="+mn-lt"/>
                <a:cs typeface="+mn-lt"/>
              </a:rPr>
              <a:t>That feels closer to today's levels of hate, sometimes </a:t>
            </a:r>
            <a:endParaRPr lang="en-US">
              <a:cs typeface="Calibri"/>
            </a:endParaRPr>
          </a:p>
          <a:p>
            <a:pPr lvl="2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604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We all need a break from each other's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religion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gender &amp; orientation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skin color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all of it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know that </a:t>
            </a:r>
            <a:r>
              <a:rPr lang="en-US" i="1" dirty="0">
                <a:ea typeface="+mn-lt"/>
                <a:cs typeface="+mn-lt"/>
              </a:rPr>
              <a:t>you</a:t>
            </a:r>
            <a:r>
              <a:rPr lang="en-US" dirty="0">
                <a:ea typeface="+mn-lt"/>
                <a:cs typeface="+mn-lt"/>
              </a:rPr>
              <a:t> believe in </a:t>
            </a:r>
            <a:r>
              <a:rPr lang="en-US" i="1" dirty="0">
                <a:ea typeface="+mn-lt"/>
                <a:cs typeface="+mn-lt"/>
              </a:rPr>
              <a:t>your</a:t>
            </a:r>
            <a:r>
              <a:rPr lang="en-US" dirty="0">
                <a:ea typeface="+mn-lt"/>
                <a:cs typeface="+mn-lt"/>
              </a:rPr>
              <a:t> hot topic </a:t>
            </a:r>
            <a:endParaRPr lang="en-US" dirty="0">
              <a:cs typeface="Calibri"/>
            </a:endParaRPr>
          </a:p>
          <a:p>
            <a:pPr lvl="2"/>
            <a:r>
              <a:rPr lang="en-US" dirty="0">
                <a:ea typeface="+mn-lt"/>
                <a:cs typeface="+mn-lt"/>
              </a:rPr>
              <a:t>I support you, I really mean that ..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BUT - lots of us need a break from each other's hot topics  </a:t>
            </a:r>
            <a:endParaRPr lang="en-US" dirty="0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I mean that, too .. both of those statements true </a:t>
            </a:r>
          </a:p>
        </p:txBody>
      </p:sp>
    </p:spTree>
    <p:extLst>
      <p:ext uri="{BB962C8B-B14F-4D97-AF65-F5344CB8AC3E}">
        <p14:creationId xmlns:p14="http://schemas.microsoft.com/office/powerpoint/2010/main" val="177981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 feel we are reaching a crescendo. With several things</a:t>
            </a:r>
            <a:endParaRPr lang="en-US" dirty="0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People aren't just 'willing' to cross each other's boundaries.. </a:t>
            </a:r>
          </a:p>
          <a:p>
            <a:r>
              <a:rPr lang="en-US" dirty="0">
                <a:ea typeface="+mn-lt"/>
                <a:cs typeface="+mn-lt"/>
              </a:rPr>
              <a:t>They're eager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 can't influence that in the country as a whole .. but I can definitely influence it in the parks 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 have my agenda, too 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I want a break – at least for a little while -- from all those other agenda items 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want my flying cars  </a:t>
            </a:r>
          </a:p>
          <a:p>
            <a:r>
              <a:rPr lang="en-US" dirty="0">
                <a:ea typeface="+mn-lt"/>
                <a:cs typeface="+mn-lt"/>
              </a:rPr>
              <a:t>nobody can claim to be a president for ALL of us, by so clearly taking sides with just SOME of us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704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agenda items that I want to elevate – at least for a little while ?? -- are ones I feel we all share 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nature is good - let's get out into it 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flying cars are better - let's be chauffeured around, no more traffic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exploration is best - I can't wait to see the world, possibly space </a:t>
            </a:r>
          </a:p>
          <a:p>
            <a:pPr lvl="1"/>
            <a:r>
              <a:rPr lang="en-US" dirty="0">
                <a:cs typeface="Calibri"/>
              </a:rPr>
              <a:t>Let's reach towards any of those things</a:t>
            </a:r>
          </a:p>
          <a:p>
            <a:pPr lvl="1"/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Because alternatively – we just go back to more neighbor-bashing </a:t>
            </a:r>
          </a:p>
          <a:p>
            <a:pPr lvl="1"/>
            <a:r>
              <a:rPr lang="en-US" dirty="0">
                <a:cs typeface="Calibri"/>
              </a:rPr>
              <a:t>I can't dictate to any of you that </a:t>
            </a:r>
            <a:r>
              <a:rPr lang="en-US" i="1" dirty="0">
                <a:cs typeface="Calibri"/>
              </a:rPr>
              <a:t>my</a:t>
            </a:r>
            <a:r>
              <a:rPr lang="en-US" dirty="0">
                <a:cs typeface="Calibri"/>
              </a:rPr>
              <a:t> agenda must become </a:t>
            </a:r>
            <a:r>
              <a:rPr lang="en-US" i="1" dirty="0">
                <a:cs typeface="Calibri"/>
              </a:rPr>
              <a:t>yours</a:t>
            </a:r>
            <a:r>
              <a:rPr lang="en-US" dirty="0">
                <a:cs typeface="Calibri"/>
              </a:rPr>
              <a:t>, now .. </a:t>
            </a:r>
          </a:p>
          <a:p>
            <a:pPr lvl="2"/>
            <a:r>
              <a:rPr lang="en-US" dirty="0">
                <a:cs typeface="Calibri"/>
              </a:rPr>
              <a:t>but - I can definitely reward the people who are OK with responsibilities </a:t>
            </a:r>
          </a:p>
          <a:p>
            <a:pPr lvl="2"/>
            <a:r>
              <a:rPr lang="en-US" dirty="0">
                <a:cs typeface="Calibri"/>
              </a:rPr>
              <a:t>and those who can avoid all this agenda-screaming </a:t>
            </a:r>
          </a:p>
        </p:txBody>
      </p:sp>
    </p:spTree>
    <p:extLst>
      <p:ext uri="{BB962C8B-B14F-4D97-AF65-F5344CB8AC3E}">
        <p14:creationId xmlns:p14="http://schemas.microsoft.com/office/powerpoint/2010/main" val="2688986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our story will need to be bigger &amp; better than some of the most well-known </a:t>
            </a:r>
          </a:p>
          <a:p>
            <a:pPr lvl="1"/>
            <a:r>
              <a:rPr lang="en-US" dirty="0">
                <a:ea typeface="+mn-lt"/>
                <a:cs typeface="+mn-lt"/>
              </a:rPr>
              <a:t>robin hood? </a:t>
            </a:r>
          </a:p>
          <a:p>
            <a:pPr lvl="2"/>
            <a:r>
              <a:rPr lang="en-US" dirty="0">
                <a:ea typeface="+mn-lt"/>
                <a:cs typeface="+mn-lt"/>
              </a:rPr>
              <a:t>definitely tempting , but I'm jeff DeRemer</a:t>
            </a:r>
            <a:endParaRPr lang="en-US" dirty="0">
              <a:cs typeface="Calibri"/>
            </a:endParaRPr>
          </a:p>
          <a:p>
            <a:pPr lvl="2"/>
            <a:r>
              <a:rPr lang="en-US" dirty="0">
                <a:ea typeface="+mn-lt"/>
                <a:cs typeface="+mn-lt"/>
              </a:rPr>
              <a:t>no crime for me - - I can do better - convince them they want to share </a:t>
            </a:r>
          </a:p>
          <a:p>
            <a:pPr lvl="1"/>
            <a:r>
              <a:rPr lang="en-US" dirty="0">
                <a:ea typeface="+mn-lt"/>
                <a:cs typeface="+mn-lt"/>
              </a:rPr>
              <a:t>henry ford?</a:t>
            </a:r>
          </a:p>
          <a:p>
            <a:pPr lvl="2"/>
            <a:r>
              <a:rPr lang="en-US" dirty="0">
                <a:ea typeface="+mn-lt"/>
                <a:cs typeface="+mn-lt"/>
              </a:rPr>
              <a:t>He had "car for the common man", sure – but I'm Jeff DeRemer</a:t>
            </a:r>
          </a:p>
          <a:p>
            <a:pPr lvl="2"/>
            <a:r>
              <a:rPr lang="en-US" dirty="0">
                <a:ea typeface="+mn-lt"/>
                <a:cs typeface="+mn-lt"/>
              </a:rPr>
              <a:t>He couldn't make an offer of "earning cars, while on vacation" .. I can!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our founding fathers? </a:t>
            </a:r>
          </a:p>
          <a:p>
            <a:pPr lvl="2"/>
            <a:r>
              <a:rPr lang="en-US" dirty="0">
                <a:ea typeface="+mn-lt"/>
                <a:cs typeface="+mn-lt"/>
              </a:rPr>
              <a:t>we're on shoulders of giants here, but they didn't have 'bill of responsibilities' </a:t>
            </a:r>
            <a:endParaRPr lang="en-US" dirty="0">
              <a:cs typeface="Calibri"/>
            </a:endParaRPr>
          </a:p>
          <a:p>
            <a:pPr lvl="3"/>
            <a:r>
              <a:rPr lang="en-US" dirty="0">
                <a:cs typeface="Calibri"/>
              </a:rPr>
              <a:t>We need one!</a:t>
            </a:r>
          </a:p>
          <a:p>
            <a:pPr lvl="3"/>
            <a:r>
              <a:rPr lang="en-US" dirty="0">
                <a:cs typeface="Calibri"/>
              </a:rPr>
              <a:t>and my name will be 1st for all of them </a:t>
            </a:r>
          </a:p>
        </p:txBody>
      </p:sp>
    </p:spTree>
    <p:extLst>
      <p:ext uri="{BB962C8B-B14F-4D97-AF65-F5344CB8AC3E}">
        <p14:creationId xmlns:p14="http://schemas.microsoft.com/office/powerpoint/2010/main" val="27696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what is it I would want, out of Life-Story v. </a:t>
            </a:r>
            <a:r>
              <a:rPr lang="en-US" b="1" i="1" dirty="0">
                <a:ea typeface="+mn-lt"/>
                <a:cs typeface="+mn-lt"/>
              </a:rPr>
              <a:t>2</a:t>
            </a:r>
            <a:r>
              <a:rPr lang="en-US" dirty="0">
                <a:ea typeface="+mn-lt"/>
                <a:cs typeface="+mn-lt"/>
              </a:rPr>
              <a:t>.0?? 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flying cars &amp; complete supporting infrastructure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space elevator named Mt. Olympus, on a man-made island in the middle of the Pacific Ocean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the ability to visit anywhere in the whole world!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the ability to get PAID to visit the whole world!!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 compassionate robot, named "me", that has </a:t>
            </a:r>
            <a:r>
              <a:rPr lang="en-US" i="1" dirty="0">
                <a:ea typeface="+mn-lt"/>
                <a:cs typeface="+mn-lt"/>
              </a:rPr>
              <a:t>my</a:t>
            </a:r>
            <a:r>
              <a:rPr lang="en-US" dirty="0">
                <a:ea typeface="+mn-lt"/>
                <a:cs typeface="+mn-lt"/>
              </a:rPr>
              <a:t> back , always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at long last – humanity's foothold, into space 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014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I am confident we can do this - "</a:t>
            </a:r>
            <a:r>
              <a:rPr lang="en-US" i="1" dirty="0">
                <a:ea typeface="+mn-lt"/>
                <a:cs typeface="+mn-lt"/>
              </a:rPr>
              <a:t>all</a:t>
            </a:r>
            <a:r>
              <a:rPr lang="en-US" dirty="0">
                <a:ea typeface="+mn-lt"/>
                <a:cs typeface="+mn-lt"/>
              </a:rPr>
              <a:t> we need to do" :-) - these 4 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4) Convince - </a:t>
            </a:r>
            <a:r>
              <a:rPr lang="en-US" i="1" dirty="0">
                <a:ea typeface="+mn-lt"/>
                <a:cs typeface="+mn-lt"/>
              </a:rPr>
              <a:t>just a handful </a:t>
            </a:r>
            <a:r>
              <a:rPr lang="en-US" dirty="0">
                <a:ea typeface="+mn-lt"/>
                <a:cs typeface="+mn-lt"/>
              </a:rPr>
              <a:t>- of the world's 1,200 billionaires: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"You want mansions - up on mountains</a:t>
            </a:r>
            <a:endParaRPr lang="en-US" dirty="0">
              <a:cs typeface="Calibri"/>
            </a:endParaRPr>
          </a:p>
          <a:p>
            <a:pPr lvl="2"/>
            <a:r>
              <a:rPr lang="en-US" dirty="0">
                <a:ea typeface="+mn-lt"/>
                <a:cs typeface="+mn-lt"/>
              </a:rPr>
              <a:t>and flying yachts, built right into those mansions"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we just need to sell a handful of those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mean – picture that – a yacht – coming out of a mansion – parked at the top of a mountain </a:t>
            </a:r>
          </a:p>
          <a:p>
            <a:pPr lvl="1"/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3) Convince 1-2m ppl in leadership roles - of basically the same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What </a:t>
            </a:r>
            <a:r>
              <a:rPr lang="en-US" i="1" dirty="0">
                <a:ea typeface="+mn-lt"/>
                <a:cs typeface="+mn-lt"/>
              </a:rPr>
              <a:t>you</a:t>
            </a:r>
            <a:r>
              <a:rPr lang="en-US" dirty="0">
                <a:ea typeface="+mn-lt"/>
                <a:cs typeface="+mn-lt"/>
              </a:rPr>
              <a:t> guys want – are home-sized efficiency-pods on the mountain.. </a:t>
            </a:r>
          </a:p>
          <a:p>
            <a:pPr lvl="1"/>
            <a:r>
              <a:rPr lang="en-US" dirty="0">
                <a:ea typeface="+mn-lt"/>
                <a:cs typeface="+mn-lt"/>
              </a:rPr>
              <a:t>Flying-RV type efficiencies built into them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No more .. "selling out our country for a ride on </a:t>
            </a:r>
            <a:r>
              <a:rPr lang="en-US" i="1" dirty="0">
                <a:ea typeface="+mn-lt"/>
                <a:cs typeface="+mn-lt"/>
              </a:rPr>
              <a:t>someone else's</a:t>
            </a:r>
            <a:r>
              <a:rPr lang="en-US" dirty="0">
                <a:ea typeface="+mn-lt"/>
                <a:cs typeface="+mn-lt"/>
              </a:rPr>
              <a:t> yacht!" {</a:t>
            </a:r>
            <a:r>
              <a:rPr lang="en-US" i="1" dirty="0">
                <a:ea typeface="+mn-lt"/>
                <a:cs typeface="+mn-lt"/>
              </a:rPr>
              <a:t>hint, hint</a:t>
            </a:r>
            <a:r>
              <a:rPr lang="en-US" dirty="0">
                <a:ea typeface="+mn-lt"/>
                <a:cs typeface="+mn-lt"/>
              </a:rPr>
              <a:t>}</a:t>
            </a:r>
          </a:p>
          <a:p>
            <a:pPr lvl="1"/>
            <a:r>
              <a:rPr lang="en-US" dirty="0">
                <a:ea typeface="+mn-lt"/>
                <a:cs typeface="+mn-lt"/>
              </a:rPr>
              <a:t>No-one in particular. No name-calling. No poo-flinging. </a:t>
            </a:r>
          </a:p>
          <a:p>
            <a:pPr lvl="1"/>
            <a:r>
              <a:rPr lang="en-US" dirty="0">
                <a:ea typeface="+mn-lt"/>
                <a:cs typeface="+mn-lt"/>
              </a:rPr>
              <a:t>You're all lovely, wonderful people. Both sides of the aisle. </a:t>
            </a:r>
          </a:p>
          <a:p>
            <a:pPr lvl="1"/>
            <a:r>
              <a:rPr lang="en-US" dirty="0">
                <a:ea typeface="+mn-lt"/>
                <a:cs typeface="+mn-lt"/>
              </a:rPr>
              <a:t>I thank all of you in advance. For the lovely words. About Terran Astra Parks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2) Convince 1-200m middle class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home cubbies – sometimes up on mountainsides</a:t>
            </a:r>
          </a:p>
          <a:p>
            <a:pPr lvl="1"/>
            <a:r>
              <a:rPr lang="en-US" dirty="0">
                <a:ea typeface="+mn-lt"/>
                <a:cs typeface="+mn-lt"/>
              </a:rPr>
              <a:t>with pods for the buses &amp; the gliders </a:t>
            </a:r>
          </a:p>
          <a:p>
            <a:pPr lvl="1"/>
            <a:r>
              <a:rPr lang="en-US" dirty="0">
                <a:cs typeface="Calibri"/>
              </a:rPr>
              <a:t>Sell those to couple hundred million middle class 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0885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Mostly, though </a:t>
            </a:r>
          </a:p>
          <a:p>
            <a:pPr lvl="1"/>
            <a:r>
              <a:rPr lang="en-US" dirty="0">
                <a:cs typeface="Calibri"/>
              </a:rPr>
              <a:t>convince billions of vacationers all around the world</a:t>
            </a:r>
          </a:p>
          <a:p>
            <a:pPr lvl="1"/>
            <a:r>
              <a:rPr lang="en-US" dirty="0">
                <a:cs typeface="Calibri"/>
              </a:rPr>
              <a:t>Take a cruise at 80k ft, with an ice halo streaming out behind our Strato-Liner</a:t>
            </a:r>
          </a:p>
          <a:p>
            <a:pPr lvl="1"/>
            <a:r>
              <a:rPr lang="en-US" dirty="0">
                <a:cs typeface="Calibri"/>
              </a:rPr>
              <a:t>"your vacation is humanity's salvation" </a:t>
            </a:r>
          </a:p>
          <a:p>
            <a:pPr lvl="1"/>
            <a:r>
              <a:rPr lang="en-US" dirty="0">
                <a:cs typeface="Calibri"/>
              </a:rPr>
              <a:t>that's a slogan to beat all slogans!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Who doesn't want their own Vacation Pod ?? 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I see selling literally a billion of these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35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easy, right?? 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"all I need to do"? - not convince rich people to buy a mansion ..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"all I really need to do"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convince YOU .. to change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To let go of those thing that have you so pissed that you've learned to hate your fellow man </a:t>
            </a:r>
          </a:p>
          <a:p>
            <a:pPr lvl="1"/>
            <a:r>
              <a:rPr lang="en-US" dirty="0">
                <a:cs typeface="Calibri"/>
              </a:rPr>
              <a:t>None of us gets this, while we are all facing off against each other, daily </a:t>
            </a:r>
          </a:p>
          <a:p>
            <a:r>
              <a:rPr lang="en-US" dirty="0">
                <a:cs typeface="Calibri"/>
              </a:rPr>
              <a:t>Wanting flying cars is easy </a:t>
            </a:r>
            <a:endParaRPr lang="en-US"/>
          </a:p>
          <a:p>
            <a:pPr lvl="1"/>
            <a:r>
              <a:rPr lang="en-US" dirty="0">
                <a:cs typeface="Calibri"/>
              </a:rPr>
              <a:t>Letting go of hate is the challenge that worries me </a:t>
            </a:r>
          </a:p>
          <a:p>
            <a:pPr lvl="1"/>
            <a:r>
              <a:rPr lang="en-US" dirty="0">
                <a:cs typeface="Calibri"/>
              </a:rPr>
              <a:t>hardest challenge, for some of us, right now - seems to be letting go of </a:t>
            </a:r>
            <a:r>
              <a:rPr lang="en-US" dirty="0" err="1">
                <a:cs typeface="Calibri"/>
              </a:rPr>
              <a:t>drumpf</a:t>
            </a:r>
            <a:r>
              <a:rPr lang="en-US" dirty="0">
                <a:cs typeface="Calibri"/>
              </a:rPr>
              <a:t> .. </a:t>
            </a:r>
          </a:p>
          <a:p>
            <a:pPr lvl="1"/>
            <a:r>
              <a:rPr lang="en-US" dirty="0">
                <a:cs typeface="Calibri"/>
              </a:rPr>
              <a:t>Seriously?? Would we still rather talk about that? The emperor with no clothes?  The boy who cried wolf? (over and over and over) </a:t>
            </a:r>
          </a:p>
          <a:p>
            <a:pPr lvl="1"/>
            <a:r>
              <a:rPr lang="en-US" dirty="0">
                <a:cs typeface="Calibri"/>
              </a:rPr>
              <a:t>I'd rather talk about flying cars, now </a:t>
            </a:r>
          </a:p>
        </p:txBody>
      </p:sp>
    </p:spTree>
    <p:extLst>
      <p:ext uri="{BB962C8B-B14F-4D97-AF65-F5344CB8AC3E}">
        <p14:creationId xmlns:p14="http://schemas.microsoft.com/office/powerpoint/2010/main" val="79013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if all you see is someone to be pissed-off at -- then I was wrong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too white </a:t>
            </a:r>
          </a:p>
          <a:p>
            <a:pPr lvl="1"/>
            <a:r>
              <a:rPr lang="en-US" dirty="0">
                <a:ea typeface="+mn-lt"/>
                <a:cs typeface="+mn-lt"/>
              </a:rPr>
              <a:t>too straight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too liberal </a:t>
            </a:r>
            <a:endParaRPr lang="en-US"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Or – maybe a majority of you truly </a:t>
            </a:r>
            <a:r>
              <a:rPr lang="en-US" i="1" dirty="0">
                <a:ea typeface="+mn-lt"/>
                <a:cs typeface="+mn-lt"/>
              </a:rPr>
              <a:t>do</a:t>
            </a:r>
            <a:r>
              <a:rPr lang="en-US" dirty="0">
                <a:ea typeface="+mn-lt"/>
                <a:cs typeface="+mn-lt"/>
              </a:rPr>
              <a:t> need to hold onto your anger </a:t>
            </a:r>
            <a:endParaRPr lang="en-US" dirty="0">
              <a:cs typeface="Calibri"/>
            </a:endParaRPr>
          </a:p>
          <a:p>
            <a:pPr lvl="1"/>
            <a:r>
              <a:rPr lang="en-US">
                <a:ea typeface="+mn-lt"/>
                <a:cs typeface="+mn-lt"/>
              </a:rPr>
              <a:t>I guess all the rest of us get is to be stuck inside all this clobbering of one other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While we all watch to see which billionaire wins the new "biggest yacht so far" contest</a:t>
            </a: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5437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I've no idea if these plans can be any of the things this country so badly needs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just want a better story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if nothing else .. turn away from "brother v brother" type messages </a:t>
            </a:r>
          </a:p>
          <a:p>
            <a:pPr lvl="1"/>
            <a:r>
              <a:rPr lang="en-US" i="1" dirty="0">
                <a:ea typeface="+mn-lt"/>
                <a:cs typeface="+mn-lt"/>
              </a:rPr>
              <a:t>your</a:t>
            </a:r>
            <a:r>
              <a:rPr lang="en-US" dirty="0">
                <a:ea typeface="+mn-lt"/>
                <a:cs typeface="+mn-lt"/>
              </a:rPr>
              <a:t> peace of mind is worth more than </a:t>
            </a:r>
            <a:r>
              <a:rPr lang="en-US" i="1" dirty="0">
                <a:ea typeface="+mn-lt"/>
                <a:cs typeface="+mn-lt"/>
              </a:rPr>
              <a:t>their</a:t>
            </a:r>
            <a:r>
              <a:rPr lang="en-US" dirty="0">
                <a:ea typeface="+mn-lt"/>
                <a:cs typeface="+mn-lt"/>
              </a:rPr>
              <a:t> echo chambers of hate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053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With all that divides people in this country .. very little that unites us 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One of the only 'safe' topics is sports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have no use for sport-Ball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can't stand the phrase "YOUR LOCAL SPORTSBALL TEAM!" </a:t>
            </a:r>
          </a:p>
          <a:p>
            <a:pPr lvl="2"/>
            <a:r>
              <a:rPr lang="en-US" dirty="0">
                <a:ea typeface="+mn-lt"/>
                <a:cs typeface="+mn-lt"/>
              </a:rPr>
              <a:t>I don't have one of those. Nor any interest, thanks. </a:t>
            </a:r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that and "end-stage capitalism"</a:t>
            </a:r>
          </a:p>
          <a:p>
            <a:pPr lvl="1"/>
            <a:r>
              <a:rPr lang="en-US" dirty="0">
                <a:cs typeface="Calibri"/>
              </a:rPr>
              <a:t>I also have zero use for "NEXT YEAR'S MODEL LINEUP" </a:t>
            </a:r>
          </a:p>
          <a:p>
            <a:pPr lvl="1"/>
            <a:r>
              <a:rPr lang="en-US" dirty="0">
                <a:cs typeface="Calibri"/>
              </a:rPr>
              <a:t>and less interest still in "coming soon" signs 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Is that really it? Is that really all we've got to look forward to?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If we do this – you </a:t>
            </a:r>
            <a:r>
              <a:rPr lang="en-US" i="1" dirty="0">
                <a:cs typeface="Calibri"/>
              </a:rPr>
              <a:t>will</a:t>
            </a:r>
            <a:r>
              <a:rPr lang="en-US" dirty="0">
                <a:cs typeface="Calibri"/>
              </a:rPr>
              <a:t> have "YOUR Terran Astra Park"</a:t>
            </a:r>
          </a:p>
          <a:p>
            <a:pPr lvl="2"/>
            <a:r>
              <a:rPr lang="en-US" dirty="0">
                <a:cs typeface="Calibri"/>
              </a:rPr>
              <a:t>Yes.. It'll pay you.. </a:t>
            </a:r>
          </a:p>
        </p:txBody>
      </p:sp>
    </p:spTree>
    <p:extLst>
      <p:ext uri="{BB962C8B-B14F-4D97-AF65-F5344CB8AC3E}">
        <p14:creationId xmlns:p14="http://schemas.microsoft.com/office/powerpoint/2010/main" val="289486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things that divide have become larger than anything that unites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hope to bring something we can all believe in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and something we can all "work" together towards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But – even "work" has become something many of us dread .. 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we will need to do better, if we are to get into space </a:t>
            </a:r>
          </a:p>
          <a:p>
            <a:pPr lvl="1"/>
            <a:r>
              <a:rPr lang="en-US" dirty="0">
                <a:cs typeface="Calibri"/>
              </a:rPr>
              <a:t>I want these jobs to be the most exciting in the world .. </a:t>
            </a:r>
          </a:p>
          <a:p>
            <a:pPr lvl="1"/>
            <a:r>
              <a:rPr lang="en-US" dirty="0">
                <a:cs typeface="Calibri"/>
              </a:rPr>
              <a:t>I want them to pay in Park Rewards</a:t>
            </a:r>
          </a:p>
          <a:p>
            <a:pPr lvl="2"/>
            <a:r>
              <a:rPr lang="en-US" dirty="0">
                <a:cs typeface="Calibri"/>
              </a:rPr>
              <a:t>60% of the trips to the space elevator are earned, </a:t>
            </a:r>
            <a:r>
              <a:rPr lang="en-US" i="1" dirty="0">
                <a:cs typeface="Calibri"/>
              </a:rPr>
              <a:t>only</a:t>
            </a:r>
            <a:r>
              <a:rPr lang="en-US" dirty="0">
                <a:cs typeface="Calibri"/>
              </a:rPr>
              <a:t> through work </a:t>
            </a:r>
          </a:p>
          <a:p>
            <a:pPr lvl="2"/>
            <a:r>
              <a:rPr lang="en-US" dirty="0">
                <a:cs typeface="Calibri"/>
              </a:rPr>
              <a:t>NOT by virtue of wealth! </a:t>
            </a:r>
            <a:endParaRPr lang="en-US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Tell me that "Trips into Space" wouldn't be a better incentive than "I'm the jobs president" </a:t>
            </a:r>
          </a:p>
        </p:txBody>
      </p:sp>
    </p:spTree>
    <p:extLst>
      <p:ext uri="{BB962C8B-B14F-4D97-AF65-F5344CB8AC3E}">
        <p14:creationId xmlns:p14="http://schemas.microsoft.com/office/powerpoint/2010/main" val="178841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8580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Biden recently visited a United Auto Worker plant</a:t>
            </a:r>
            <a:endParaRPr lang="en-US" dirty="0" err="1">
              <a:ea typeface="+mn-lt"/>
              <a:cs typeface="+mn-lt"/>
            </a:endParaRPr>
          </a:p>
          <a:p>
            <a:pPr lvl="2"/>
            <a:r>
              <a:rPr lang="en-US" dirty="0">
                <a:ea typeface="+mn-lt"/>
                <a:cs typeface="+mn-lt"/>
              </a:rPr>
              <a:t>Hi, Joe </a:t>
            </a:r>
          </a:p>
          <a:p>
            <a:pPr lvl="1"/>
            <a:r>
              <a:rPr lang="en-US" dirty="0">
                <a:ea typeface="+mn-lt"/>
                <a:cs typeface="+mn-lt"/>
              </a:rPr>
              <a:t>I respect that?.. Kinda..?</a:t>
            </a:r>
          </a:p>
          <a:p>
            <a:pPr lvl="1"/>
            <a:r>
              <a:rPr lang="en-US" dirty="0">
                <a:ea typeface="+mn-lt"/>
                <a:cs typeface="+mn-lt"/>
              </a:rPr>
              <a:t>My "Bridge to Business" approach </a:t>
            </a:r>
            <a:r>
              <a:rPr lang="en-US" i="1" dirty="0">
                <a:ea typeface="+mn-lt"/>
                <a:cs typeface="+mn-lt"/>
              </a:rPr>
              <a:t>will</a:t>
            </a:r>
            <a:r>
              <a:rPr lang="en-US" dirty="0">
                <a:ea typeface="+mn-lt"/>
                <a:cs typeface="+mn-lt"/>
              </a:rPr>
              <a:t> be better 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whether that's just part-time work for any given company's people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or partnering with food, </a:t>
            </a:r>
            <a:r>
              <a:rPr lang="en-US" dirty="0" err="1">
                <a:ea typeface="+mn-lt"/>
                <a:cs typeface="+mn-lt"/>
              </a:rPr>
              <a:t>transpx</a:t>
            </a:r>
            <a:r>
              <a:rPr lang="en-US" dirty="0">
                <a:ea typeface="+mn-lt"/>
                <a:cs typeface="+mn-lt"/>
              </a:rPr>
              <a:t>, hotel, &amp; </a:t>
            </a:r>
            <a:r>
              <a:rPr lang="en-US" dirty="0" err="1">
                <a:ea typeface="+mn-lt"/>
                <a:cs typeface="+mn-lt"/>
              </a:rPr>
              <a:t>entertmx</a:t>
            </a:r>
            <a:r>
              <a:rPr lang="en-US" dirty="0">
                <a:ea typeface="+mn-lt"/>
                <a:cs typeface="+mn-lt"/>
              </a:rPr>
              <a:t> industries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"Vacations through Terran Astra Parks" will make a great incentive for all kinds of companies </a:t>
            </a:r>
          </a:p>
          <a:p>
            <a:r>
              <a:rPr lang="en-US" dirty="0">
                <a:cs typeface="Calibri"/>
              </a:rPr>
              <a:t>I want to build partnerships </a:t>
            </a:r>
            <a:r>
              <a:rPr lang="en-US" i="1" dirty="0">
                <a:cs typeface="Calibri"/>
              </a:rPr>
              <a:t>with</a:t>
            </a:r>
            <a:r>
              <a:rPr lang="en-US" dirty="0">
                <a:cs typeface="Calibri"/>
              </a:rPr>
              <a:t> all kinds of companies </a:t>
            </a:r>
          </a:p>
          <a:p>
            <a:pPr lvl="1"/>
            <a:r>
              <a:rPr lang="en-US" sz="2200" dirty="0">
                <a:cs typeface="Calibri"/>
              </a:rPr>
              <a:t>2 rules of partnership with me </a:t>
            </a:r>
          </a:p>
          <a:p>
            <a:pPr lvl="1"/>
            <a:r>
              <a:rPr lang="en-US" sz="2200" dirty="0">
                <a:cs typeface="Calibri"/>
              </a:rPr>
              <a:t>they're both "do the right thing" </a:t>
            </a:r>
          </a:p>
          <a:p>
            <a:pPr lvl="1"/>
            <a:endParaRPr lang="en-US" sz="2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1894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+mn-lt"/>
                <a:cs typeface="+mn-lt"/>
              </a:rPr>
              <a:t>1- pay your taxes (no havens) </a:t>
            </a:r>
            <a:endParaRPr lang="en-US" dirty="0">
              <a:cs typeface="Calibri"/>
            </a:endParaRPr>
          </a:p>
          <a:p>
            <a:pPr lvl="2"/>
            <a:r>
              <a:rPr lang="en-US" i="1" dirty="0">
                <a:ea typeface="+mn-lt"/>
                <a:cs typeface="+mn-lt"/>
              </a:rPr>
              <a:t>some</a:t>
            </a:r>
            <a:r>
              <a:rPr lang="en-US" dirty="0">
                <a:ea typeface="+mn-lt"/>
                <a:cs typeface="+mn-lt"/>
              </a:rPr>
              <a:t> of you might have the odd slip-up, I know  </a:t>
            </a:r>
          </a:p>
          <a:p>
            <a:pPr lvl="2"/>
            <a:r>
              <a:rPr lang="en-US" dirty="0">
                <a:ea typeface="+mn-lt"/>
                <a:cs typeface="+mn-lt"/>
              </a:rPr>
              <a:t>look forward to partnering </a:t>
            </a:r>
            <a:r>
              <a:rPr lang="en-US" i="1" dirty="0">
                <a:ea typeface="+mn-lt"/>
                <a:cs typeface="+mn-lt"/>
              </a:rPr>
              <a:t>all</a:t>
            </a:r>
            <a:r>
              <a:rPr lang="en-US" dirty="0">
                <a:ea typeface="+mn-lt"/>
                <a:cs typeface="+mn-lt"/>
              </a:rPr>
              <a:t> of you</a:t>
            </a:r>
          </a:p>
          <a:p>
            <a:pPr lvl="3"/>
            <a:r>
              <a:rPr lang="en-US" dirty="0">
                <a:ea typeface="+mn-lt"/>
                <a:cs typeface="+mn-lt"/>
              </a:rPr>
              <a:t>right after aforementioned slip-ups get corrected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2- pay your people </a:t>
            </a:r>
            <a:endParaRPr lang="en-US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If this 2nd thing was in place – there wouldn't be a need for a strike 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Neither of those 2 should – ostensibly – even be a thing in need of mention</a:t>
            </a:r>
          </a:p>
          <a:p>
            <a:pPr lvl="2"/>
            <a:r>
              <a:rPr lang="en-US" dirty="0">
                <a:ea typeface="+mn-lt"/>
                <a:cs typeface="+mn-lt"/>
              </a:rPr>
              <a:t>But .. here we are </a:t>
            </a:r>
          </a:p>
          <a:p>
            <a:pPr lvl="2"/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4994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cs typeface="Calibri" panose="020F0502020204030204"/>
              </a:rPr>
              <a:t>Instead; I want to find incentives .. </a:t>
            </a:r>
            <a:endParaRPr lang="en-US"/>
          </a:p>
          <a:p>
            <a:pPr lvl="1"/>
            <a:r>
              <a:rPr lang="en-US" dirty="0">
                <a:cs typeface="Calibri" panose="020F0502020204030204"/>
              </a:rPr>
              <a:t>ex: companies' management can only get credits through the companies they represent </a:t>
            </a:r>
            <a:endParaRPr lang="en-US"/>
          </a:p>
          <a:p>
            <a:pPr lvl="2"/>
            <a:r>
              <a:rPr lang="en-US" dirty="0">
                <a:cs typeface="Calibri" panose="020F0502020204030204"/>
              </a:rPr>
              <a:t>Or - put another way </a:t>
            </a:r>
          </a:p>
          <a:p>
            <a:pPr lvl="2"/>
            <a:r>
              <a:rPr lang="en-US" dirty="0">
                <a:cs typeface="Calibri" panose="020F0502020204030204"/>
              </a:rPr>
              <a:t>If you don't pay the people on the picket line, you can't have the mansion on the mountain</a:t>
            </a:r>
          </a:p>
          <a:p>
            <a:pPr lvl="1"/>
            <a:r>
              <a:rPr lang="en-US" dirty="0">
                <a:cs typeface="Calibri" panose="020F0502020204030204"/>
              </a:rPr>
              <a:t>C'mon – That's a little better than "I walked the picket line with '</a:t>
            </a:r>
            <a:r>
              <a:rPr lang="en-US" dirty="0" err="1">
                <a:cs typeface="Calibri" panose="020F0502020204030204"/>
              </a:rPr>
              <a:t>em</a:t>
            </a:r>
            <a:r>
              <a:rPr lang="en-US" dirty="0">
                <a:cs typeface="Calibri" panose="020F0502020204030204"/>
              </a:rPr>
              <a:t>" </a:t>
            </a:r>
          </a:p>
          <a:p>
            <a:pPr lvl="1"/>
            <a:r>
              <a:rPr lang="en-US" dirty="0">
                <a:cs typeface="Calibri" panose="020F0502020204030204"/>
              </a:rPr>
              <a:t>I mean – for all parties concerned, right?? </a:t>
            </a:r>
          </a:p>
          <a:p>
            <a:pPr lvl="2"/>
            <a:r>
              <a:rPr lang="en-US" dirty="0">
                <a:cs typeface="Calibri" panose="020F0502020204030204"/>
              </a:rPr>
              <a:t>Bye, Joe </a:t>
            </a:r>
          </a:p>
          <a:p>
            <a:pPr lvl="2"/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I also won't have any advertising on my platform </a:t>
            </a:r>
          </a:p>
          <a:p>
            <a:pPr lvl="1"/>
            <a:r>
              <a:rPr lang="en-US" dirty="0">
                <a:cs typeface="Calibri" panose="020F0502020204030204"/>
              </a:rPr>
              <a:t>paid taxes? paid people? You're fully advertised, with me </a:t>
            </a: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4752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175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On an even larger scale - I really hope I can get other leaders of the world to see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this ice-Halo design is arguably the </a:t>
            </a:r>
            <a:r>
              <a:rPr lang="en-US" i="1" dirty="0">
                <a:ea typeface="+mn-lt"/>
                <a:cs typeface="+mn-lt"/>
              </a:rPr>
              <a:t>best</a:t>
            </a:r>
            <a:r>
              <a:rPr lang="en-US" dirty="0">
                <a:ea typeface="+mn-lt"/>
                <a:cs typeface="+mn-lt"/>
              </a:rPr>
              <a:t> overall answer for global warming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if we had this network of buses, each w ~50k gallons of water ballast - what would that do for the fires in Hawaii &amp; island of Greece ?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for that matter -- what would change if we have 1/2bn gallons or so of water, available in the skies?? </a:t>
            </a:r>
          </a:p>
          <a:p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I don't think that was the last of the wildfires  </a:t>
            </a:r>
            <a:endParaRPr lang="en-US" dirty="0"/>
          </a:p>
          <a:p>
            <a:pPr lvl="1"/>
            <a:r>
              <a:rPr lang="en-US" dirty="0">
                <a:cs typeface="Calibri" panose="020F0502020204030204"/>
              </a:rPr>
              <a:t>These messages don't effectively convey how well I feel this infrastructure could represent a LOT of relief </a:t>
            </a:r>
          </a:p>
          <a:p>
            <a:pPr lvl="2"/>
            <a:r>
              <a:rPr lang="en-US" dirty="0">
                <a:cs typeface="Calibri" panose="020F0502020204030204"/>
              </a:rPr>
              <a:t>the ice halo on a global warming scale </a:t>
            </a:r>
          </a:p>
          <a:p>
            <a:pPr lvl="2"/>
            <a:r>
              <a:rPr lang="en-US" dirty="0">
                <a:cs typeface="Calibri" panose="020F0502020204030204"/>
              </a:rPr>
              <a:t>and the water ballast for more focused fire-fighting</a:t>
            </a:r>
          </a:p>
        </p:txBody>
      </p:sp>
    </p:spTree>
    <p:extLst>
      <p:ext uri="{BB962C8B-B14F-4D97-AF65-F5344CB8AC3E}">
        <p14:creationId xmlns:p14="http://schemas.microsoft.com/office/powerpoint/2010/main" val="466590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One last consideration.. (</a:t>
            </a:r>
            <a:r>
              <a:rPr lang="en-US" b="1" i="1" u="sng" dirty="0">
                <a:ea typeface="+mn-lt"/>
                <a:cs typeface="+mn-lt"/>
              </a:rPr>
              <a:t>If</a:t>
            </a:r>
            <a:r>
              <a:rPr lang="en-US" dirty="0">
                <a:ea typeface="+mn-lt"/>
                <a:cs typeface="+mn-lt"/>
              </a:rPr>
              <a:t> 'president' ever happened .. )</a:t>
            </a:r>
          </a:p>
          <a:p>
            <a:r>
              <a:rPr lang="en-US" dirty="0">
                <a:cs typeface="Calibri"/>
              </a:rPr>
              <a:t>I only want these parks long enough to build the flying cars</a:t>
            </a:r>
          </a:p>
          <a:p>
            <a:pPr lvl="1"/>
            <a:r>
              <a:rPr lang="en-US" dirty="0">
                <a:cs typeface="Calibri"/>
              </a:rPr>
              <a:t>then they belong*** to the community ("belong***")</a:t>
            </a:r>
          </a:p>
          <a:p>
            <a:pPr lvl="2"/>
            <a:r>
              <a:rPr lang="en-US" dirty="0">
                <a:cs typeface="Calibri"/>
              </a:rPr>
              <a:t>Definitely going to keep a few rules in place for them, even after turned-over </a:t>
            </a:r>
          </a:p>
          <a:p>
            <a:pPr lvl="1"/>
            <a:r>
              <a:rPr lang="en-US" dirty="0">
                <a:cs typeface="Calibri"/>
              </a:rPr>
              <a:t>we can practice the monetary system - during that 4 year period</a:t>
            </a:r>
          </a:p>
          <a:p>
            <a:r>
              <a:rPr lang="en-US" dirty="0">
                <a:cs typeface="Calibri"/>
              </a:rPr>
              <a:t>Point is; I am 100% OK w most (not all, but nearly) of the earnings going into a general fund during the entire 4 years .. </a:t>
            </a:r>
          </a:p>
          <a:p>
            <a:pPr lvl="1"/>
            <a:r>
              <a:rPr lang="en-US" dirty="0">
                <a:cs typeface="Calibri" panose="020F0502020204030204"/>
              </a:rPr>
              <a:t>Discuss conditions candidly </a:t>
            </a:r>
          </a:p>
          <a:p>
            <a:pPr lvl="1"/>
            <a:r>
              <a:rPr lang="en-US" dirty="0">
                <a:cs typeface="Calibri"/>
              </a:rPr>
              <a:t>Your mileage will vary, etc. </a:t>
            </a:r>
          </a:p>
        </p:txBody>
      </p:sp>
    </p:spTree>
    <p:extLst>
      <p:ext uri="{BB962C8B-B14F-4D97-AF65-F5344CB8AC3E}">
        <p14:creationId xmlns:p14="http://schemas.microsoft.com/office/powerpoint/2010/main" val="3875130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175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If there was progression to this story of "Up &amp; Away"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Level 4 - Top - add a "global story" to this story .. something like war of the worlds - something for the whole world to get behind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Level 3 - huge w space elevator &amp; a regular vacations into space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Level 2 - mid-size company, w buses all </a:t>
            </a:r>
            <a:r>
              <a:rPr lang="en-US" dirty="0" err="1">
                <a:ea typeface="+mn-lt"/>
                <a:cs typeface="+mn-lt"/>
              </a:rPr>
              <a:t>oer</a:t>
            </a:r>
            <a:r>
              <a:rPr lang="en-US" dirty="0">
                <a:ea typeface="+mn-lt"/>
                <a:cs typeface="+mn-lt"/>
              </a:rPr>
              <a:t> world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Level 1 - small business, a couple dozen parks few thousand flying RVs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512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Flying cars, space elevators, parks that pay us, earning vacations?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all that and we are going to peel back the veil of time??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like this story ..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think we can do big things with this story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I hope we can get started on this new story .. soon 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23258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D59-2C68-F592-A21B-C708CE7B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283"/>
            <a:ext cx="10515600" cy="54786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 fact - I know exactly how we can get started. Right now .. </a:t>
            </a:r>
            <a:endParaRPr lang="en-US"/>
          </a:p>
          <a:p>
            <a:pPr lvl="1"/>
            <a:r>
              <a:rPr lang="en-US" dirty="0">
                <a:cs typeface="Calibri"/>
              </a:rPr>
              <a:t>step 1 .. look away </a:t>
            </a:r>
          </a:p>
          <a:p>
            <a:pPr lvl="1"/>
            <a:r>
              <a:rPr lang="en-US" dirty="0">
                <a:cs typeface="Calibri"/>
              </a:rPr>
              <a:t>Everybody </a:t>
            </a:r>
          </a:p>
          <a:p>
            <a:pPr lvl="1"/>
            <a:r>
              <a:rPr lang="en-US" dirty="0">
                <a:cs typeface="Calibri"/>
              </a:rPr>
              <a:t>De-exist that guy </a:t>
            </a:r>
          </a:p>
          <a:p>
            <a:pPr lvl="1"/>
            <a:r>
              <a:rPr lang="en-US" dirty="0" err="1">
                <a:cs typeface="Calibri" panose="020F0502020204030204"/>
              </a:rPr>
              <a:t>Life.Next</a:t>
            </a:r>
            <a:r>
              <a:rPr lang="en-US" dirty="0">
                <a:cs typeface="Calibri" panose="020F0502020204030204"/>
              </a:rPr>
              <a:t> awaits </a:t>
            </a:r>
          </a:p>
          <a:p>
            <a:pPr lvl="1"/>
            <a:r>
              <a:rPr lang="en-US" dirty="0">
                <a:cs typeface="Calibri" panose="020F0502020204030204"/>
              </a:rPr>
              <a:t>you don't need to retweet, copy &amp; paste, watch videos, forward videos</a:t>
            </a:r>
          </a:p>
          <a:p>
            <a:pPr lvl="1"/>
            <a:r>
              <a:rPr lang="en-US" dirty="0">
                <a:cs typeface="Calibri" panose="020F0502020204030204"/>
              </a:rPr>
              <a:t>That emperor never had clothes. Don't do his free advertising anymore</a:t>
            </a:r>
            <a:endParaRPr lang="en-US" dirty="0"/>
          </a:p>
          <a:p>
            <a:pPr lvl="1"/>
            <a:r>
              <a:rPr lang="en-US" dirty="0">
                <a:cs typeface="Calibri" panose="020F0502020204030204"/>
              </a:rPr>
              <a:t>not just the news. Folks in the trenches are forwarding his every word, obsessively </a:t>
            </a:r>
            <a:endParaRPr lang="en-US" dirty="0"/>
          </a:p>
          <a:p>
            <a:pPr lvl="1"/>
            <a:endParaRPr lang="en-US" dirty="0">
              <a:cs typeface="Calibri" panose="020F0502020204030204"/>
            </a:endParaRPr>
          </a:p>
          <a:p>
            <a:pPr lvl="1"/>
            <a:r>
              <a:rPr lang="en-US" dirty="0">
                <a:cs typeface="Calibri" panose="020F0502020204030204"/>
              </a:rPr>
              <a:t>Can we all please talk about flying cars, now ?? </a:t>
            </a:r>
          </a:p>
          <a:p>
            <a:pPr lvl="1"/>
            <a:r>
              <a:rPr lang="en-US" dirty="0">
                <a:cs typeface="Calibri" panose="020F0502020204030204"/>
              </a:rPr>
              <a:t>I am SO done with all the rest of it .. </a:t>
            </a:r>
          </a:p>
          <a:p>
            <a:pPr lvl="1"/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1884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2360</cp:revision>
  <dcterms:created xsi:type="dcterms:W3CDTF">2013-07-15T20:26:40Z</dcterms:created>
  <dcterms:modified xsi:type="dcterms:W3CDTF">2023-10-13T15:46:13Z</dcterms:modified>
</cp:coreProperties>
</file>