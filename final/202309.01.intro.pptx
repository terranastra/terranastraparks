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70" r:id="rId8"/>
    <p:sldId id="27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F3B493-D8DC-4642-9DAB-631B3B68DC75}" v="3" dt="2023-09-03T11:27:04.302"/>
    <p1510:client id="{28751FD4-76F5-4F8C-BFB8-996ABACCCF46}" v="1360" dt="2023-09-02T15:40:31.740"/>
    <p1510:client id="{7D80B260-A954-4341-834C-5A7A87C1BCD9}" v="34" dt="2023-08-11T01:19:23.302"/>
    <p1510:client id="{84A03ED8-6B1B-4534-8BD8-B23F7645CE22}" v="39" dt="2023-07-30T11:19:49.024"/>
    <p1510:client id="{D09F103B-00AB-4A58-90F5-44B82EAB9EB2}" v="1604" dt="2023-07-31T12:54:23.3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 DeRemer" userId="a37f3d2d141577c5" providerId="Windows Live" clId="Web-{28751FD4-76F5-4F8C-BFB8-996ABACCCF46}"/>
    <pc:docChg chg="delSld modSld sldOrd modSection">
      <pc:chgData name="Jeff DeRemer" userId="a37f3d2d141577c5" providerId="Windows Live" clId="Web-{28751FD4-76F5-4F8C-BFB8-996ABACCCF46}" dt="2023-09-02T15:40:31.740" v="1384" actId="20577"/>
      <pc:docMkLst>
        <pc:docMk/>
      </pc:docMkLst>
      <pc:sldChg chg="del">
        <pc:chgData name="Jeff DeRemer" userId="a37f3d2d141577c5" providerId="Windows Live" clId="Web-{28751FD4-76F5-4F8C-BFB8-996ABACCCF46}" dt="2023-09-02T14:45:19.912" v="871"/>
        <pc:sldMkLst>
          <pc:docMk/>
          <pc:sldMk cId="1617736688" sldId="262"/>
        </pc:sldMkLst>
      </pc:sldChg>
      <pc:sldChg chg="addSp delSp modSp">
        <pc:chgData name="Jeff DeRemer" userId="a37f3d2d141577c5" providerId="Windows Live" clId="Web-{28751FD4-76F5-4F8C-BFB8-996ABACCCF46}" dt="2023-09-02T15:30:28.028" v="1273" actId="14100"/>
        <pc:sldMkLst>
          <pc:docMk/>
          <pc:sldMk cId="1924493145" sldId="263"/>
        </pc:sldMkLst>
        <pc:spChg chg="del">
          <ac:chgData name="Jeff DeRemer" userId="a37f3d2d141577c5" providerId="Windows Live" clId="Web-{28751FD4-76F5-4F8C-BFB8-996ABACCCF46}" dt="2023-09-02T15:30:21.231" v="1271"/>
          <ac:spMkLst>
            <pc:docMk/>
            <pc:sldMk cId="1924493145" sldId="263"/>
            <ac:spMk id="2" creationId="{00650F41-EE36-FC9E-8660-95C353835D26}"/>
          </ac:spMkLst>
        </pc:spChg>
        <pc:spChg chg="mod">
          <ac:chgData name="Jeff DeRemer" userId="a37f3d2d141577c5" providerId="Windows Live" clId="Web-{28751FD4-76F5-4F8C-BFB8-996ABACCCF46}" dt="2023-09-02T15:30:28.028" v="1273" actId="14100"/>
          <ac:spMkLst>
            <pc:docMk/>
            <pc:sldMk cId="1924493145" sldId="263"/>
            <ac:spMk id="3" creationId="{00000000-0000-0000-0000-000000000000}"/>
          </ac:spMkLst>
        </pc:spChg>
        <pc:spChg chg="add del mod">
          <ac:chgData name="Jeff DeRemer" userId="a37f3d2d141577c5" providerId="Windows Live" clId="Web-{28751FD4-76F5-4F8C-BFB8-996ABACCCF46}" dt="2023-09-02T15:30:23.966" v="1272"/>
          <ac:spMkLst>
            <pc:docMk/>
            <pc:sldMk cId="1924493145" sldId="263"/>
            <ac:spMk id="5" creationId="{5A73282F-24BB-3598-0A7F-4EA3EA4B461B}"/>
          </ac:spMkLst>
        </pc:spChg>
      </pc:sldChg>
      <pc:sldChg chg="addSp delSp modSp">
        <pc:chgData name="Jeff DeRemer" userId="a37f3d2d141577c5" providerId="Windows Live" clId="Web-{28751FD4-76F5-4F8C-BFB8-996ABACCCF46}" dt="2023-09-02T15:30:35.169" v="1277" actId="14100"/>
        <pc:sldMkLst>
          <pc:docMk/>
          <pc:sldMk cId="482172162" sldId="264"/>
        </pc:sldMkLst>
        <pc:spChg chg="del mod">
          <ac:chgData name="Jeff DeRemer" userId="a37f3d2d141577c5" providerId="Windows Live" clId="Web-{28751FD4-76F5-4F8C-BFB8-996ABACCCF46}" dt="2023-09-02T15:30:31.325" v="1275"/>
          <ac:spMkLst>
            <pc:docMk/>
            <pc:sldMk cId="482172162" sldId="264"/>
            <ac:spMk id="2" creationId="{1F7A97FC-457B-F783-2AC7-4985977FF6E7}"/>
          </ac:spMkLst>
        </pc:spChg>
        <pc:spChg chg="mod">
          <ac:chgData name="Jeff DeRemer" userId="a37f3d2d141577c5" providerId="Windows Live" clId="Web-{28751FD4-76F5-4F8C-BFB8-996ABACCCF46}" dt="2023-09-02T15:30:35.169" v="1277" actId="14100"/>
          <ac:spMkLst>
            <pc:docMk/>
            <pc:sldMk cId="482172162" sldId="264"/>
            <ac:spMk id="3" creationId="{738144DE-D4E8-59DB-7987-E218256F075B}"/>
          </ac:spMkLst>
        </pc:spChg>
        <pc:spChg chg="add del mod">
          <ac:chgData name="Jeff DeRemer" userId="a37f3d2d141577c5" providerId="Windows Live" clId="Web-{28751FD4-76F5-4F8C-BFB8-996ABACCCF46}" dt="2023-09-02T15:30:32.357" v="1276"/>
          <ac:spMkLst>
            <pc:docMk/>
            <pc:sldMk cId="482172162" sldId="264"/>
            <ac:spMk id="5" creationId="{0EB7B1AE-15A9-345F-2E85-1DAFE7A87F5C}"/>
          </ac:spMkLst>
        </pc:spChg>
      </pc:sldChg>
      <pc:sldChg chg="addSp delSp modSp">
        <pc:chgData name="Jeff DeRemer" userId="a37f3d2d141577c5" providerId="Windows Live" clId="Web-{28751FD4-76F5-4F8C-BFB8-996ABACCCF46}" dt="2023-09-02T15:30:41.794" v="1281" actId="14100"/>
        <pc:sldMkLst>
          <pc:docMk/>
          <pc:sldMk cId="1395147883" sldId="265"/>
        </pc:sldMkLst>
        <pc:spChg chg="del mod">
          <ac:chgData name="Jeff DeRemer" userId="a37f3d2d141577c5" providerId="Windows Live" clId="Web-{28751FD4-76F5-4F8C-BFB8-996ABACCCF46}" dt="2023-09-02T15:30:38.107" v="1279"/>
          <ac:spMkLst>
            <pc:docMk/>
            <pc:sldMk cId="1395147883" sldId="265"/>
            <ac:spMk id="2" creationId="{50A7C682-E755-F04A-105B-73A0DE083AC3}"/>
          </ac:spMkLst>
        </pc:spChg>
        <pc:spChg chg="mod">
          <ac:chgData name="Jeff DeRemer" userId="a37f3d2d141577c5" providerId="Windows Live" clId="Web-{28751FD4-76F5-4F8C-BFB8-996ABACCCF46}" dt="2023-09-02T15:30:41.794" v="1281" actId="14100"/>
          <ac:spMkLst>
            <pc:docMk/>
            <pc:sldMk cId="1395147883" sldId="265"/>
            <ac:spMk id="3" creationId="{D1DBC0ED-84DF-E76C-AB26-EFE3BF76BC5E}"/>
          </ac:spMkLst>
        </pc:spChg>
        <pc:spChg chg="add del mod">
          <ac:chgData name="Jeff DeRemer" userId="a37f3d2d141577c5" providerId="Windows Live" clId="Web-{28751FD4-76F5-4F8C-BFB8-996ABACCCF46}" dt="2023-09-02T15:30:38.857" v="1280"/>
          <ac:spMkLst>
            <pc:docMk/>
            <pc:sldMk cId="1395147883" sldId="265"/>
            <ac:spMk id="5" creationId="{AD047BE0-61DE-8EB4-A690-DEBF03C8C494}"/>
          </ac:spMkLst>
        </pc:spChg>
      </pc:sldChg>
      <pc:sldChg chg="addSp delSp modSp">
        <pc:chgData name="Jeff DeRemer" userId="a37f3d2d141577c5" providerId="Windows Live" clId="Web-{28751FD4-76F5-4F8C-BFB8-996ABACCCF46}" dt="2023-09-02T15:31:42.568" v="1304" actId="14100"/>
        <pc:sldMkLst>
          <pc:docMk/>
          <pc:sldMk cId="2258075050" sldId="266"/>
        </pc:sldMkLst>
        <pc:spChg chg="del">
          <ac:chgData name="Jeff DeRemer" userId="a37f3d2d141577c5" providerId="Windows Live" clId="Web-{28751FD4-76F5-4F8C-BFB8-996ABACCCF46}" dt="2023-09-02T15:30:45.154" v="1282"/>
          <ac:spMkLst>
            <pc:docMk/>
            <pc:sldMk cId="2258075050" sldId="266"/>
            <ac:spMk id="2" creationId="{44D3DD8D-B331-CE98-E167-A13706F6B3C8}"/>
          </ac:spMkLst>
        </pc:spChg>
        <pc:spChg chg="mod">
          <ac:chgData name="Jeff DeRemer" userId="a37f3d2d141577c5" providerId="Windows Live" clId="Web-{28751FD4-76F5-4F8C-BFB8-996ABACCCF46}" dt="2023-09-02T15:31:42.568" v="1304" actId="14100"/>
          <ac:spMkLst>
            <pc:docMk/>
            <pc:sldMk cId="2258075050" sldId="266"/>
            <ac:spMk id="3" creationId="{3F32625D-0F28-4F06-2B38-15056ACCBD32}"/>
          </ac:spMkLst>
        </pc:spChg>
        <pc:spChg chg="add del mod">
          <ac:chgData name="Jeff DeRemer" userId="a37f3d2d141577c5" providerId="Windows Live" clId="Web-{28751FD4-76F5-4F8C-BFB8-996ABACCCF46}" dt="2023-09-02T15:30:45.826" v="1283"/>
          <ac:spMkLst>
            <pc:docMk/>
            <pc:sldMk cId="2258075050" sldId="266"/>
            <ac:spMk id="5" creationId="{15783E4F-B4B9-CE28-4970-72B6BA5A4D1D}"/>
          </ac:spMkLst>
        </pc:spChg>
      </pc:sldChg>
      <pc:sldChg chg="addSp delSp modSp">
        <pc:chgData name="Jeff DeRemer" userId="a37f3d2d141577c5" providerId="Windows Live" clId="Web-{28751FD4-76F5-4F8C-BFB8-996ABACCCF46}" dt="2023-09-02T15:36:04.279" v="1323" actId="20577"/>
        <pc:sldMkLst>
          <pc:docMk/>
          <pc:sldMk cId="2712158195" sldId="267"/>
        </pc:sldMkLst>
        <pc:spChg chg="del">
          <ac:chgData name="Jeff DeRemer" userId="a37f3d2d141577c5" providerId="Windows Live" clId="Web-{28751FD4-76F5-4F8C-BFB8-996ABACCCF46}" dt="2023-09-02T15:30:51.092" v="1284"/>
          <ac:spMkLst>
            <pc:docMk/>
            <pc:sldMk cId="2712158195" sldId="267"/>
            <ac:spMk id="2" creationId="{9FD74649-48E3-3CCC-F380-720CCBBE8B1C}"/>
          </ac:spMkLst>
        </pc:spChg>
        <pc:spChg chg="mod">
          <ac:chgData name="Jeff DeRemer" userId="a37f3d2d141577c5" providerId="Windows Live" clId="Web-{28751FD4-76F5-4F8C-BFB8-996ABACCCF46}" dt="2023-09-02T15:36:04.279" v="1323" actId="20577"/>
          <ac:spMkLst>
            <pc:docMk/>
            <pc:sldMk cId="2712158195" sldId="267"/>
            <ac:spMk id="3" creationId="{3D2661D9-A39C-A415-CCF1-32944F7871CC}"/>
          </ac:spMkLst>
        </pc:spChg>
        <pc:spChg chg="add del mod">
          <ac:chgData name="Jeff DeRemer" userId="a37f3d2d141577c5" providerId="Windows Live" clId="Web-{28751FD4-76F5-4F8C-BFB8-996ABACCCF46}" dt="2023-09-02T15:30:51.826" v="1285"/>
          <ac:spMkLst>
            <pc:docMk/>
            <pc:sldMk cId="2712158195" sldId="267"/>
            <ac:spMk id="5" creationId="{D06BC8E0-FB93-66C6-23A3-8ABB8B642341}"/>
          </ac:spMkLst>
        </pc:spChg>
      </pc:sldChg>
      <pc:sldChg chg="addSp delSp modSp ord">
        <pc:chgData name="Jeff DeRemer" userId="a37f3d2d141577c5" providerId="Windows Live" clId="Web-{28751FD4-76F5-4F8C-BFB8-996ABACCCF46}" dt="2023-09-02T15:37:15.266" v="1326" actId="20577"/>
        <pc:sldMkLst>
          <pc:docMk/>
          <pc:sldMk cId="4280899429" sldId="268"/>
        </pc:sldMkLst>
        <pc:spChg chg="del mod">
          <ac:chgData name="Jeff DeRemer" userId="a37f3d2d141577c5" providerId="Windows Live" clId="Web-{28751FD4-76F5-4F8C-BFB8-996ABACCCF46}" dt="2023-09-02T15:30:56.107" v="1287"/>
          <ac:spMkLst>
            <pc:docMk/>
            <pc:sldMk cId="4280899429" sldId="268"/>
            <ac:spMk id="2" creationId="{BAC6A7BF-BAA8-07FE-8772-96FCFA42657E}"/>
          </ac:spMkLst>
        </pc:spChg>
        <pc:spChg chg="mod">
          <ac:chgData name="Jeff DeRemer" userId="a37f3d2d141577c5" providerId="Windows Live" clId="Web-{28751FD4-76F5-4F8C-BFB8-996ABACCCF46}" dt="2023-09-02T15:37:15.266" v="1326" actId="20577"/>
          <ac:spMkLst>
            <pc:docMk/>
            <pc:sldMk cId="4280899429" sldId="268"/>
            <ac:spMk id="3" creationId="{A3B66432-E806-0BED-419C-38E1C54D3279}"/>
          </ac:spMkLst>
        </pc:spChg>
        <pc:spChg chg="add del mod">
          <ac:chgData name="Jeff DeRemer" userId="a37f3d2d141577c5" providerId="Windows Live" clId="Web-{28751FD4-76F5-4F8C-BFB8-996ABACCCF46}" dt="2023-09-02T15:30:56.795" v="1288"/>
          <ac:spMkLst>
            <pc:docMk/>
            <pc:sldMk cId="4280899429" sldId="268"/>
            <ac:spMk id="5" creationId="{AE29D9C1-9C00-7A33-067A-7E673770B1C4}"/>
          </ac:spMkLst>
        </pc:spChg>
      </pc:sldChg>
      <pc:sldChg chg="addSp delSp modSp del">
        <pc:chgData name="Jeff DeRemer" userId="a37f3d2d141577c5" providerId="Windows Live" clId="Web-{28751FD4-76F5-4F8C-BFB8-996ABACCCF46}" dt="2023-09-02T15:31:34.046" v="1302"/>
        <pc:sldMkLst>
          <pc:docMk/>
          <pc:sldMk cId="3635156921" sldId="269"/>
        </pc:sldMkLst>
        <pc:spChg chg="del">
          <ac:chgData name="Jeff DeRemer" userId="a37f3d2d141577c5" providerId="Windows Live" clId="Web-{28751FD4-76F5-4F8C-BFB8-996ABACCCF46}" dt="2023-09-02T15:31:00.295" v="1289"/>
          <ac:spMkLst>
            <pc:docMk/>
            <pc:sldMk cId="3635156921" sldId="269"/>
            <ac:spMk id="2" creationId="{DBFD0A22-DAD0-88DD-9819-CB8AE20248DA}"/>
          </ac:spMkLst>
        </pc:spChg>
        <pc:spChg chg="mod">
          <ac:chgData name="Jeff DeRemer" userId="a37f3d2d141577c5" providerId="Windows Live" clId="Web-{28751FD4-76F5-4F8C-BFB8-996ABACCCF46}" dt="2023-09-02T15:31:24.530" v="1297" actId="20577"/>
          <ac:spMkLst>
            <pc:docMk/>
            <pc:sldMk cId="3635156921" sldId="269"/>
            <ac:spMk id="3" creationId="{05FF4D88-357A-DCBD-296C-0DC8BCD7742C}"/>
          </ac:spMkLst>
        </pc:spChg>
        <pc:spChg chg="add del mod">
          <ac:chgData name="Jeff DeRemer" userId="a37f3d2d141577c5" providerId="Windows Live" clId="Web-{28751FD4-76F5-4F8C-BFB8-996ABACCCF46}" dt="2023-09-02T15:31:01.686" v="1290"/>
          <ac:spMkLst>
            <pc:docMk/>
            <pc:sldMk cId="3635156921" sldId="269"/>
            <ac:spMk id="5" creationId="{911AEE13-FEBE-A136-6DEC-2FDF8AB3A7CC}"/>
          </ac:spMkLst>
        </pc:spChg>
      </pc:sldChg>
      <pc:sldChg chg="addSp delSp modSp">
        <pc:chgData name="Jeff DeRemer" userId="a37f3d2d141577c5" providerId="Windows Live" clId="Web-{28751FD4-76F5-4F8C-BFB8-996ABACCCF46}" dt="2023-09-02T15:38:23.768" v="1339" actId="20577"/>
        <pc:sldMkLst>
          <pc:docMk/>
          <pc:sldMk cId="3970354770" sldId="270"/>
        </pc:sldMkLst>
        <pc:spChg chg="del mod">
          <ac:chgData name="Jeff DeRemer" userId="a37f3d2d141577c5" providerId="Windows Live" clId="Web-{28751FD4-76F5-4F8C-BFB8-996ABACCCF46}" dt="2023-09-02T15:31:07.342" v="1291"/>
          <ac:spMkLst>
            <pc:docMk/>
            <pc:sldMk cId="3970354770" sldId="270"/>
            <ac:spMk id="2" creationId="{53E652BD-A4ED-7E90-050F-59E85F8BB860}"/>
          </ac:spMkLst>
        </pc:spChg>
        <pc:spChg chg="mod">
          <ac:chgData name="Jeff DeRemer" userId="a37f3d2d141577c5" providerId="Windows Live" clId="Web-{28751FD4-76F5-4F8C-BFB8-996ABACCCF46}" dt="2023-09-02T15:38:23.768" v="1339" actId="20577"/>
          <ac:spMkLst>
            <pc:docMk/>
            <pc:sldMk cId="3970354770" sldId="270"/>
            <ac:spMk id="3" creationId="{61AF6800-11E9-7C21-591F-E71A6EA21787}"/>
          </ac:spMkLst>
        </pc:spChg>
        <pc:spChg chg="add del mod">
          <ac:chgData name="Jeff DeRemer" userId="a37f3d2d141577c5" providerId="Windows Live" clId="Web-{28751FD4-76F5-4F8C-BFB8-996ABACCCF46}" dt="2023-09-02T15:31:08.795" v="1292"/>
          <ac:spMkLst>
            <pc:docMk/>
            <pc:sldMk cId="3970354770" sldId="270"/>
            <ac:spMk id="5" creationId="{EDE6B4B6-AFC0-99C5-68E9-0E6612157F3B}"/>
          </ac:spMkLst>
        </pc:spChg>
      </pc:sldChg>
      <pc:sldChg chg="addSp delSp modSp">
        <pc:chgData name="Jeff DeRemer" userId="a37f3d2d141577c5" providerId="Windows Live" clId="Web-{28751FD4-76F5-4F8C-BFB8-996ABACCCF46}" dt="2023-09-02T15:40:31.740" v="1384" actId="20577"/>
        <pc:sldMkLst>
          <pc:docMk/>
          <pc:sldMk cId="987859847" sldId="271"/>
        </pc:sldMkLst>
        <pc:spChg chg="del">
          <ac:chgData name="Jeff DeRemer" userId="a37f3d2d141577c5" providerId="Windows Live" clId="Web-{28751FD4-76F5-4F8C-BFB8-996ABACCCF46}" dt="2023-09-02T15:31:12.248" v="1293"/>
          <ac:spMkLst>
            <pc:docMk/>
            <pc:sldMk cId="987859847" sldId="271"/>
            <ac:spMk id="2" creationId="{5F949B49-44D5-45C2-37C7-3B7069EF8CB7}"/>
          </ac:spMkLst>
        </pc:spChg>
        <pc:spChg chg="mod">
          <ac:chgData name="Jeff DeRemer" userId="a37f3d2d141577c5" providerId="Windows Live" clId="Web-{28751FD4-76F5-4F8C-BFB8-996ABACCCF46}" dt="2023-09-02T15:40:31.740" v="1384" actId="20577"/>
          <ac:spMkLst>
            <pc:docMk/>
            <pc:sldMk cId="987859847" sldId="271"/>
            <ac:spMk id="3" creationId="{8C4F18FC-A415-E9A9-26C7-5C5BF5B14BAA}"/>
          </ac:spMkLst>
        </pc:spChg>
        <pc:spChg chg="add del mod">
          <ac:chgData name="Jeff DeRemer" userId="a37f3d2d141577c5" providerId="Windows Live" clId="Web-{28751FD4-76F5-4F8C-BFB8-996ABACCCF46}" dt="2023-09-02T15:31:12.952" v="1294"/>
          <ac:spMkLst>
            <pc:docMk/>
            <pc:sldMk cId="987859847" sldId="271"/>
            <ac:spMk id="5" creationId="{F4760993-DDF3-E70D-D495-A671016684FC}"/>
          </ac:spMkLst>
        </pc:spChg>
      </pc:sldChg>
    </pc:docChg>
  </pc:docChgLst>
  <pc:docChgLst>
    <pc:chgData name="Jeff DeRemer" userId="a37f3d2d141577c5" providerId="Windows Live" clId="Web-{84A03ED8-6B1B-4534-8BD8-B23F7645CE22}"/>
    <pc:docChg chg="addSld delSld modSld sldOrd addSection modSection">
      <pc:chgData name="Jeff DeRemer" userId="a37f3d2d141577c5" providerId="Windows Live" clId="Web-{84A03ED8-6B1B-4534-8BD8-B23F7645CE22}" dt="2023-07-30T11:19:49.024" v="36"/>
      <pc:docMkLst>
        <pc:docMk/>
      </pc:docMkLst>
      <pc:sldChg chg="delSp modSp add del">
        <pc:chgData name="Jeff DeRemer" userId="a37f3d2d141577c5" providerId="Windows Live" clId="Web-{84A03ED8-6B1B-4534-8BD8-B23F7645CE22}" dt="2023-07-30T11:19:41.915" v="33"/>
        <pc:sldMkLst>
          <pc:docMk/>
          <pc:sldMk cId="109857222" sldId="256"/>
        </pc:sldMkLst>
        <pc:spChg chg="del">
          <ac:chgData name="Jeff DeRemer" userId="a37f3d2d141577c5" providerId="Windows Live" clId="Web-{84A03ED8-6B1B-4534-8BD8-B23F7645CE22}" dt="2023-07-30T11:13:42.310" v="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Jeff DeRemer" userId="a37f3d2d141577c5" providerId="Windows Live" clId="Web-{84A03ED8-6B1B-4534-8BD8-B23F7645CE22}" dt="2023-07-30T11:14:08.485" v="11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 del replId">
        <pc:chgData name="Jeff DeRemer" userId="a37f3d2d141577c5" providerId="Windows Live" clId="Web-{84A03ED8-6B1B-4534-8BD8-B23F7645CE22}" dt="2023-07-30T11:18:33.319" v="21"/>
        <pc:sldMkLst>
          <pc:docMk/>
          <pc:sldMk cId="1287962847" sldId="257"/>
        </pc:sldMkLst>
      </pc:sldChg>
      <pc:sldChg chg="add del replId">
        <pc:chgData name="Jeff DeRemer" userId="a37f3d2d141577c5" providerId="Windows Live" clId="Web-{84A03ED8-6B1B-4534-8BD8-B23F7645CE22}" dt="2023-07-30T11:18:34.101" v="22"/>
        <pc:sldMkLst>
          <pc:docMk/>
          <pc:sldMk cId="1766329447" sldId="258"/>
        </pc:sldMkLst>
      </pc:sldChg>
      <pc:sldChg chg="add del replId">
        <pc:chgData name="Jeff DeRemer" userId="a37f3d2d141577c5" providerId="Windows Live" clId="Web-{84A03ED8-6B1B-4534-8BD8-B23F7645CE22}" dt="2023-07-30T11:18:35.007" v="23"/>
        <pc:sldMkLst>
          <pc:docMk/>
          <pc:sldMk cId="4289371191" sldId="259"/>
        </pc:sldMkLst>
      </pc:sldChg>
      <pc:sldChg chg="modSp add del ord replId">
        <pc:chgData name="Jeff DeRemer" userId="a37f3d2d141577c5" providerId="Windows Live" clId="Web-{84A03ED8-6B1B-4534-8BD8-B23F7645CE22}" dt="2023-07-30T11:19:44.681" v="34"/>
        <pc:sldMkLst>
          <pc:docMk/>
          <pc:sldMk cId="1987601527" sldId="260"/>
        </pc:sldMkLst>
        <pc:spChg chg="mod">
          <ac:chgData name="Jeff DeRemer" userId="a37f3d2d141577c5" providerId="Windows Live" clId="Web-{84A03ED8-6B1B-4534-8BD8-B23F7645CE22}" dt="2023-07-30T11:18:24.819" v="20" actId="20577"/>
          <ac:spMkLst>
            <pc:docMk/>
            <pc:sldMk cId="1987601527" sldId="260"/>
            <ac:spMk id="3" creationId="{00000000-0000-0000-0000-000000000000}"/>
          </ac:spMkLst>
        </pc:spChg>
      </pc:sldChg>
      <pc:sldChg chg="modSp add del replId">
        <pc:chgData name="Jeff DeRemer" userId="a37f3d2d141577c5" providerId="Windows Live" clId="Web-{84A03ED8-6B1B-4534-8BD8-B23F7645CE22}" dt="2023-07-30T11:19:48.946" v="35"/>
        <pc:sldMkLst>
          <pc:docMk/>
          <pc:sldMk cId="2144468777" sldId="261"/>
        </pc:sldMkLst>
        <pc:spChg chg="mod">
          <ac:chgData name="Jeff DeRemer" userId="a37f3d2d141577c5" providerId="Windows Live" clId="Web-{84A03ED8-6B1B-4534-8BD8-B23F7645CE22}" dt="2023-07-30T11:18:53.007" v="28" actId="20577"/>
          <ac:spMkLst>
            <pc:docMk/>
            <pc:sldMk cId="2144468777" sldId="261"/>
            <ac:spMk id="3" creationId="{00000000-0000-0000-0000-000000000000}"/>
          </ac:spMkLst>
        </pc:spChg>
      </pc:sldChg>
      <pc:sldChg chg="addSp modSp add mod replId modClrScheme chgLayout">
        <pc:chgData name="Jeff DeRemer" userId="a37f3d2d141577c5" providerId="Windows Live" clId="Web-{84A03ED8-6B1B-4534-8BD8-B23F7645CE22}" dt="2023-07-30T11:19:32.462" v="32"/>
        <pc:sldMkLst>
          <pc:docMk/>
          <pc:sldMk cId="1617736688" sldId="262"/>
        </pc:sldMkLst>
        <pc:spChg chg="add mod ord">
          <ac:chgData name="Jeff DeRemer" userId="a37f3d2d141577c5" providerId="Windows Live" clId="Web-{84A03ED8-6B1B-4534-8BD8-B23F7645CE22}" dt="2023-07-30T11:19:32.462" v="32"/>
          <ac:spMkLst>
            <pc:docMk/>
            <pc:sldMk cId="1617736688" sldId="262"/>
            <ac:spMk id="2" creationId="{00650F41-EE36-FC9E-8660-95C353835D26}"/>
          </ac:spMkLst>
        </pc:spChg>
        <pc:spChg chg="mod ord">
          <ac:chgData name="Jeff DeRemer" userId="a37f3d2d141577c5" providerId="Windows Live" clId="Web-{84A03ED8-6B1B-4534-8BD8-B23F7645CE22}" dt="2023-07-30T11:19:32.462" v="32"/>
          <ac:spMkLst>
            <pc:docMk/>
            <pc:sldMk cId="1617736688" sldId="262"/>
            <ac:spMk id="3" creationId="{00000000-0000-0000-0000-000000000000}"/>
          </ac:spMkLst>
        </pc:spChg>
      </pc:sldChg>
      <pc:sldChg chg="add replId">
        <pc:chgData name="Jeff DeRemer" userId="a37f3d2d141577c5" providerId="Windows Live" clId="Web-{84A03ED8-6B1B-4534-8BD8-B23F7645CE22}" dt="2023-07-30T11:19:49.024" v="36"/>
        <pc:sldMkLst>
          <pc:docMk/>
          <pc:sldMk cId="1924493145" sldId="263"/>
        </pc:sldMkLst>
      </pc:sldChg>
    </pc:docChg>
  </pc:docChgLst>
  <pc:docChgLst>
    <pc:chgData name="Jeff DeRemer" userId="a37f3d2d141577c5" providerId="Windows Live" clId="Web-{0FF3B493-D8DC-4642-9DAB-631B3B68DC75}"/>
    <pc:docChg chg="modSld delSection">
      <pc:chgData name="Jeff DeRemer" userId="a37f3d2d141577c5" providerId="Windows Live" clId="Web-{0FF3B493-D8DC-4642-9DAB-631B3B68DC75}" dt="2023-09-03T11:27:04.302" v="2" actId="20577"/>
      <pc:docMkLst>
        <pc:docMk/>
      </pc:docMkLst>
      <pc:sldChg chg="modSp">
        <pc:chgData name="Jeff DeRemer" userId="a37f3d2d141577c5" providerId="Windows Live" clId="Web-{0FF3B493-D8DC-4642-9DAB-631B3B68DC75}" dt="2023-09-03T11:27:04.302" v="2" actId="20577"/>
        <pc:sldMkLst>
          <pc:docMk/>
          <pc:sldMk cId="1924493145" sldId="263"/>
        </pc:sldMkLst>
        <pc:spChg chg="mod">
          <ac:chgData name="Jeff DeRemer" userId="a37f3d2d141577c5" providerId="Windows Live" clId="Web-{0FF3B493-D8DC-4642-9DAB-631B3B68DC75}" dt="2023-09-03T11:27:04.302" v="2" actId="20577"/>
          <ac:spMkLst>
            <pc:docMk/>
            <pc:sldMk cId="1924493145" sldId="263"/>
            <ac:spMk id="3" creationId="{00000000-0000-0000-0000-000000000000}"/>
          </ac:spMkLst>
        </pc:spChg>
      </pc:sldChg>
    </pc:docChg>
  </pc:docChgLst>
  <pc:docChgLst>
    <pc:chgData name="Jeff DeRemer" userId="a37f3d2d141577c5" providerId="Windows Live" clId="Web-{D09F103B-00AB-4A58-90F5-44B82EAB9EB2}"/>
    <pc:docChg chg="addSld modSld modSection">
      <pc:chgData name="Jeff DeRemer" userId="a37f3d2d141577c5" providerId="Windows Live" clId="Web-{D09F103B-00AB-4A58-90F5-44B82EAB9EB2}" dt="2023-07-31T12:54:23.377" v="1587" actId="20577"/>
      <pc:docMkLst>
        <pc:docMk/>
      </pc:docMkLst>
      <pc:sldChg chg="modSp mod modClrScheme chgLayout">
        <pc:chgData name="Jeff DeRemer" userId="a37f3d2d141577c5" providerId="Windows Live" clId="Web-{D09F103B-00AB-4A58-90F5-44B82EAB9EB2}" dt="2023-07-30T17:16:24.973" v="17" actId="20577"/>
        <pc:sldMkLst>
          <pc:docMk/>
          <pc:sldMk cId="1617736688" sldId="262"/>
        </pc:sldMkLst>
        <pc:spChg chg="mod ord">
          <ac:chgData name="Jeff DeRemer" userId="a37f3d2d141577c5" providerId="Windows Live" clId="Web-{D09F103B-00AB-4A58-90F5-44B82EAB9EB2}" dt="2023-07-30T17:16:14.238" v="12" actId="20577"/>
          <ac:spMkLst>
            <pc:docMk/>
            <pc:sldMk cId="1617736688" sldId="262"/>
            <ac:spMk id="2" creationId="{00650F41-EE36-FC9E-8660-95C353835D26}"/>
          </ac:spMkLst>
        </pc:spChg>
        <pc:spChg chg="mod ord">
          <ac:chgData name="Jeff DeRemer" userId="a37f3d2d141577c5" providerId="Windows Live" clId="Web-{D09F103B-00AB-4A58-90F5-44B82EAB9EB2}" dt="2023-07-30T17:16:24.973" v="17" actId="20577"/>
          <ac:spMkLst>
            <pc:docMk/>
            <pc:sldMk cId="1617736688" sldId="262"/>
            <ac:spMk id="3" creationId="{00000000-0000-0000-0000-000000000000}"/>
          </ac:spMkLst>
        </pc:spChg>
      </pc:sldChg>
      <pc:sldChg chg="modSp">
        <pc:chgData name="Jeff DeRemer" userId="a37f3d2d141577c5" providerId="Windows Live" clId="Web-{D09F103B-00AB-4A58-90F5-44B82EAB9EB2}" dt="2023-07-31T12:34:56.515" v="1505" actId="20577"/>
        <pc:sldMkLst>
          <pc:docMk/>
          <pc:sldMk cId="1924493145" sldId="263"/>
        </pc:sldMkLst>
        <pc:spChg chg="mod">
          <ac:chgData name="Jeff DeRemer" userId="a37f3d2d141577c5" providerId="Windows Live" clId="Web-{D09F103B-00AB-4A58-90F5-44B82EAB9EB2}" dt="2023-07-30T17:21:55.701" v="276" actId="20577"/>
          <ac:spMkLst>
            <pc:docMk/>
            <pc:sldMk cId="1924493145" sldId="263"/>
            <ac:spMk id="2" creationId="{00650F41-EE36-FC9E-8660-95C353835D26}"/>
          </ac:spMkLst>
        </pc:spChg>
        <pc:spChg chg="mod">
          <ac:chgData name="Jeff DeRemer" userId="a37f3d2d141577c5" providerId="Windows Live" clId="Web-{D09F103B-00AB-4A58-90F5-44B82EAB9EB2}" dt="2023-07-31T12:34:56.515" v="1505" actId="20577"/>
          <ac:spMkLst>
            <pc:docMk/>
            <pc:sldMk cId="1924493145" sldId="263"/>
            <ac:spMk id="3" creationId="{00000000-0000-0000-0000-000000000000}"/>
          </ac:spMkLst>
        </pc:spChg>
      </pc:sldChg>
      <pc:sldChg chg="modSp new">
        <pc:chgData name="Jeff DeRemer" userId="a37f3d2d141577c5" providerId="Windows Live" clId="Web-{D09F103B-00AB-4A58-90F5-44B82EAB9EB2}" dt="2023-07-31T12:39:24.179" v="1526" actId="20577"/>
        <pc:sldMkLst>
          <pc:docMk/>
          <pc:sldMk cId="482172162" sldId="264"/>
        </pc:sldMkLst>
        <pc:spChg chg="mod">
          <ac:chgData name="Jeff DeRemer" userId="a37f3d2d141577c5" providerId="Windows Live" clId="Web-{D09F103B-00AB-4A58-90F5-44B82EAB9EB2}" dt="2023-07-30T17:22:02.263" v="279" actId="20577"/>
          <ac:spMkLst>
            <pc:docMk/>
            <pc:sldMk cId="482172162" sldId="264"/>
            <ac:spMk id="2" creationId="{1F7A97FC-457B-F783-2AC7-4985977FF6E7}"/>
          </ac:spMkLst>
        </pc:spChg>
        <pc:spChg chg="mod">
          <ac:chgData name="Jeff DeRemer" userId="a37f3d2d141577c5" providerId="Windows Live" clId="Web-{D09F103B-00AB-4A58-90F5-44B82EAB9EB2}" dt="2023-07-31T12:39:24.179" v="1526" actId="20577"/>
          <ac:spMkLst>
            <pc:docMk/>
            <pc:sldMk cId="482172162" sldId="264"/>
            <ac:spMk id="3" creationId="{738144DE-D4E8-59DB-7987-E218256F075B}"/>
          </ac:spMkLst>
        </pc:spChg>
      </pc:sldChg>
      <pc:sldChg chg="modSp new">
        <pc:chgData name="Jeff DeRemer" userId="a37f3d2d141577c5" providerId="Windows Live" clId="Web-{D09F103B-00AB-4A58-90F5-44B82EAB9EB2}" dt="2023-07-31T12:40:49.431" v="1540" actId="20577"/>
        <pc:sldMkLst>
          <pc:docMk/>
          <pc:sldMk cId="1395147883" sldId="265"/>
        </pc:sldMkLst>
        <pc:spChg chg="mod">
          <ac:chgData name="Jeff DeRemer" userId="a37f3d2d141577c5" providerId="Windows Live" clId="Web-{D09F103B-00AB-4A58-90F5-44B82EAB9EB2}" dt="2023-07-31T12:40:21.509" v="1536" actId="20577"/>
          <ac:spMkLst>
            <pc:docMk/>
            <pc:sldMk cId="1395147883" sldId="265"/>
            <ac:spMk id="2" creationId="{50A7C682-E755-F04A-105B-73A0DE083AC3}"/>
          </ac:spMkLst>
        </pc:spChg>
        <pc:spChg chg="mod">
          <ac:chgData name="Jeff DeRemer" userId="a37f3d2d141577c5" providerId="Windows Live" clId="Web-{D09F103B-00AB-4A58-90F5-44B82EAB9EB2}" dt="2023-07-31T12:40:49.431" v="1540" actId="20577"/>
          <ac:spMkLst>
            <pc:docMk/>
            <pc:sldMk cId="1395147883" sldId="265"/>
            <ac:spMk id="3" creationId="{D1DBC0ED-84DF-E76C-AB26-EFE3BF76BC5E}"/>
          </ac:spMkLst>
        </pc:spChg>
      </pc:sldChg>
      <pc:sldChg chg="modSp new">
        <pc:chgData name="Jeff DeRemer" userId="a37f3d2d141577c5" providerId="Windows Live" clId="Web-{D09F103B-00AB-4A58-90F5-44B82EAB9EB2}" dt="2023-07-31T12:42:28.653" v="1559" actId="20577"/>
        <pc:sldMkLst>
          <pc:docMk/>
          <pc:sldMk cId="2258075050" sldId="266"/>
        </pc:sldMkLst>
        <pc:spChg chg="mod">
          <ac:chgData name="Jeff DeRemer" userId="a37f3d2d141577c5" providerId="Windows Live" clId="Web-{D09F103B-00AB-4A58-90F5-44B82EAB9EB2}" dt="2023-07-30T17:26:12.349" v="467" actId="20577"/>
          <ac:spMkLst>
            <pc:docMk/>
            <pc:sldMk cId="2258075050" sldId="266"/>
            <ac:spMk id="2" creationId="{44D3DD8D-B331-CE98-E167-A13706F6B3C8}"/>
          </ac:spMkLst>
        </pc:spChg>
        <pc:spChg chg="mod">
          <ac:chgData name="Jeff DeRemer" userId="a37f3d2d141577c5" providerId="Windows Live" clId="Web-{D09F103B-00AB-4A58-90F5-44B82EAB9EB2}" dt="2023-07-31T12:42:28.653" v="1559" actId="20577"/>
          <ac:spMkLst>
            <pc:docMk/>
            <pc:sldMk cId="2258075050" sldId="266"/>
            <ac:spMk id="3" creationId="{3F32625D-0F28-4F06-2B38-15056ACCBD32}"/>
          </ac:spMkLst>
        </pc:spChg>
      </pc:sldChg>
      <pc:sldChg chg="modSp new">
        <pc:chgData name="Jeff DeRemer" userId="a37f3d2d141577c5" providerId="Windows Live" clId="Web-{D09F103B-00AB-4A58-90F5-44B82EAB9EB2}" dt="2023-07-31T12:52:05.498" v="1576" actId="20577"/>
        <pc:sldMkLst>
          <pc:docMk/>
          <pc:sldMk cId="2712158195" sldId="267"/>
        </pc:sldMkLst>
        <pc:spChg chg="mod">
          <ac:chgData name="Jeff DeRemer" userId="a37f3d2d141577c5" providerId="Windows Live" clId="Web-{D09F103B-00AB-4A58-90F5-44B82EAB9EB2}" dt="2023-07-30T17:36:56.960" v="1080" actId="20577"/>
          <ac:spMkLst>
            <pc:docMk/>
            <pc:sldMk cId="2712158195" sldId="267"/>
            <ac:spMk id="2" creationId="{9FD74649-48E3-3CCC-F380-720CCBBE8B1C}"/>
          </ac:spMkLst>
        </pc:spChg>
        <pc:spChg chg="mod">
          <ac:chgData name="Jeff DeRemer" userId="a37f3d2d141577c5" providerId="Windows Live" clId="Web-{D09F103B-00AB-4A58-90F5-44B82EAB9EB2}" dt="2023-07-31T12:52:05.498" v="1576" actId="20577"/>
          <ac:spMkLst>
            <pc:docMk/>
            <pc:sldMk cId="2712158195" sldId="267"/>
            <ac:spMk id="3" creationId="{3D2661D9-A39C-A415-CCF1-32944F7871CC}"/>
          </ac:spMkLst>
        </pc:spChg>
      </pc:sldChg>
      <pc:sldChg chg="modSp new">
        <pc:chgData name="Jeff DeRemer" userId="a37f3d2d141577c5" providerId="Windows Live" clId="Web-{D09F103B-00AB-4A58-90F5-44B82EAB9EB2}" dt="2023-07-31T12:39:55.914" v="1529" actId="20577"/>
        <pc:sldMkLst>
          <pc:docMk/>
          <pc:sldMk cId="4280899429" sldId="268"/>
        </pc:sldMkLst>
        <pc:spChg chg="mod">
          <ac:chgData name="Jeff DeRemer" userId="a37f3d2d141577c5" providerId="Windows Live" clId="Web-{D09F103B-00AB-4A58-90F5-44B82EAB9EB2}" dt="2023-07-30T17:37:01.304" v="1081" actId="20577"/>
          <ac:spMkLst>
            <pc:docMk/>
            <pc:sldMk cId="4280899429" sldId="268"/>
            <ac:spMk id="2" creationId="{BAC6A7BF-BAA8-07FE-8772-96FCFA42657E}"/>
          </ac:spMkLst>
        </pc:spChg>
        <pc:spChg chg="mod">
          <ac:chgData name="Jeff DeRemer" userId="a37f3d2d141577c5" providerId="Windows Live" clId="Web-{D09F103B-00AB-4A58-90F5-44B82EAB9EB2}" dt="2023-07-31T12:39:55.914" v="1529" actId="20577"/>
          <ac:spMkLst>
            <pc:docMk/>
            <pc:sldMk cId="4280899429" sldId="268"/>
            <ac:spMk id="3" creationId="{A3B66432-E806-0BED-419C-38E1C54D3279}"/>
          </ac:spMkLst>
        </pc:spChg>
      </pc:sldChg>
      <pc:sldChg chg="modSp new">
        <pc:chgData name="Jeff DeRemer" userId="a37f3d2d141577c5" providerId="Windows Live" clId="Web-{D09F103B-00AB-4A58-90F5-44B82EAB9EB2}" dt="2023-07-30T17:36:48.835" v="1078" actId="20577"/>
        <pc:sldMkLst>
          <pc:docMk/>
          <pc:sldMk cId="3635156921" sldId="269"/>
        </pc:sldMkLst>
        <pc:spChg chg="mod">
          <ac:chgData name="Jeff DeRemer" userId="a37f3d2d141577c5" providerId="Windows Live" clId="Web-{D09F103B-00AB-4A58-90F5-44B82EAB9EB2}" dt="2023-07-30T17:35:42.802" v="1009" actId="20577"/>
          <ac:spMkLst>
            <pc:docMk/>
            <pc:sldMk cId="3635156921" sldId="269"/>
            <ac:spMk id="2" creationId="{DBFD0A22-DAD0-88DD-9819-CB8AE20248DA}"/>
          </ac:spMkLst>
        </pc:spChg>
        <pc:spChg chg="mod">
          <ac:chgData name="Jeff DeRemer" userId="a37f3d2d141577c5" providerId="Windows Live" clId="Web-{D09F103B-00AB-4A58-90F5-44B82EAB9EB2}" dt="2023-07-30T17:36:48.835" v="1078" actId="20577"/>
          <ac:spMkLst>
            <pc:docMk/>
            <pc:sldMk cId="3635156921" sldId="269"/>
            <ac:spMk id="3" creationId="{05FF4D88-357A-DCBD-296C-0DC8BCD7742C}"/>
          </ac:spMkLst>
        </pc:spChg>
      </pc:sldChg>
      <pc:sldChg chg="modSp new">
        <pc:chgData name="Jeff DeRemer" userId="a37f3d2d141577c5" providerId="Windows Live" clId="Web-{D09F103B-00AB-4A58-90F5-44B82EAB9EB2}" dt="2023-07-31T12:54:23.377" v="1587" actId="20577"/>
        <pc:sldMkLst>
          <pc:docMk/>
          <pc:sldMk cId="3970354770" sldId="270"/>
        </pc:sldMkLst>
        <pc:spChg chg="mod">
          <ac:chgData name="Jeff DeRemer" userId="a37f3d2d141577c5" providerId="Windows Live" clId="Web-{D09F103B-00AB-4A58-90F5-44B82EAB9EB2}" dt="2023-07-31T12:54:00.517" v="1580" actId="20577"/>
          <ac:spMkLst>
            <pc:docMk/>
            <pc:sldMk cId="3970354770" sldId="270"/>
            <ac:spMk id="2" creationId="{53E652BD-A4ED-7E90-050F-59E85F8BB860}"/>
          </ac:spMkLst>
        </pc:spChg>
        <pc:spChg chg="mod">
          <ac:chgData name="Jeff DeRemer" userId="a37f3d2d141577c5" providerId="Windows Live" clId="Web-{D09F103B-00AB-4A58-90F5-44B82EAB9EB2}" dt="2023-07-31T12:54:23.377" v="1587" actId="20577"/>
          <ac:spMkLst>
            <pc:docMk/>
            <pc:sldMk cId="3970354770" sldId="270"/>
            <ac:spMk id="3" creationId="{61AF6800-11E9-7C21-591F-E71A6EA21787}"/>
          </ac:spMkLst>
        </pc:spChg>
      </pc:sldChg>
      <pc:sldChg chg="modSp new">
        <pc:chgData name="Jeff DeRemer" userId="a37f3d2d141577c5" providerId="Windows Live" clId="Web-{D09F103B-00AB-4A58-90F5-44B82EAB9EB2}" dt="2023-07-30T17:43:12.096" v="1481" actId="20577"/>
        <pc:sldMkLst>
          <pc:docMk/>
          <pc:sldMk cId="987859847" sldId="271"/>
        </pc:sldMkLst>
        <pc:spChg chg="mod">
          <ac:chgData name="Jeff DeRemer" userId="a37f3d2d141577c5" providerId="Windows Live" clId="Web-{D09F103B-00AB-4A58-90F5-44B82EAB9EB2}" dt="2023-07-30T17:39:35.496" v="1228" actId="20577"/>
          <ac:spMkLst>
            <pc:docMk/>
            <pc:sldMk cId="987859847" sldId="271"/>
            <ac:spMk id="2" creationId="{5F949B49-44D5-45C2-37C7-3B7069EF8CB7}"/>
          </ac:spMkLst>
        </pc:spChg>
        <pc:spChg chg="mod">
          <ac:chgData name="Jeff DeRemer" userId="a37f3d2d141577c5" providerId="Windows Live" clId="Web-{D09F103B-00AB-4A58-90F5-44B82EAB9EB2}" dt="2023-07-30T17:43:12.096" v="1481" actId="20577"/>
          <ac:spMkLst>
            <pc:docMk/>
            <pc:sldMk cId="987859847" sldId="271"/>
            <ac:spMk id="3" creationId="{8C4F18FC-A415-E9A9-26C7-5C5BF5B14BAA}"/>
          </ac:spMkLst>
        </pc:spChg>
      </pc:sldChg>
    </pc:docChg>
  </pc:docChgLst>
  <pc:docChgLst>
    <pc:chgData name="Jeff DeRemer" userId="a37f3d2d141577c5" providerId="Windows Live" clId="Web-{7D80B260-A954-4341-834C-5A7A87C1BCD9}"/>
    <pc:docChg chg="modSld">
      <pc:chgData name="Jeff DeRemer" userId="a37f3d2d141577c5" providerId="Windows Live" clId="Web-{7D80B260-A954-4341-834C-5A7A87C1BCD9}" dt="2023-08-11T01:18:12.753" v="24" actId="20577"/>
      <pc:docMkLst>
        <pc:docMk/>
      </pc:docMkLst>
      <pc:sldChg chg="modSp">
        <pc:chgData name="Jeff DeRemer" userId="a37f3d2d141577c5" providerId="Windows Live" clId="Web-{7D80B260-A954-4341-834C-5A7A87C1BCD9}" dt="2023-08-11T01:17:15.627" v="6" actId="20577"/>
        <pc:sldMkLst>
          <pc:docMk/>
          <pc:sldMk cId="1924493145" sldId="263"/>
        </pc:sldMkLst>
        <pc:spChg chg="mod">
          <ac:chgData name="Jeff DeRemer" userId="a37f3d2d141577c5" providerId="Windows Live" clId="Web-{7D80B260-A954-4341-834C-5A7A87C1BCD9}" dt="2023-08-11T01:17:07.064" v="3" actId="20577"/>
          <ac:spMkLst>
            <pc:docMk/>
            <pc:sldMk cId="1924493145" sldId="263"/>
            <ac:spMk id="2" creationId="{00650F41-EE36-FC9E-8660-95C353835D26}"/>
          </ac:spMkLst>
        </pc:spChg>
        <pc:spChg chg="mod">
          <ac:chgData name="Jeff DeRemer" userId="a37f3d2d141577c5" providerId="Windows Live" clId="Web-{7D80B260-A954-4341-834C-5A7A87C1BCD9}" dt="2023-08-11T01:17:15.627" v="6" actId="20577"/>
          <ac:spMkLst>
            <pc:docMk/>
            <pc:sldMk cId="1924493145" sldId="263"/>
            <ac:spMk id="3" creationId="{00000000-0000-0000-0000-000000000000}"/>
          </ac:spMkLst>
        </pc:spChg>
      </pc:sldChg>
      <pc:sldChg chg="modSp">
        <pc:chgData name="Jeff DeRemer" userId="a37f3d2d141577c5" providerId="Windows Live" clId="Web-{7D80B260-A954-4341-834C-5A7A87C1BCD9}" dt="2023-08-11T01:17:45.659" v="9" actId="20577"/>
        <pc:sldMkLst>
          <pc:docMk/>
          <pc:sldMk cId="482172162" sldId="264"/>
        </pc:sldMkLst>
        <pc:spChg chg="mod">
          <ac:chgData name="Jeff DeRemer" userId="a37f3d2d141577c5" providerId="Windows Live" clId="Web-{7D80B260-A954-4341-834C-5A7A87C1BCD9}" dt="2023-08-11T01:17:45.659" v="9" actId="20577"/>
          <ac:spMkLst>
            <pc:docMk/>
            <pc:sldMk cId="482172162" sldId="264"/>
            <ac:spMk id="3" creationId="{738144DE-D4E8-59DB-7987-E218256F075B}"/>
          </ac:spMkLst>
        </pc:spChg>
      </pc:sldChg>
      <pc:sldChg chg="modSp">
        <pc:chgData name="Jeff DeRemer" userId="a37f3d2d141577c5" providerId="Windows Live" clId="Web-{7D80B260-A954-4341-834C-5A7A87C1BCD9}" dt="2023-08-11T01:17:50.893" v="13" actId="20577"/>
        <pc:sldMkLst>
          <pc:docMk/>
          <pc:sldMk cId="1395147883" sldId="265"/>
        </pc:sldMkLst>
        <pc:spChg chg="mod">
          <ac:chgData name="Jeff DeRemer" userId="a37f3d2d141577c5" providerId="Windows Live" clId="Web-{7D80B260-A954-4341-834C-5A7A87C1BCD9}" dt="2023-08-11T01:17:50.893" v="13" actId="20577"/>
          <ac:spMkLst>
            <pc:docMk/>
            <pc:sldMk cId="1395147883" sldId="265"/>
            <ac:spMk id="3" creationId="{D1DBC0ED-84DF-E76C-AB26-EFE3BF76BC5E}"/>
          </ac:spMkLst>
        </pc:spChg>
      </pc:sldChg>
      <pc:sldChg chg="modSp">
        <pc:chgData name="Jeff DeRemer" userId="a37f3d2d141577c5" providerId="Windows Live" clId="Web-{7D80B260-A954-4341-834C-5A7A87C1BCD9}" dt="2023-08-11T01:17:55.503" v="16" actId="20577"/>
        <pc:sldMkLst>
          <pc:docMk/>
          <pc:sldMk cId="2258075050" sldId="266"/>
        </pc:sldMkLst>
        <pc:spChg chg="mod">
          <ac:chgData name="Jeff DeRemer" userId="a37f3d2d141577c5" providerId="Windows Live" clId="Web-{7D80B260-A954-4341-834C-5A7A87C1BCD9}" dt="2023-08-11T01:17:55.503" v="16" actId="20577"/>
          <ac:spMkLst>
            <pc:docMk/>
            <pc:sldMk cId="2258075050" sldId="266"/>
            <ac:spMk id="3" creationId="{3F32625D-0F28-4F06-2B38-15056ACCBD32}"/>
          </ac:spMkLst>
        </pc:spChg>
      </pc:sldChg>
      <pc:sldChg chg="modSp">
        <pc:chgData name="Jeff DeRemer" userId="a37f3d2d141577c5" providerId="Windows Live" clId="Web-{7D80B260-A954-4341-834C-5A7A87C1BCD9}" dt="2023-08-11T01:18:00.409" v="19" actId="20577"/>
        <pc:sldMkLst>
          <pc:docMk/>
          <pc:sldMk cId="2712158195" sldId="267"/>
        </pc:sldMkLst>
        <pc:spChg chg="mod">
          <ac:chgData name="Jeff DeRemer" userId="a37f3d2d141577c5" providerId="Windows Live" clId="Web-{7D80B260-A954-4341-834C-5A7A87C1BCD9}" dt="2023-08-11T01:18:00.409" v="19" actId="20577"/>
          <ac:spMkLst>
            <pc:docMk/>
            <pc:sldMk cId="2712158195" sldId="267"/>
            <ac:spMk id="3" creationId="{3D2661D9-A39C-A415-CCF1-32944F7871CC}"/>
          </ac:spMkLst>
        </pc:spChg>
      </pc:sldChg>
      <pc:sldChg chg="modSp">
        <pc:chgData name="Jeff DeRemer" userId="a37f3d2d141577c5" providerId="Windows Live" clId="Web-{7D80B260-A954-4341-834C-5A7A87C1BCD9}" dt="2023-08-11T01:18:05.409" v="22" actId="20577"/>
        <pc:sldMkLst>
          <pc:docMk/>
          <pc:sldMk cId="4280899429" sldId="268"/>
        </pc:sldMkLst>
        <pc:spChg chg="mod">
          <ac:chgData name="Jeff DeRemer" userId="a37f3d2d141577c5" providerId="Windows Live" clId="Web-{7D80B260-A954-4341-834C-5A7A87C1BCD9}" dt="2023-08-11T01:18:05.409" v="22" actId="20577"/>
          <ac:spMkLst>
            <pc:docMk/>
            <pc:sldMk cId="4280899429" sldId="268"/>
            <ac:spMk id="3" creationId="{A3B66432-E806-0BED-419C-38E1C54D3279}"/>
          </ac:spMkLst>
        </pc:spChg>
      </pc:sldChg>
      <pc:sldChg chg="modSp">
        <pc:chgData name="Jeff DeRemer" userId="a37f3d2d141577c5" providerId="Windows Live" clId="Web-{7D80B260-A954-4341-834C-5A7A87C1BCD9}" dt="2023-08-11T01:18:07.644" v="23" actId="20577"/>
        <pc:sldMkLst>
          <pc:docMk/>
          <pc:sldMk cId="3635156921" sldId="269"/>
        </pc:sldMkLst>
        <pc:spChg chg="mod">
          <ac:chgData name="Jeff DeRemer" userId="a37f3d2d141577c5" providerId="Windows Live" clId="Web-{7D80B260-A954-4341-834C-5A7A87C1BCD9}" dt="2023-08-11T01:18:07.644" v="23" actId="20577"/>
          <ac:spMkLst>
            <pc:docMk/>
            <pc:sldMk cId="3635156921" sldId="269"/>
            <ac:spMk id="3" creationId="{05FF4D88-357A-DCBD-296C-0DC8BCD7742C}"/>
          </ac:spMkLst>
        </pc:spChg>
      </pc:sldChg>
      <pc:sldChg chg="modSp">
        <pc:chgData name="Jeff DeRemer" userId="a37f3d2d141577c5" providerId="Windows Live" clId="Web-{7D80B260-A954-4341-834C-5A7A87C1BCD9}" dt="2023-08-11T01:18:12.753" v="24" actId="20577"/>
        <pc:sldMkLst>
          <pc:docMk/>
          <pc:sldMk cId="3970354770" sldId="270"/>
        </pc:sldMkLst>
        <pc:spChg chg="mod">
          <ac:chgData name="Jeff DeRemer" userId="a37f3d2d141577c5" providerId="Windows Live" clId="Web-{7D80B260-A954-4341-834C-5A7A87C1BCD9}" dt="2023-08-11T01:18:12.753" v="24" actId="20577"/>
          <ac:spMkLst>
            <pc:docMk/>
            <pc:sldMk cId="3970354770" sldId="270"/>
            <ac:spMk id="3" creationId="{61AF6800-11E9-7C21-591F-E71A6EA2178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838200" y="435490"/>
            <a:ext cx="10515600" cy="612247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cs typeface="Calibri"/>
              </a:rPr>
              <a:t>Hi. I'm Jeff DeRemer</a:t>
            </a:r>
          </a:p>
          <a:p>
            <a:r>
              <a:rPr lang="en-US" dirty="0">
                <a:cs typeface="Calibri"/>
              </a:rPr>
              <a:t>I see a lot wrong with this country, frankly the world</a:t>
            </a:r>
          </a:p>
          <a:p>
            <a:pPr lvl="1"/>
            <a:r>
              <a:rPr lang="en-US" dirty="0">
                <a:cs typeface="Calibri"/>
              </a:rPr>
              <a:t>unchecked climate change</a:t>
            </a:r>
          </a:p>
          <a:p>
            <a:pPr lvl="1"/>
            <a:r>
              <a:rPr lang="en-US" dirty="0">
                <a:cs typeface="Calibri"/>
              </a:rPr>
              <a:t>increasing political divides</a:t>
            </a:r>
          </a:p>
          <a:p>
            <a:pPr lvl="1"/>
            <a:r>
              <a:rPr lang="en-US">
                <a:cs typeface="Calibri"/>
              </a:rPr>
              <a:t>widening</a:t>
            </a:r>
            <a:r>
              <a:rPr lang="en-US" dirty="0">
                <a:cs typeface="Calibri"/>
              </a:rPr>
              <a:t> gaps between the haves &amp; have nots – I could go on and on</a:t>
            </a:r>
            <a:endParaRPr lang="en-US"/>
          </a:p>
          <a:p>
            <a:r>
              <a:rPr lang="en-US" dirty="0">
                <a:cs typeface="Calibri"/>
              </a:rPr>
              <a:t>And I don't see the leadership necessary to step up and solve these problems. If anything, many of them seem to be trying to make it worse</a:t>
            </a:r>
          </a:p>
          <a:p>
            <a:r>
              <a:rPr lang="en-US" sz="2600" dirty="0">
                <a:cs typeface="Calibri"/>
              </a:rPr>
              <a:t>I've never done this before but I can't sit by and do nothing. This will be a bit rough but I think it's more important to get these messages out </a:t>
            </a:r>
            <a:r>
              <a:rPr lang="en-US" sz="2600" i="1" dirty="0">
                <a:cs typeface="Calibri"/>
              </a:rPr>
              <a:t>quickly</a:t>
            </a:r>
            <a:r>
              <a:rPr lang="en-US" sz="2600" dirty="0">
                <a:cs typeface="Calibri"/>
              </a:rPr>
              <a:t> than </a:t>
            </a:r>
            <a:r>
              <a:rPr lang="en-US" sz="2600" i="1" dirty="0">
                <a:cs typeface="Calibri"/>
              </a:rPr>
              <a:t>perfectly</a:t>
            </a:r>
          </a:p>
          <a:p>
            <a:r>
              <a:rPr lang="en-US" dirty="0">
                <a:cs typeface="Calibri"/>
              </a:rPr>
              <a:t>I'm hoping to tell you about some big ideas I have – things like flying cars, space elevators, new parks, new form of PT work to earn vacations, new software, and most importantly to me; bringing back community</a:t>
            </a: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4493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144DE-D4E8-59DB-7987-E218256F0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8166"/>
            <a:ext cx="10515600" cy="56487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I'm even considering announcing a candidacy for President of the United States to lead these changes</a:t>
            </a:r>
          </a:p>
          <a:p>
            <a:r>
              <a:rPr lang="en-US" dirty="0">
                <a:cs typeface="Calibri"/>
              </a:rPr>
              <a:t>I know you've heard a lot big-but-empty promises</a:t>
            </a:r>
          </a:p>
          <a:p>
            <a:r>
              <a:rPr lang="en-US" dirty="0">
                <a:cs typeface="Calibri"/>
              </a:rPr>
              <a:t>I hope to demonstrate that my ideas are things we can all work towards, </a:t>
            </a:r>
            <a:r>
              <a:rPr lang="en-US" i="1" dirty="0">
                <a:cs typeface="Calibri"/>
              </a:rPr>
              <a:t>now</a:t>
            </a:r>
          </a:p>
          <a:p>
            <a:r>
              <a:rPr lang="en-US" dirty="0">
                <a:cs typeface="Calibri"/>
              </a:rPr>
              <a:t>If – like me – you are maybe a bit </a:t>
            </a:r>
            <a:r>
              <a:rPr lang="en-US" i="1" dirty="0">
                <a:cs typeface="Calibri"/>
              </a:rPr>
              <a:t>disgusted</a:t>
            </a:r>
            <a:r>
              <a:rPr lang="en-US" dirty="0">
                <a:cs typeface="Calibri"/>
              </a:rPr>
              <a:t> with the current state &amp; downward direction of the world, and see you see some promise in </a:t>
            </a:r>
            <a:r>
              <a:rPr lang="en-US" i="1" dirty="0">
                <a:cs typeface="Calibri"/>
              </a:rPr>
              <a:t>any one</a:t>
            </a:r>
            <a:r>
              <a:rPr lang="en-US" dirty="0">
                <a:cs typeface="Calibri"/>
              </a:rPr>
              <a:t> of these ideas, I hope you'll join me -- with your money, with your time, with your support. More on that near the end</a:t>
            </a:r>
          </a:p>
        </p:txBody>
      </p:sp>
    </p:spTree>
    <p:extLst>
      <p:ext uri="{BB962C8B-B14F-4D97-AF65-F5344CB8AC3E}">
        <p14:creationId xmlns:p14="http://schemas.microsoft.com/office/powerpoint/2010/main" val="482172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BC0ED-84DF-E76C-AB26-EFE3BF76B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5193"/>
            <a:ext cx="10515600" cy="57517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I've dreamt of flying cars my entire life</a:t>
            </a:r>
          </a:p>
          <a:p>
            <a:r>
              <a:rPr lang="en-US" dirty="0">
                <a:cs typeface="Calibri"/>
              </a:rPr>
              <a:t>I'm sure you have seen other models of flying cars</a:t>
            </a:r>
          </a:p>
          <a:p>
            <a:r>
              <a:rPr lang="en-US" dirty="0">
                <a:cs typeface="Calibri"/>
              </a:rPr>
              <a:t>to put it bluntly, the other models suck </a:t>
            </a:r>
          </a:p>
          <a:p>
            <a:pPr lvl="1"/>
            <a:r>
              <a:rPr lang="en-US" dirty="0">
                <a:cs typeface="Calibri"/>
              </a:rPr>
              <a:t>They're toys for the wealthy</a:t>
            </a:r>
          </a:p>
          <a:p>
            <a:pPr lvl="1"/>
            <a:r>
              <a:rPr lang="en-US" dirty="0">
                <a:cs typeface="Calibri"/>
              </a:rPr>
              <a:t>they don't seem destined to work safely</a:t>
            </a:r>
            <a:endParaRPr lang="en-US" dirty="0"/>
          </a:p>
          <a:p>
            <a:r>
              <a:rPr lang="en-US" dirty="0">
                <a:cs typeface="Calibri"/>
              </a:rPr>
              <a:t>My ideas involve personal-use pods, of different sizes, developed with economical materials, focused on redundancy &amp; safety</a:t>
            </a:r>
          </a:p>
          <a:p>
            <a:r>
              <a:rPr lang="en-US" dirty="0">
                <a:cs typeface="Calibri"/>
              </a:rPr>
              <a:t>They start there – and expand to larger buses which can carry multiple cars/pods. </a:t>
            </a:r>
          </a:p>
          <a:p>
            <a:r>
              <a:rPr lang="en-US" dirty="0">
                <a:cs typeface="Calibri"/>
              </a:rPr>
              <a:t>We develop gliders along the way and eventually; a space elevator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147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2625D-0F28-4F06-2B38-15056ACCB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4004"/>
            <a:ext cx="10515600" cy="57929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To raise money for these efforts, I envision something I call "Terran-Astral Parks"</a:t>
            </a:r>
            <a:endParaRPr lang="en-US" dirty="0"/>
          </a:p>
          <a:p>
            <a:r>
              <a:rPr lang="en-US" dirty="0">
                <a:cs typeface="Calibri"/>
              </a:rPr>
              <a:t>These will be places to visit, ride through, eat, recharge, reconnect, go on vacation, hold events</a:t>
            </a:r>
            <a:endParaRPr lang="en-US"/>
          </a:p>
          <a:p>
            <a:r>
              <a:rPr lang="en-US" dirty="0">
                <a:cs typeface="Calibri"/>
              </a:rPr>
              <a:t>These will be run differently than what you think of as national parks, restaurants, theme parks, &amp; businesses of today. </a:t>
            </a:r>
          </a:p>
          <a:p>
            <a:r>
              <a:rPr lang="en-US" dirty="0">
                <a:cs typeface="Calibri"/>
              </a:rPr>
              <a:t>Imagine; leased cooking/working/gardening/hobby spaces, long nature trips, enjoying sunrises and sunsets from all over</a:t>
            </a:r>
          </a:p>
          <a:p>
            <a:pPr marL="0" indent="0">
              <a:buNone/>
            </a:pP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8075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661D9-A39C-A415-CCF1-32944F787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8463"/>
            <a:ext cx="10515600" cy="56385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cs typeface="Calibri"/>
              </a:rPr>
              <a:t>We will need input from as many people as possible to build and maintain Terran-Astral Parks, Cars, &amp; a systems to run it all, if we are to ever get this "vision of up" started</a:t>
            </a:r>
          </a:p>
          <a:p>
            <a:r>
              <a:rPr lang="en-US" dirty="0">
                <a:cs typeface="Calibri"/>
              </a:rPr>
              <a:t>I don't picture hiring individuals for FT jobs. I see folks doing tasks/roles to earn credits toward pods and time and/or services in the parks</a:t>
            </a:r>
          </a:p>
          <a:p>
            <a:r>
              <a:rPr lang="en-US" dirty="0">
                <a:cs typeface="Calibri"/>
              </a:rPr>
              <a:t>work could look like leasing a spot in the park to provide a service (barbershop approach)</a:t>
            </a:r>
          </a:p>
          <a:p>
            <a:r>
              <a:rPr lang="en-US" dirty="0">
                <a:cs typeface="Calibri"/>
              </a:rPr>
              <a:t>filling requests </a:t>
            </a:r>
            <a:endParaRPr lang="en-US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planting trees </a:t>
            </a:r>
          </a:p>
          <a:p>
            <a:pPr lvl="1"/>
            <a:r>
              <a:rPr lang="en-US" dirty="0">
                <a:cs typeface="Calibri"/>
              </a:rPr>
              <a:t>construction of the materials </a:t>
            </a:r>
          </a:p>
          <a:p>
            <a:pPr lvl="1"/>
            <a:r>
              <a:rPr lang="en-US" dirty="0">
                <a:cs typeface="Calibri"/>
              </a:rPr>
              <a:t>all the way up to leadership responsibilities </a:t>
            </a:r>
            <a:endParaRPr lang="en-US" dirty="0"/>
          </a:p>
          <a:p>
            <a:r>
              <a:rPr lang="en-US" dirty="0">
                <a:cs typeface="Calibri"/>
              </a:rPr>
              <a:t>The goal is flexibility </a:t>
            </a:r>
            <a:r>
              <a:rPr lang="en-US" i="1" dirty="0">
                <a:cs typeface="Calibri"/>
              </a:rPr>
              <a:t>and</a:t>
            </a:r>
            <a:r>
              <a:rPr lang="en-US" dirty="0">
                <a:cs typeface="Calibri"/>
              </a:rPr>
              <a:t> fun, at the same time as getting the right expertise/experience involved at every step</a:t>
            </a:r>
          </a:p>
        </p:txBody>
      </p:sp>
    </p:spTree>
    <p:extLst>
      <p:ext uri="{BB962C8B-B14F-4D97-AF65-F5344CB8AC3E}">
        <p14:creationId xmlns:p14="http://schemas.microsoft.com/office/powerpoint/2010/main" val="2712158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66432-E806-0BED-419C-38E1C54D3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5788"/>
            <a:ext cx="10515600" cy="57311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For now, you would keep your current jobs/sources of income</a:t>
            </a:r>
            <a:endParaRPr lang="en-US" dirty="0"/>
          </a:p>
          <a:p>
            <a:pPr lvl="1"/>
            <a:r>
              <a:rPr lang="en-US" dirty="0">
                <a:cs typeface="Calibri"/>
              </a:rPr>
              <a:t>in time that model could change</a:t>
            </a:r>
          </a:p>
          <a:p>
            <a:r>
              <a:rPr lang="en-US" dirty="0">
                <a:cs typeface="Calibri"/>
              </a:rPr>
              <a:t>I also see pay/compensation a bit differently</a:t>
            </a:r>
          </a:p>
          <a:p>
            <a:pPr lvl="1"/>
            <a:r>
              <a:rPr lang="en-US" dirty="0">
                <a:cs typeface="Calibri"/>
              </a:rPr>
              <a:t>I appreciate all workers equally – not based on their country of origin</a:t>
            </a:r>
          </a:p>
          <a:p>
            <a:pPr lvl="1"/>
            <a:r>
              <a:rPr lang="en-US" dirty="0">
                <a:cs typeface="Calibri"/>
              </a:rPr>
              <a:t>instead; I hope to create a system of standardized credits </a:t>
            </a:r>
          </a:p>
          <a:p>
            <a:pPr lvl="2"/>
            <a:r>
              <a:rPr lang="en-US" dirty="0">
                <a:cs typeface="Calibri"/>
              </a:rPr>
              <a:t>think points on reward cards</a:t>
            </a:r>
          </a:p>
          <a:p>
            <a:pPr lvl="1"/>
            <a:r>
              <a:rPr lang="en-US" dirty="0">
                <a:cs typeface="Calibri"/>
              </a:rPr>
              <a:t>As you complete work, you – and your community – earn redeemable credits</a:t>
            </a:r>
          </a:p>
          <a:p>
            <a:r>
              <a:rPr lang="en-US" dirty="0">
                <a:cs typeface="Calibri"/>
              </a:rPr>
              <a:t>More about work &amp; community in follow-up messages, please just know this piece is critical to me. This idea is at the core of how we build flying cars, where we base our parks, and hopefully creating a sense of responsibility &amp; personal accountability </a:t>
            </a:r>
          </a:p>
          <a:p>
            <a:r>
              <a:rPr lang="en-US" dirty="0">
                <a:cs typeface="Calibri"/>
              </a:rPr>
              <a:t>I don't want to own these entities or turn them into anything that looks like today's corporate world</a:t>
            </a:r>
          </a:p>
        </p:txBody>
      </p:sp>
    </p:spTree>
    <p:extLst>
      <p:ext uri="{BB962C8B-B14F-4D97-AF65-F5344CB8AC3E}">
        <p14:creationId xmlns:p14="http://schemas.microsoft.com/office/powerpoint/2010/main" val="4280899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F6800-11E9-7C21-591F-E71A6EA21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4004"/>
            <a:ext cx="10515600" cy="57929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All of this will require new software systems -- one of which I call The Concierge</a:t>
            </a:r>
          </a:p>
          <a:p>
            <a:r>
              <a:rPr lang="en-US" dirty="0">
                <a:cs typeface="Calibri"/>
              </a:rPr>
              <a:t>just like the person behind the desk at a luxury hotel, who has access to that place &amp; all of its relevant content, but would also be able to get to know </a:t>
            </a:r>
            <a:r>
              <a:rPr lang="en-US" i="1" dirty="0">
                <a:cs typeface="Calibri"/>
              </a:rPr>
              <a:t>you</a:t>
            </a:r>
            <a:r>
              <a:rPr lang="en-US" dirty="0">
                <a:cs typeface="Calibri"/>
              </a:rPr>
              <a:t> to make the best recommendations for </a:t>
            </a:r>
            <a:r>
              <a:rPr lang="en-US" i="1" dirty="0">
                <a:cs typeface="Calibri"/>
              </a:rPr>
              <a:t>you</a:t>
            </a:r>
          </a:p>
          <a:p>
            <a:r>
              <a:rPr lang="en-US" dirty="0">
                <a:cs typeface="Calibri"/>
              </a:rPr>
              <a:t>I have a LOT more detail on the Systems pieces in follow-up messages -- I've spent over 20 years as a software developer – but I know that topic is not for everyone</a:t>
            </a:r>
          </a:p>
          <a:p>
            <a:r>
              <a:rPr lang="en-US" dirty="0" err="1">
                <a:cs typeface="Calibri"/>
              </a:rPr>
              <a:t>i</a:t>
            </a:r>
            <a:r>
              <a:rPr lang="en-US" dirty="0">
                <a:cs typeface="Calibri"/>
              </a:rPr>
              <a:t> am going to need </a:t>
            </a:r>
            <a:r>
              <a:rPr lang="en-US" u="sng" dirty="0">
                <a:cs typeface="Calibri"/>
              </a:rPr>
              <a:t>many</a:t>
            </a:r>
            <a:r>
              <a:rPr lang="en-US" dirty="0">
                <a:cs typeface="Calibri"/>
              </a:rPr>
              <a:t> others to help me build this out – so let me know if this is you!</a:t>
            </a:r>
            <a:endParaRPr lang="en-US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70354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F18FC-A415-E9A9-26C7-5C5BF5B14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815"/>
            <a:ext cx="10515600" cy="583414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 dirty="0">
                <a:cs typeface="Calibri"/>
              </a:rPr>
              <a:t>You're probably saying who is this nobody, coming out of nowhere, making all of these big promises?</a:t>
            </a:r>
          </a:p>
          <a:p>
            <a:r>
              <a:rPr lang="en-US" dirty="0">
                <a:cs typeface="Calibri"/>
              </a:rPr>
              <a:t>I've always been different. I've always seen the world differently. </a:t>
            </a:r>
            <a:endParaRPr lang="en-US">
              <a:cs typeface="Calibri"/>
            </a:endParaRPr>
          </a:p>
          <a:p>
            <a:r>
              <a:rPr lang="en-US" dirty="0">
                <a:cs typeface="Calibri"/>
              </a:rPr>
              <a:t>I'm just someone who wants, &amp; needs Change</a:t>
            </a:r>
          </a:p>
          <a:p>
            <a:r>
              <a:rPr lang="en-US" dirty="0">
                <a:cs typeface="Calibri"/>
              </a:rPr>
              <a:t>I hope to build something we can all believe in. I know I'm dreaming big here.</a:t>
            </a:r>
            <a:endParaRPr lang="en-US"/>
          </a:p>
          <a:p>
            <a:r>
              <a:rPr lang="en-US" dirty="0">
                <a:cs typeface="Calibri"/>
              </a:rPr>
              <a:t>I think the world I am trying to imagine would be a better place for all of us and so I'm taking this big, scary, crazy step.</a:t>
            </a:r>
          </a:p>
          <a:p>
            <a:r>
              <a:rPr lang="en-US">
                <a:cs typeface="Calibri"/>
              </a:rPr>
              <a:t>Let me hear from you in </a:t>
            </a:r>
            <a:r>
              <a:rPr lang="en-US" dirty="0">
                <a:cs typeface="Calibri"/>
              </a:rPr>
              <a:t>some small way?</a:t>
            </a:r>
          </a:p>
          <a:p>
            <a:pPr lvl="1"/>
            <a:r>
              <a:rPr lang="en-US" dirty="0">
                <a:cs typeface="Calibri"/>
              </a:rPr>
              <a:t>maybe donate a few bucks, if you have it </a:t>
            </a:r>
          </a:p>
          <a:p>
            <a:pPr lvl="1"/>
            <a:r>
              <a:rPr lang="en-US" dirty="0">
                <a:cs typeface="Calibri"/>
              </a:rPr>
              <a:t>Let me know if you would want to help with any of this work?</a:t>
            </a:r>
          </a:p>
          <a:p>
            <a:pPr lvl="1"/>
            <a:r>
              <a:rPr lang="en-US" dirty="0">
                <a:cs typeface="Calibri"/>
              </a:rPr>
              <a:t>I just need to know that some of you have heard me -- </a:t>
            </a:r>
            <a:r>
              <a:rPr lang="en-US" sz="2500" dirty="0">
                <a:cs typeface="Calibri"/>
              </a:rPr>
              <a:t>#TerranAstra</a:t>
            </a: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And yes – if you know someone who can help improve these messages – that would be great, too</a:t>
            </a:r>
          </a:p>
        </p:txBody>
      </p:sp>
    </p:spTree>
    <p:extLst>
      <p:ext uri="{BB962C8B-B14F-4D97-AF65-F5344CB8AC3E}">
        <p14:creationId xmlns:p14="http://schemas.microsoft.com/office/powerpoint/2010/main" val="987859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411</cp:revision>
  <dcterms:created xsi:type="dcterms:W3CDTF">2023-07-30T11:13:16Z</dcterms:created>
  <dcterms:modified xsi:type="dcterms:W3CDTF">2023-09-16T15:58:24Z</dcterms:modified>
</cp:coreProperties>
</file>