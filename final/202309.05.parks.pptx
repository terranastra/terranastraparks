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94" r:id="rId3"/>
    <p:sldId id="266" r:id="rId4"/>
    <p:sldId id="307" r:id="rId5"/>
    <p:sldId id="308" r:id="rId6"/>
    <p:sldId id="267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9F985-F149-4C5F-8B47-876A0F02611B}" v="196" dt="2023-07-09T16:56:03.518"/>
    <p1510:client id="{0BDED9F4-44CE-425C-96BA-E94E9F532312}" v="3584" dt="2023-07-08T15:38:03.634"/>
    <p1510:client id="{1223BCE1-4C89-41A7-8BEE-CB59582820A3}" v="249" dt="2023-07-08T16:16:33.004"/>
    <p1510:client id="{1D8C70B6-822F-45A3-9FA8-4D04D39FEA7F}" v="946" dt="2023-07-23T18:57:04.999"/>
    <p1510:client id="{2C89035A-D4C0-42E0-8F7B-602192D4449B}" v="18229" dt="2023-07-01T18:39:19.477"/>
    <p1510:client id="{42EDC90B-4339-41B8-BCE6-C8EF18E5B55E}" v="303" dt="2023-07-08T11:20:15.776"/>
    <p1510:client id="{437F9473-31E1-4FC1-A591-DF6B779AC242}" v="134" dt="2023-09-01T19:08:34.063"/>
    <p1510:client id="{440B02FF-CBA4-4939-A8C4-9DEDA1DD0B81}" v="898" dt="2023-07-23T18:16:14.708"/>
    <p1510:client id="{5BCE91C0-95A6-48B0-AF61-5AFECFED59A2}" v="118" dt="2023-07-09T15:04:15.203"/>
    <p1510:client id="{737A9984-4C3A-4A06-A56A-38548B16413A}" v="10" dt="2023-07-23T15:35:43.637"/>
    <p1510:client id="{75DACE6C-8541-45F6-BC50-3594DC9DD107}" v="4958" dt="2023-07-02T15:25:35.437"/>
    <p1510:client id="{78709633-10D0-46A9-B600-506D0A837346}" v="317" dt="2023-09-01T19:50:15.938"/>
    <p1510:client id="{84FDC6C0-EB0C-48F3-B9B4-1D7FAE88DCC6}" v="373" dt="2023-07-27T18:54:37.885"/>
    <p1510:client id="{887904E5-101B-4198-B41C-CB7CF2220861}" v="32" dt="2023-07-09T14:50:25.165"/>
    <p1510:client id="{92EF2564-113B-429D-A8A2-071C7699B284}" v="11613" dt="2023-07-02T23:27:50.992"/>
    <p1510:client id="{9E117ABD-92DE-4419-A102-9EC7AD5D949C}" v="1561" dt="2023-09-02T21:44:57.845"/>
    <p1510:client id="{9F28D5C8-2B8B-4C36-840A-84D9CE3ABDD9}" v="69" dt="2023-07-08T15:47:15.574"/>
    <p1510:client id="{A6BECA11-9D7C-43E7-A7C4-03BEAA99AD62}" v="78" dt="2023-07-08T17:19:20.380"/>
    <p1510:client id="{A79622ED-45C5-49CA-B4C5-3A324EB20FD8}" v="753" dt="2023-07-01T19:16:20.682"/>
    <p1510:client id="{B26B62FC-1869-4897-87A8-C4D70978CF54}" v="236" dt="2023-07-24T00:03:48.680"/>
    <p1510:client id="{C5C4C69A-C9AB-413A-9E04-A2ECC18226DA}" v="3" dt="2023-07-09T11:13:25.513"/>
    <p1510:client id="{D9BBC0EC-0D5B-42D0-A894-C3748449BDCD}" v="313" dt="2023-07-09T12:26:19.550"/>
    <p1510:client id="{F453DC0A-5A79-4B0E-A6BB-37057526593A}" v="50" dt="2023-07-09T18:22:19.420"/>
    <p1510:client id="{F53B665C-8E0F-4624-9FB6-6EF94641C9ED}" v="287" dt="2023-07-09T10:44:29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DeRemer" userId="a37f3d2d141577c5" providerId="Windows Live" clId="Web-{1D8C70B6-822F-45A3-9FA8-4D04D39FEA7F}"/>
    <pc:docChg chg="addSld modSld sldOrd addSection delSection modSection">
      <pc:chgData name="Jeff DeRemer" userId="a37f3d2d141577c5" providerId="Windows Live" clId="Web-{1D8C70B6-822F-45A3-9FA8-4D04D39FEA7F}" dt="2023-07-23T18:57:04.999" v="959"/>
      <pc:docMkLst>
        <pc:docMk/>
      </pc:docMkLst>
      <pc:sldChg chg="modSp">
        <pc:chgData name="Jeff DeRemer" userId="a37f3d2d141577c5" providerId="Windows Live" clId="Web-{1D8C70B6-822F-45A3-9FA8-4D04D39FEA7F}" dt="2023-07-23T18:17:51.426" v="22" actId="20577"/>
        <pc:sldMkLst>
          <pc:docMk/>
          <pc:sldMk cId="1537062186" sldId="259"/>
        </pc:sldMkLst>
        <pc:spChg chg="mod">
          <ac:chgData name="Jeff DeRemer" userId="a37f3d2d141577c5" providerId="Windows Live" clId="Web-{1D8C70B6-822F-45A3-9FA8-4D04D39FEA7F}" dt="2023-07-23T18:17:51.426" v="22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modSp">
        <pc:chgData name="Jeff DeRemer" userId="a37f3d2d141577c5" providerId="Windows Live" clId="Web-{1D8C70B6-822F-45A3-9FA8-4D04D39FEA7F}" dt="2023-07-23T18:23:57.014" v="186" actId="20577"/>
        <pc:sldMkLst>
          <pc:docMk/>
          <pc:sldMk cId="3800418244" sldId="260"/>
        </pc:sldMkLst>
        <pc:spChg chg="mod">
          <ac:chgData name="Jeff DeRemer" userId="a37f3d2d141577c5" providerId="Windows Live" clId="Web-{1D8C70B6-822F-45A3-9FA8-4D04D39FEA7F}" dt="2023-07-23T18:23:57.014" v="186" actId="20577"/>
          <ac:spMkLst>
            <pc:docMk/>
            <pc:sldMk cId="3800418244" sldId="260"/>
            <ac:spMk id="3" creationId="{0C5B5C69-3010-67FC-1E38-ECFAC33F0253}"/>
          </ac:spMkLst>
        </pc:spChg>
      </pc:sldChg>
      <pc:sldChg chg="modSp">
        <pc:chgData name="Jeff DeRemer" userId="a37f3d2d141577c5" providerId="Windows Live" clId="Web-{1D8C70B6-822F-45A3-9FA8-4D04D39FEA7F}" dt="2023-07-23T18:19:50.226" v="90" actId="20577"/>
        <pc:sldMkLst>
          <pc:docMk/>
          <pc:sldMk cId="1862461135" sldId="261"/>
        </pc:sldMkLst>
        <pc:spChg chg="mod">
          <ac:chgData name="Jeff DeRemer" userId="a37f3d2d141577c5" providerId="Windows Live" clId="Web-{1D8C70B6-822F-45A3-9FA8-4D04D39FEA7F}" dt="2023-07-23T18:19:50.226" v="90" actId="20577"/>
          <ac:spMkLst>
            <pc:docMk/>
            <pc:sldMk cId="1862461135" sldId="261"/>
            <ac:spMk id="3" creationId="{4FA58D88-1C41-4DB8-50F5-C0148DF26DEC}"/>
          </ac:spMkLst>
        </pc:spChg>
      </pc:sldChg>
      <pc:sldChg chg="modSp ord">
        <pc:chgData name="Jeff DeRemer" userId="a37f3d2d141577c5" providerId="Windows Live" clId="Web-{1D8C70B6-822F-45A3-9FA8-4D04D39FEA7F}" dt="2023-07-23T18:24:14.780" v="190" actId="20577"/>
        <pc:sldMkLst>
          <pc:docMk/>
          <pc:sldMk cId="750474985" sldId="262"/>
        </pc:sldMkLst>
        <pc:spChg chg="mod">
          <ac:chgData name="Jeff DeRemer" userId="a37f3d2d141577c5" providerId="Windows Live" clId="Web-{1D8C70B6-822F-45A3-9FA8-4D04D39FEA7F}" dt="2023-07-23T18:22:51.091" v="180" actId="20577"/>
          <ac:spMkLst>
            <pc:docMk/>
            <pc:sldMk cId="750474985" sldId="262"/>
            <ac:spMk id="2" creationId="{720CAF6B-2713-2BF8-D39E-F92F43D744B3}"/>
          </ac:spMkLst>
        </pc:spChg>
        <pc:spChg chg="mod">
          <ac:chgData name="Jeff DeRemer" userId="a37f3d2d141577c5" providerId="Windows Live" clId="Web-{1D8C70B6-822F-45A3-9FA8-4D04D39FEA7F}" dt="2023-07-23T18:24:14.780" v="190" actId="20577"/>
          <ac:spMkLst>
            <pc:docMk/>
            <pc:sldMk cId="750474985" sldId="262"/>
            <ac:spMk id="3" creationId="{429D0DB0-413D-C8AB-1A23-F9C01F950E4C}"/>
          </ac:spMkLst>
        </pc:spChg>
      </pc:sldChg>
      <pc:sldChg chg="modSp">
        <pc:chgData name="Jeff DeRemer" userId="a37f3d2d141577c5" providerId="Windows Live" clId="Web-{1D8C70B6-822F-45A3-9FA8-4D04D39FEA7F}" dt="2023-07-23T18:21:50.230" v="165" actId="20577"/>
        <pc:sldMkLst>
          <pc:docMk/>
          <pc:sldMk cId="1604463162" sldId="263"/>
        </pc:sldMkLst>
        <pc:spChg chg="mod">
          <ac:chgData name="Jeff DeRemer" userId="a37f3d2d141577c5" providerId="Windows Live" clId="Web-{1D8C70B6-822F-45A3-9FA8-4D04D39FEA7F}" dt="2023-07-23T18:21:50.230" v="165" actId="20577"/>
          <ac:spMkLst>
            <pc:docMk/>
            <pc:sldMk cId="1604463162" sldId="263"/>
            <ac:spMk id="3" creationId="{FF35C628-9ED1-48A4-98A5-A82E3566925E}"/>
          </ac:spMkLst>
        </pc:spChg>
      </pc:sldChg>
      <pc:sldChg chg="modSp">
        <pc:chgData name="Jeff DeRemer" userId="a37f3d2d141577c5" providerId="Windows Live" clId="Web-{1D8C70B6-822F-45A3-9FA8-4D04D39FEA7F}" dt="2023-07-23T18:25:19.797" v="202" actId="20577"/>
        <pc:sldMkLst>
          <pc:docMk/>
          <pc:sldMk cId="98002227" sldId="264"/>
        </pc:sldMkLst>
        <pc:spChg chg="mod">
          <ac:chgData name="Jeff DeRemer" userId="a37f3d2d141577c5" providerId="Windows Live" clId="Web-{1D8C70B6-822F-45A3-9FA8-4D04D39FEA7F}" dt="2023-07-23T18:25:19.797" v="202" actId="20577"/>
          <ac:spMkLst>
            <pc:docMk/>
            <pc:sldMk cId="98002227" sldId="264"/>
            <ac:spMk id="3" creationId="{18544897-D0A9-DA82-41A4-10CBB57ECE59}"/>
          </ac:spMkLst>
        </pc:spChg>
      </pc:sldChg>
      <pc:sldChg chg="modSp">
        <pc:chgData name="Jeff DeRemer" userId="a37f3d2d141577c5" providerId="Windows Live" clId="Web-{1D8C70B6-822F-45A3-9FA8-4D04D39FEA7F}" dt="2023-07-23T18:26:20.424" v="208" actId="20577"/>
        <pc:sldMkLst>
          <pc:docMk/>
          <pc:sldMk cId="4027165043" sldId="265"/>
        </pc:sldMkLst>
        <pc:spChg chg="mod">
          <ac:chgData name="Jeff DeRemer" userId="a37f3d2d141577c5" providerId="Windows Live" clId="Web-{1D8C70B6-822F-45A3-9FA8-4D04D39FEA7F}" dt="2023-07-23T18:26:20.424" v="208" actId="20577"/>
          <ac:spMkLst>
            <pc:docMk/>
            <pc:sldMk cId="4027165043" sldId="265"/>
            <ac:spMk id="3" creationId="{4182CC16-3AE7-DF35-254E-91CD4D63E479}"/>
          </ac:spMkLst>
        </pc:spChg>
      </pc:sldChg>
      <pc:sldChg chg="modSp">
        <pc:chgData name="Jeff DeRemer" userId="a37f3d2d141577c5" providerId="Windows Live" clId="Web-{1D8C70B6-822F-45A3-9FA8-4D04D39FEA7F}" dt="2023-07-23T18:26:49.956" v="212" actId="20577"/>
        <pc:sldMkLst>
          <pc:docMk/>
          <pc:sldMk cId="1052964133" sldId="266"/>
        </pc:sldMkLst>
        <pc:spChg chg="mod">
          <ac:chgData name="Jeff DeRemer" userId="a37f3d2d141577c5" providerId="Windows Live" clId="Web-{1D8C70B6-822F-45A3-9FA8-4D04D39FEA7F}" dt="2023-07-23T18:26:49.956" v="212" actId="20577"/>
          <ac:spMkLst>
            <pc:docMk/>
            <pc:sldMk cId="1052964133" sldId="266"/>
            <ac:spMk id="3" creationId="{FB20C80A-234C-1B92-533C-D58FA0A04C61}"/>
          </ac:spMkLst>
        </pc:spChg>
      </pc:sldChg>
      <pc:sldChg chg="modSp">
        <pc:chgData name="Jeff DeRemer" userId="a37f3d2d141577c5" providerId="Windows Live" clId="Web-{1D8C70B6-822F-45A3-9FA8-4D04D39FEA7F}" dt="2023-07-23T18:29:39.116" v="357" actId="20577"/>
        <pc:sldMkLst>
          <pc:docMk/>
          <pc:sldMk cId="1079600738" sldId="267"/>
        </pc:sldMkLst>
        <pc:spChg chg="mod">
          <ac:chgData name="Jeff DeRemer" userId="a37f3d2d141577c5" providerId="Windows Live" clId="Web-{1D8C70B6-822F-45A3-9FA8-4D04D39FEA7F}" dt="2023-07-23T18:29:39.116" v="357" actId="20577"/>
          <ac:spMkLst>
            <pc:docMk/>
            <pc:sldMk cId="1079600738" sldId="267"/>
            <ac:spMk id="3" creationId="{D5A21A21-6D25-B829-492F-6BC8C1ADA0ED}"/>
          </ac:spMkLst>
        </pc:spChg>
      </pc:sldChg>
      <pc:sldChg chg="modSp">
        <pc:chgData name="Jeff DeRemer" userId="a37f3d2d141577c5" providerId="Windows Live" clId="Web-{1D8C70B6-822F-45A3-9FA8-4D04D39FEA7F}" dt="2023-07-23T18:30:00.710" v="362" actId="20577"/>
        <pc:sldMkLst>
          <pc:docMk/>
          <pc:sldMk cId="3059359370" sldId="268"/>
        </pc:sldMkLst>
        <pc:spChg chg="mod">
          <ac:chgData name="Jeff DeRemer" userId="a37f3d2d141577c5" providerId="Windows Live" clId="Web-{1D8C70B6-822F-45A3-9FA8-4D04D39FEA7F}" dt="2023-07-23T18:30:00.710" v="362" actId="20577"/>
          <ac:spMkLst>
            <pc:docMk/>
            <pc:sldMk cId="3059359370" sldId="268"/>
            <ac:spMk id="2" creationId="{BAE2503A-0488-D5C7-B302-07BABE5BDEFC}"/>
          </ac:spMkLst>
        </pc:spChg>
        <pc:spChg chg="mod">
          <ac:chgData name="Jeff DeRemer" userId="a37f3d2d141577c5" providerId="Windows Live" clId="Web-{1D8C70B6-822F-45A3-9FA8-4D04D39FEA7F}" dt="2023-07-23T18:29:53.148" v="359" actId="20577"/>
          <ac:spMkLst>
            <pc:docMk/>
            <pc:sldMk cId="3059359370" sldId="268"/>
            <ac:spMk id="3" creationId="{73345575-4215-69DF-BAC1-57E514E491CD}"/>
          </ac:spMkLst>
        </pc:spChg>
      </pc:sldChg>
      <pc:sldChg chg="modSp">
        <pc:chgData name="Jeff DeRemer" userId="a37f3d2d141577c5" providerId="Windows Live" clId="Web-{1D8C70B6-822F-45A3-9FA8-4D04D39FEA7F}" dt="2023-07-23T18:30:40.727" v="386" actId="20577"/>
        <pc:sldMkLst>
          <pc:docMk/>
          <pc:sldMk cId="4291219111" sldId="269"/>
        </pc:sldMkLst>
        <pc:spChg chg="mod">
          <ac:chgData name="Jeff DeRemer" userId="a37f3d2d141577c5" providerId="Windows Live" clId="Web-{1D8C70B6-822F-45A3-9FA8-4D04D39FEA7F}" dt="2023-07-23T18:30:31.242" v="384" actId="20577"/>
          <ac:spMkLst>
            <pc:docMk/>
            <pc:sldMk cId="4291219111" sldId="269"/>
            <ac:spMk id="2" creationId="{9247A437-3EC2-47AD-0CB0-00EE5C7560CD}"/>
          </ac:spMkLst>
        </pc:spChg>
        <pc:spChg chg="mod">
          <ac:chgData name="Jeff DeRemer" userId="a37f3d2d141577c5" providerId="Windows Live" clId="Web-{1D8C70B6-822F-45A3-9FA8-4D04D39FEA7F}" dt="2023-07-23T18:30:40.727" v="386" actId="20577"/>
          <ac:spMkLst>
            <pc:docMk/>
            <pc:sldMk cId="4291219111" sldId="269"/>
            <ac:spMk id="3" creationId="{0F18B9B2-A879-82B3-D71E-0BA6774BC0F8}"/>
          </ac:spMkLst>
        </pc:spChg>
      </pc:sldChg>
      <pc:sldChg chg="modSp">
        <pc:chgData name="Jeff DeRemer" userId="a37f3d2d141577c5" providerId="Windows Live" clId="Web-{1D8C70B6-822F-45A3-9FA8-4D04D39FEA7F}" dt="2023-07-23T18:39:31.474" v="707" actId="20577"/>
        <pc:sldMkLst>
          <pc:docMk/>
          <pc:sldMk cId="3628189326" sldId="270"/>
        </pc:sldMkLst>
        <pc:spChg chg="mod">
          <ac:chgData name="Jeff DeRemer" userId="a37f3d2d141577c5" providerId="Windows Live" clId="Web-{1D8C70B6-822F-45A3-9FA8-4D04D39FEA7F}" dt="2023-07-23T18:39:31.474" v="707" actId="20577"/>
          <ac:spMkLst>
            <pc:docMk/>
            <pc:sldMk cId="3628189326" sldId="270"/>
            <ac:spMk id="2" creationId="{9DB831FD-D532-CC05-3979-A33DE6AA6F6E}"/>
          </ac:spMkLst>
        </pc:spChg>
        <pc:spChg chg="mod">
          <ac:chgData name="Jeff DeRemer" userId="a37f3d2d141577c5" providerId="Windows Live" clId="Web-{1D8C70B6-822F-45A3-9FA8-4D04D39FEA7F}" dt="2023-07-23T18:39:29.115" v="705" actId="20577"/>
          <ac:spMkLst>
            <pc:docMk/>
            <pc:sldMk cId="3628189326" sldId="270"/>
            <ac:spMk id="3" creationId="{6F7476CC-B0F5-EBA0-A09C-F0614C089CE5}"/>
          </ac:spMkLst>
        </pc:spChg>
      </pc:sldChg>
      <pc:sldChg chg="modSp">
        <pc:chgData name="Jeff DeRemer" userId="a37f3d2d141577c5" providerId="Windows Live" clId="Web-{1D8C70B6-822F-45A3-9FA8-4D04D39FEA7F}" dt="2023-07-23T18:32:29.542" v="484" actId="20577"/>
        <pc:sldMkLst>
          <pc:docMk/>
          <pc:sldMk cId="4094167011" sldId="271"/>
        </pc:sldMkLst>
        <pc:spChg chg="mod">
          <ac:chgData name="Jeff DeRemer" userId="a37f3d2d141577c5" providerId="Windows Live" clId="Web-{1D8C70B6-822F-45A3-9FA8-4D04D39FEA7F}" dt="2023-07-23T18:32:29.542" v="484" actId="20577"/>
          <ac:spMkLst>
            <pc:docMk/>
            <pc:sldMk cId="4094167011" sldId="271"/>
            <ac:spMk id="3" creationId="{1149A847-D5C9-8EA2-01EB-CE8AF3A606C7}"/>
          </ac:spMkLst>
        </pc:spChg>
      </pc:sldChg>
      <pc:sldChg chg="modSp">
        <pc:chgData name="Jeff DeRemer" userId="a37f3d2d141577c5" providerId="Windows Live" clId="Web-{1D8C70B6-822F-45A3-9FA8-4D04D39FEA7F}" dt="2023-07-23T18:37:38.940" v="664" actId="20577"/>
        <pc:sldMkLst>
          <pc:docMk/>
          <pc:sldMk cId="1966568967" sldId="273"/>
        </pc:sldMkLst>
        <pc:spChg chg="mod">
          <ac:chgData name="Jeff DeRemer" userId="a37f3d2d141577c5" providerId="Windows Live" clId="Web-{1D8C70B6-822F-45A3-9FA8-4D04D39FEA7F}" dt="2023-07-23T18:37:38.940" v="664" actId="20577"/>
          <ac:spMkLst>
            <pc:docMk/>
            <pc:sldMk cId="1966568967" sldId="273"/>
            <ac:spMk id="2" creationId="{C4C77302-4BF8-065B-0985-42ED6C4A094E}"/>
          </ac:spMkLst>
        </pc:spChg>
        <pc:spChg chg="mod">
          <ac:chgData name="Jeff DeRemer" userId="a37f3d2d141577c5" providerId="Windows Live" clId="Web-{1D8C70B6-822F-45A3-9FA8-4D04D39FEA7F}" dt="2023-07-23T18:37:19.612" v="633" actId="20577"/>
          <ac:spMkLst>
            <pc:docMk/>
            <pc:sldMk cId="1966568967" sldId="273"/>
            <ac:spMk id="3" creationId="{FEC97AF6-D0E5-6CFC-5087-727547E76E49}"/>
          </ac:spMkLst>
        </pc:spChg>
      </pc:sldChg>
      <pc:sldChg chg="modSp">
        <pc:chgData name="Jeff DeRemer" userId="a37f3d2d141577c5" providerId="Windows Live" clId="Web-{1D8C70B6-822F-45A3-9FA8-4D04D39FEA7F}" dt="2023-07-23T18:40:21.647" v="713" actId="20577"/>
        <pc:sldMkLst>
          <pc:docMk/>
          <pc:sldMk cId="517718756" sldId="274"/>
        </pc:sldMkLst>
        <pc:spChg chg="mod">
          <ac:chgData name="Jeff DeRemer" userId="a37f3d2d141577c5" providerId="Windows Live" clId="Web-{1D8C70B6-822F-45A3-9FA8-4D04D39FEA7F}" dt="2023-07-23T18:40:21.647" v="713" actId="20577"/>
          <ac:spMkLst>
            <pc:docMk/>
            <pc:sldMk cId="517718756" sldId="274"/>
            <ac:spMk id="2" creationId="{DA44FD8D-74EE-A547-A9C3-112CE6388BDC}"/>
          </ac:spMkLst>
        </pc:spChg>
        <pc:spChg chg="mod">
          <ac:chgData name="Jeff DeRemer" userId="a37f3d2d141577c5" providerId="Windows Live" clId="Web-{1D8C70B6-822F-45A3-9FA8-4D04D39FEA7F}" dt="2023-07-23T18:40:14.975" v="710" actId="20577"/>
          <ac:spMkLst>
            <pc:docMk/>
            <pc:sldMk cId="517718756" sldId="274"/>
            <ac:spMk id="3" creationId="{36AB1BDB-E2A1-4202-92E8-6D3885AAD11B}"/>
          </ac:spMkLst>
        </pc:spChg>
      </pc:sldChg>
      <pc:sldChg chg="modSp">
        <pc:chgData name="Jeff DeRemer" userId="a37f3d2d141577c5" providerId="Windows Live" clId="Web-{1D8C70B6-822F-45A3-9FA8-4D04D39FEA7F}" dt="2023-07-23T18:36:56.298" v="631" actId="20577"/>
        <pc:sldMkLst>
          <pc:docMk/>
          <pc:sldMk cId="494778731" sldId="275"/>
        </pc:sldMkLst>
        <pc:spChg chg="mod">
          <ac:chgData name="Jeff DeRemer" userId="a37f3d2d141577c5" providerId="Windows Live" clId="Web-{1D8C70B6-822F-45A3-9FA8-4D04D39FEA7F}" dt="2023-07-23T18:36:56.298" v="631" actId="20577"/>
          <ac:spMkLst>
            <pc:docMk/>
            <pc:sldMk cId="494778731" sldId="275"/>
            <ac:spMk id="3" creationId="{62D247C3-81E2-E2CD-1A32-6248E469CEAD}"/>
          </ac:spMkLst>
        </pc:spChg>
      </pc:sldChg>
      <pc:sldChg chg="modSp">
        <pc:chgData name="Jeff DeRemer" userId="a37f3d2d141577c5" providerId="Windows Live" clId="Web-{1D8C70B6-822F-45A3-9FA8-4D04D39FEA7F}" dt="2023-07-23T18:41:12.414" v="728" actId="20577"/>
        <pc:sldMkLst>
          <pc:docMk/>
          <pc:sldMk cId="3591501101" sldId="276"/>
        </pc:sldMkLst>
        <pc:spChg chg="mod">
          <ac:chgData name="Jeff DeRemer" userId="a37f3d2d141577c5" providerId="Windows Live" clId="Web-{1D8C70B6-822F-45A3-9FA8-4D04D39FEA7F}" dt="2023-07-23T18:41:12.414" v="728" actId="20577"/>
          <ac:spMkLst>
            <pc:docMk/>
            <pc:sldMk cId="3591501101" sldId="276"/>
            <ac:spMk id="3" creationId="{0398F67A-659A-3AB8-CBA9-89F233418F8E}"/>
          </ac:spMkLst>
        </pc:spChg>
      </pc:sldChg>
      <pc:sldChg chg="modSp">
        <pc:chgData name="Jeff DeRemer" userId="a37f3d2d141577c5" providerId="Windows Live" clId="Web-{1D8C70B6-822F-45A3-9FA8-4D04D39FEA7F}" dt="2023-07-23T18:41:44.759" v="735" actId="20577"/>
        <pc:sldMkLst>
          <pc:docMk/>
          <pc:sldMk cId="2990784307" sldId="277"/>
        </pc:sldMkLst>
        <pc:spChg chg="mod">
          <ac:chgData name="Jeff DeRemer" userId="a37f3d2d141577c5" providerId="Windows Live" clId="Web-{1D8C70B6-822F-45A3-9FA8-4D04D39FEA7F}" dt="2023-07-23T18:41:44.759" v="735" actId="20577"/>
          <ac:spMkLst>
            <pc:docMk/>
            <pc:sldMk cId="2990784307" sldId="277"/>
            <ac:spMk id="3" creationId="{8505100E-6EFE-B8B7-5E92-053F23902331}"/>
          </ac:spMkLst>
        </pc:spChg>
      </pc:sldChg>
      <pc:sldChg chg="modSp">
        <pc:chgData name="Jeff DeRemer" userId="a37f3d2d141577c5" providerId="Windows Live" clId="Web-{1D8C70B6-822F-45A3-9FA8-4D04D39FEA7F}" dt="2023-07-23T18:42:44.838" v="742" actId="20577"/>
        <pc:sldMkLst>
          <pc:docMk/>
          <pc:sldMk cId="3744251568" sldId="278"/>
        </pc:sldMkLst>
        <pc:spChg chg="mod">
          <ac:chgData name="Jeff DeRemer" userId="a37f3d2d141577c5" providerId="Windows Live" clId="Web-{1D8C70B6-822F-45A3-9FA8-4D04D39FEA7F}" dt="2023-07-23T18:42:44.838" v="742" actId="20577"/>
          <ac:spMkLst>
            <pc:docMk/>
            <pc:sldMk cId="3744251568" sldId="278"/>
            <ac:spMk id="3" creationId="{FB490085-442A-F459-46C4-DE49E5A3B707}"/>
          </ac:spMkLst>
        </pc:spChg>
      </pc:sldChg>
      <pc:sldChg chg="modSp">
        <pc:chgData name="Jeff DeRemer" userId="a37f3d2d141577c5" providerId="Windows Live" clId="Web-{1D8C70B6-822F-45A3-9FA8-4D04D39FEA7F}" dt="2023-07-23T18:43:55.949" v="765" actId="20577"/>
        <pc:sldMkLst>
          <pc:docMk/>
          <pc:sldMk cId="3982399502" sldId="279"/>
        </pc:sldMkLst>
        <pc:spChg chg="mod">
          <ac:chgData name="Jeff DeRemer" userId="a37f3d2d141577c5" providerId="Windows Live" clId="Web-{1D8C70B6-822F-45A3-9FA8-4D04D39FEA7F}" dt="2023-07-23T18:43:55.949" v="765" actId="20577"/>
          <ac:spMkLst>
            <pc:docMk/>
            <pc:sldMk cId="3982399502" sldId="279"/>
            <ac:spMk id="3" creationId="{E9946A79-B7B2-74E9-63F9-ED6A04F68C26}"/>
          </ac:spMkLst>
        </pc:spChg>
      </pc:sldChg>
      <pc:sldChg chg="modSp">
        <pc:chgData name="Jeff DeRemer" userId="a37f3d2d141577c5" providerId="Windows Live" clId="Web-{1D8C70B6-822F-45A3-9FA8-4D04D39FEA7F}" dt="2023-07-23T18:44:08.403" v="768" actId="20577"/>
        <pc:sldMkLst>
          <pc:docMk/>
          <pc:sldMk cId="2746935985" sldId="280"/>
        </pc:sldMkLst>
        <pc:spChg chg="mod">
          <ac:chgData name="Jeff DeRemer" userId="a37f3d2d141577c5" providerId="Windows Live" clId="Web-{1D8C70B6-822F-45A3-9FA8-4D04D39FEA7F}" dt="2023-07-23T18:44:08.403" v="768" actId="20577"/>
          <ac:spMkLst>
            <pc:docMk/>
            <pc:sldMk cId="2746935985" sldId="280"/>
            <ac:spMk id="3" creationId="{2CC19F36-1038-F57E-91F2-B8DE49592B97}"/>
          </ac:spMkLst>
        </pc:spChg>
      </pc:sldChg>
      <pc:sldChg chg="modSp">
        <pc:chgData name="Jeff DeRemer" userId="a37f3d2d141577c5" providerId="Windows Live" clId="Web-{1D8C70B6-822F-45A3-9FA8-4D04D39FEA7F}" dt="2023-07-23T18:44:28.809" v="786" actId="20577"/>
        <pc:sldMkLst>
          <pc:docMk/>
          <pc:sldMk cId="1741603341" sldId="281"/>
        </pc:sldMkLst>
        <pc:spChg chg="mod">
          <ac:chgData name="Jeff DeRemer" userId="a37f3d2d141577c5" providerId="Windows Live" clId="Web-{1D8C70B6-822F-45A3-9FA8-4D04D39FEA7F}" dt="2023-07-23T18:44:28.809" v="786" actId="20577"/>
          <ac:spMkLst>
            <pc:docMk/>
            <pc:sldMk cId="1741603341" sldId="281"/>
            <ac:spMk id="2" creationId="{76059A4D-C0FA-3742-CB0A-83B93BEC2BE4}"/>
          </ac:spMkLst>
        </pc:spChg>
        <pc:spChg chg="mod">
          <ac:chgData name="Jeff DeRemer" userId="a37f3d2d141577c5" providerId="Windows Live" clId="Web-{1D8C70B6-822F-45A3-9FA8-4D04D39FEA7F}" dt="2023-07-23T18:44:19.059" v="770" actId="20577"/>
          <ac:spMkLst>
            <pc:docMk/>
            <pc:sldMk cId="1741603341" sldId="281"/>
            <ac:spMk id="3" creationId="{AE93F422-6E43-9151-FE4B-8F3515273467}"/>
          </ac:spMkLst>
        </pc:spChg>
      </pc:sldChg>
      <pc:sldChg chg="modSp">
        <pc:chgData name="Jeff DeRemer" userId="a37f3d2d141577c5" providerId="Windows Live" clId="Web-{1D8C70B6-822F-45A3-9FA8-4D04D39FEA7F}" dt="2023-07-23T18:45:46.343" v="804" actId="20577"/>
        <pc:sldMkLst>
          <pc:docMk/>
          <pc:sldMk cId="204965760" sldId="282"/>
        </pc:sldMkLst>
        <pc:spChg chg="mod">
          <ac:chgData name="Jeff DeRemer" userId="a37f3d2d141577c5" providerId="Windows Live" clId="Web-{1D8C70B6-822F-45A3-9FA8-4D04D39FEA7F}" dt="2023-07-23T18:45:46.343" v="804" actId="20577"/>
          <ac:spMkLst>
            <pc:docMk/>
            <pc:sldMk cId="204965760" sldId="282"/>
            <ac:spMk id="3" creationId="{214B1D8D-63BD-DD0B-C0F5-8839FC6374EC}"/>
          </ac:spMkLst>
        </pc:spChg>
      </pc:sldChg>
      <pc:sldChg chg="modSp">
        <pc:chgData name="Jeff DeRemer" userId="a37f3d2d141577c5" providerId="Windows Live" clId="Web-{1D8C70B6-822F-45A3-9FA8-4D04D39FEA7F}" dt="2023-07-23T18:45:07.404" v="791" actId="20577"/>
        <pc:sldMkLst>
          <pc:docMk/>
          <pc:sldMk cId="1861732289" sldId="283"/>
        </pc:sldMkLst>
        <pc:spChg chg="mod">
          <ac:chgData name="Jeff DeRemer" userId="a37f3d2d141577c5" providerId="Windows Live" clId="Web-{1D8C70B6-822F-45A3-9FA8-4D04D39FEA7F}" dt="2023-07-23T18:45:07.404" v="791" actId="20577"/>
          <ac:spMkLst>
            <pc:docMk/>
            <pc:sldMk cId="1861732289" sldId="283"/>
            <ac:spMk id="3" creationId="{A4DD8A52-93C3-307C-94F8-99CD4F67B3B0}"/>
          </ac:spMkLst>
        </pc:spChg>
      </pc:sldChg>
      <pc:sldChg chg="modSp">
        <pc:chgData name="Jeff DeRemer" userId="a37f3d2d141577c5" providerId="Windows Live" clId="Web-{1D8C70B6-822F-45A3-9FA8-4D04D39FEA7F}" dt="2023-07-23T18:47:01.563" v="867" actId="20577"/>
        <pc:sldMkLst>
          <pc:docMk/>
          <pc:sldMk cId="1987841433" sldId="284"/>
        </pc:sldMkLst>
        <pc:spChg chg="mod">
          <ac:chgData name="Jeff DeRemer" userId="a37f3d2d141577c5" providerId="Windows Live" clId="Web-{1D8C70B6-822F-45A3-9FA8-4D04D39FEA7F}" dt="2023-07-23T18:47:01.563" v="867" actId="20577"/>
          <ac:spMkLst>
            <pc:docMk/>
            <pc:sldMk cId="1987841433" sldId="284"/>
            <ac:spMk id="3" creationId="{167EB91F-F6C9-4B4F-90F3-7CA2D46122AE}"/>
          </ac:spMkLst>
        </pc:spChg>
      </pc:sldChg>
      <pc:sldChg chg="modSp">
        <pc:chgData name="Jeff DeRemer" userId="a37f3d2d141577c5" providerId="Windows Live" clId="Web-{1D8C70B6-822F-45A3-9FA8-4D04D39FEA7F}" dt="2023-07-23T18:48:25.612" v="921" actId="20577"/>
        <pc:sldMkLst>
          <pc:docMk/>
          <pc:sldMk cId="1112612059" sldId="285"/>
        </pc:sldMkLst>
        <pc:spChg chg="mod">
          <ac:chgData name="Jeff DeRemer" userId="a37f3d2d141577c5" providerId="Windows Live" clId="Web-{1D8C70B6-822F-45A3-9FA8-4D04D39FEA7F}" dt="2023-07-23T18:48:25.612" v="921" actId="20577"/>
          <ac:spMkLst>
            <pc:docMk/>
            <pc:sldMk cId="1112612059" sldId="285"/>
            <ac:spMk id="3" creationId="{2C233C5D-AE6E-EE9D-E247-48CB088754FF}"/>
          </ac:spMkLst>
        </pc:spChg>
      </pc:sldChg>
      <pc:sldChg chg="modSp">
        <pc:chgData name="Jeff DeRemer" userId="a37f3d2d141577c5" providerId="Windows Live" clId="Web-{1D8C70B6-822F-45A3-9FA8-4D04D39FEA7F}" dt="2023-07-23T18:48:39.925" v="924" actId="20577"/>
        <pc:sldMkLst>
          <pc:docMk/>
          <pc:sldMk cId="2771794891" sldId="286"/>
        </pc:sldMkLst>
        <pc:spChg chg="mod">
          <ac:chgData name="Jeff DeRemer" userId="a37f3d2d141577c5" providerId="Windows Live" clId="Web-{1D8C70B6-822F-45A3-9FA8-4D04D39FEA7F}" dt="2023-07-23T18:48:39.925" v="924" actId="20577"/>
          <ac:spMkLst>
            <pc:docMk/>
            <pc:sldMk cId="2771794891" sldId="286"/>
            <ac:spMk id="3" creationId="{E43A48AF-984B-687B-AB99-A4749E13FE18}"/>
          </ac:spMkLst>
        </pc:spChg>
      </pc:sldChg>
      <pc:sldChg chg="modSp">
        <pc:chgData name="Jeff DeRemer" userId="a37f3d2d141577c5" providerId="Windows Live" clId="Web-{1D8C70B6-822F-45A3-9FA8-4D04D39FEA7F}" dt="2023-07-23T18:48:01.393" v="918" actId="20577"/>
        <pc:sldMkLst>
          <pc:docMk/>
          <pc:sldMk cId="4209612668" sldId="287"/>
        </pc:sldMkLst>
        <pc:spChg chg="mod">
          <ac:chgData name="Jeff DeRemer" userId="a37f3d2d141577c5" providerId="Windows Live" clId="Web-{1D8C70B6-822F-45A3-9FA8-4D04D39FEA7F}" dt="2023-07-23T18:48:01.393" v="918" actId="20577"/>
          <ac:spMkLst>
            <pc:docMk/>
            <pc:sldMk cId="4209612668" sldId="287"/>
            <ac:spMk id="2" creationId="{2EF7659A-F540-6B95-C923-EA9F9DA2FDC8}"/>
          </ac:spMkLst>
        </pc:spChg>
      </pc:sldChg>
      <pc:sldChg chg="modSp">
        <pc:chgData name="Jeff DeRemer" userId="a37f3d2d141577c5" providerId="Windows Live" clId="Web-{1D8C70B6-822F-45A3-9FA8-4D04D39FEA7F}" dt="2023-07-23T18:49:14.644" v="927" actId="20577"/>
        <pc:sldMkLst>
          <pc:docMk/>
          <pc:sldMk cId="1175048660" sldId="288"/>
        </pc:sldMkLst>
        <pc:spChg chg="mod">
          <ac:chgData name="Jeff DeRemer" userId="a37f3d2d141577c5" providerId="Windows Live" clId="Web-{1D8C70B6-822F-45A3-9FA8-4D04D39FEA7F}" dt="2023-07-23T18:49:14.644" v="927" actId="20577"/>
          <ac:spMkLst>
            <pc:docMk/>
            <pc:sldMk cId="1175048660" sldId="288"/>
            <ac:spMk id="3" creationId="{E35BB5F5-DEF6-901B-798D-F75EF1BEE6C3}"/>
          </ac:spMkLst>
        </pc:spChg>
      </pc:sldChg>
      <pc:sldChg chg="modSp">
        <pc:chgData name="Jeff DeRemer" userId="a37f3d2d141577c5" providerId="Windows Live" clId="Web-{1D8C70B6-822F-45A3-9FA8-4D04D39FEA7F}" dt="2023-07-23T18:50:02.536" v="949" actId="20577"/>
        <pc:sldMkLst>
          <pc:docMk/>
          <pc:sldMk cId="1487085672" sldId="289"/>
        </pc:sldMkLst>
        <pc:spChg chg="mod">
          <ac:chgData name="Jeff DeRemer" userId="a37f3d2d141577c5" providerId="Windows Live" clId="Web-{1D8C70B6-822F-45A3-9FA8-4D04D39FEA7F}" dt="2023-07-23T18:50:02.536" v="949" actId="20577"/>
          <ac:spMkLst>
            <pc:docMk/>
            <pc:sldMk cId="1487085672" sldId="289"/>
            <ac:spMk id="3" creationId="{35D0BBDA-8803-BE37-2613-0EDAF02F44B8}"/>
          </ac:spMkLst>
        </pc:spChg>
      </pc:sldChg>
      <pc:sldChg chg="modSp">
        <pc:chgData name="Jeff DeRemer" userId="a37f3d2d141577c5" providerId="Windows Live" clId="Web-{1D8C70B6-822F-45A3-9FA8-4D04D39FEA7F}" dt="2023-07-23T18:46:05.390" v="827" actId="20577"/>
        <pc:sldMkLst>
          <pc:docMk/>
          <pc:sldMk cId="117291877" sldId="291"/>
        </pc:sldMkLst>
        <pc:spChg chg="mod">
          <ac:chgData name="Jeff DeRemer" userId="a37f3d2d141577c5" providerId="Windows Live" clId="Web-{1D8C70B6-822F-45A3-9FA8-4D04D39FEA7F}" dt="2023-07-23T18:45:59.671" v="825" actId="20577"/>
          <ac:spMkLst>
            <pc:docMk/>
            <pc:sldMk cId="117291877" sldId="291"/>
            <ac:spMk id="2" creationId="{7C7FA624-06C1-58CB-6EBF-6A6E06B55AA5}"/>
          </ac:spMkLst>
        </pc:spChg>
        <pc:spChg chg="mod">
          <ac:chgData name="Jeff DeRemer" userId="a37f3d2d141577c5" providerId="Windows Live" clId="Web-{1D8C70B6-822F-45A3-9FA8-4D04D39FEA7F}" dt="2023-07-23T18:46:05.390" v="827" actId="20577"/>
          <ac:spMkLst>
            <pc:docMk/>
            <pc:sldMk cId="117291877" sldId="291"/>
            <ac:spMk id="3" creationId="{64E1AC00-5F6F-8A57-76A4-5BD2487C9873}"/>
          </ac:spMkLst>
        </pc:spChg>
      </pc:sldChg>
      <pc:sldChg chg="modSp">
        <pc:chgData name="Jeff DeRemer" userId="a37f3d2d141577c5" providerId="Windows Live" clId="Web-{1D8C70B6-822F-45A3-9FA8-4D04D39FEA7F}" dt="2023-07-23T18:22:21.137" v="176" actId="20577"/>
        <pc:sldMkLst>
          <pc:docMk/>
          <pc:sldMk cId="2803421184" sldId="292"/>
        </pc:sldMkLst>
        <pc:spChg chg="mod">
          <ac:chgData name="Jeff DeRemer" userId="a37f3d2d141577c5" providerId="Windows Live" clId="Web-{1D8C70B6-822F-45A3-9FA8-4D04D39FEA7F}" dt="2023-07-23T18:22:21.137" v="176" actId="20577"/>
          <ac:spMkLst>
            <pc:docMk/>
            <pc:sldMk cId="2803421184" sldId="292"/>
            <ac:spMk id="3" creationId="{DABAC2CE-B759-65A2-A9AA-973000EA0D14}"/>
          </ac:spMkLst>
        </pc:spChg>
      </pc:sldChg>
      <pc:sldChg chg="modSp">
        <pc:chgData name="Jeff DeRemer" userId="a37f3d2d141577c5" providerId="Windows Live" clId="Web-{1D8C70B6-822F-45A3-9FA8-4D04D39FEA7F}" dt="2023-07-23T18:28:05.801" v="240" actId="20577"/>
        <pc:sldMkLst>
          <pc:docMk/>
          <pc:sldMk cId="2373186645" sldId="294"/>
        </pc:sldMkLst>
        <pc:spChg chg="mod">
          <ac:chgData name="Jeff DeRemer" userId="a37f3d2d141577c5" providerId="Windows Live" clId="Web-{1D8C70B6-822F-45A3-9FA8-4D04D39FEA7F}" dt="2023-07-23T18:27:53.692" v="238" actId="20577"/>
          <ac:spMkLst>
            <pc:docMk/>
            <pc:sldMk cId="2373186645" sldId="294"/>
            <ac:spMk id="2" creationId="{B2222F7C-0144-814E-2BAD-01A1646151D4}"/>
          </ac:spMkLst>
        </pc:spChg>
        <pc:spChg chg="mod">
          <ac:chgData name="Jeff DeRemer" userId="a37f3d2d141577c5" providerId="Windows Live" clId="Web-{1D8C70B6-822F-45A3-9FA8-4D04D39FEA7F}" dt="2023-07-23T18:28:05.801" v="240" actId="20577"/>
          <ac:spMkLst>
            <pc:docMk/>
            <pc:sldMk cId="2373186645" sldId="294"/>
            <ac:spMk id="3" creationId="{044EA9B4-6A65-9695-5C1B-998070458920}"/>
          </ac:spMkLst>
        </pc:spChg>
      </pc:sldChg>
      <pc:sldChg chg="modSp">
        <pc:chgData name="Jeff DeRemer" userId="a37f3d2d141577c5" providerId="Windows Live" clId="Web-{1D8C70B6-822F-45A3-9FA8-4D04D39FEA7F}" dt="2023-07-23T18:24:58.594" v="199" actId="20577"/>
        <pc:sldMkLst>
          <pc:docMk/>
          <pc:sldMk cId="4013399894" sldId="298"/>
        </pc:sldMkLst>
        <pc:spChg chg="mod">
          <ac:chgData name="Jeff DeRemer" userId="a37f3d2d141577c5" providerId="Windows Live" clId="Web-{1D8C70B6-822F-45A3-9FA8-4D04D39FEA7F}" dt="2023-07-23T18:24:58.594" v="199" actId="20577"/>
          <ac:spMkLst>
            <pc:docMk/>
            <pc:sldMk cId="4013399894" sldId="298"/>
            <ac:spMk id="2" creationId="{9FC04FDF-F6C6-A102-AAE8-320D1538DF86}"/>
          </ac:spMkLst>
        </pc:spChg>
        <pc:spChg chg="mod">
          <ac:chgData name="Jeff DeRemer" userId="a37f3d2d141577c5" providerId="Windows Live" clId="Web-{1D8C70B6-822F-45A3-9FA8-4D04D39FEA7F}" dt="2023-07-23T18:24:46.562" v="193" actId="20577"/>
          <ac:spMkLst>
            <pc:docMk/>
            <pc:sldMk cId="4013399894" sldId="298"/>
            <ac:spMk id="3" creationId="{6743DE19-7F4F-73A0-DA1F-334D05FC2A93}"/>
          </ac:spMkLst>
        </pc:spChg>
      </pc:sldChg>
      <pc:sldChg chg="modSp">
        <pc:chgData name="Jeff DeRemer" userId="a37f3d2d141577c5" providerId="Windows Live" clId="Web-{1D8C70B6-822F-45A3-9FA8-4D04D39FEA7F}" dt="2023-07-23T18:49:29.629" v="946" actId="20577"/>
        <pc:sldMkLst>
          <pc:docMk/>
          <pc:sldMk cId="586689482" sldId="300"/>
        </pc:sldMkLst>
        <pc:spChg chg="mod">
          <ac:chgData name="Jeff DeRemer" userId="a37f3d2d141577c5" providerId="Windows Live" clId="Web-{1D8C70B6-822F-45A3-9FA8-4D04D39FEA7F}" dt="2023-07-23T18:49:29.629" v="946" actId="20577"/>
          <ac:spMkLst>
            <pc:docMk/>
            <pc:sldMk cId="586689482" sldId="300"/>
            <ac:spMk id="2" creationId="{E396FD66-0FAC-C93C-0BC0-9B32126BDF21}"/>
          </ac:spMkLst>
        </pc:spChg>
      </pc:sldChg>
      <pc:sldChg chg="modSp">
        <pc:chgData name="Jeff DeRemer" userId="a37f3d2d141577c5" providerId="Windows Live" clId="Web-{1D8C70B6-822F-45A3-9FA8-4D04D39FEA7F}" dt="2023-07-23T18:34:50.858" v="530" actId="20577"/>
        <pc:sldMkLst>
          <pc:docMk/>
          <pc:sldMk cId="1935756779" sldId="305"/>
        </pc:sldMkLst>
        <pc:spChg chg="mod">
          <ac:chgData name="Jeff DeRemer" userId="a37f3d2d141577c5" providerId="Windows Live" clId="Web-{1D8C70B6-822F-45A3-9FA8-4D04D39FEA7F}" dt="2023-07-23T18:34:50.858" v="530" actId="20577"/>
          <ac:spMkLst>
            <pc:docMk/>
            <pc:sldMk cId="1935756779" sldId="305"/>
            <ac:spMk id="2" creationId="{3ACE7FED-C200-7B67-3E02-882BF64E67DD}"/>
          </ac:spMkLst>
        </pc:spChg>
      </pc:sldChg>
      <pc:sldChg chg="modSp">
        <pc:chgData name="Jeff DeRemer" userId="a37f3d2d141577c5" providerId="Windows Live" clId="Web-{1D8C70B6-822F-45A3-9FA8-4D04D39FEA7F}" dt="2023-07-23T18:47:37.783" v="898" actId="20577"/>
        <pc:sldMkLst>
          <pc:docMk/>
          <pc:sldMk cId="3166782752" sldId="306"/>
        </pc:sldMkLst>
        <pc:spChg chg="mod">
          <ac:chgData name="Jeff DeRemer" userId="a37f3d2d141577c5" providerId="Windows Live" clId="Web-{1D8C70B6-822F-45A3-9FA8-4D04D39FEA7F}" dt="2023-07-23T18:47:37.783" v="898" actId="20577"/>
          <ac:spMkLst>
            <pc:docMk/>
            <pc:sldMk cId="3166782752" sldId="306"/>
            <ac:spMk id="2" creationId="{772C3B8A-BFCD-230B-87C2-C9526DBB601C}"/>
          </ac:spMkLst>
        </pc:spChg>
      </pc:sldChg>
      <pc:sldChg chg="modSp">
        <pc:chgData name="Jeff DeRemer" userId="a37f3d2d141577c5" providerId="Windows Live" clId="Web-{1D8C70B6-822F-45A3-9FA8-4D04D39FEA7F}" dt="2023-07-23T18:27:13.784" v="219" actId="20577"/>
        <pc:sldMkLst>
          <pc:docMk/>
          <pc:sldMk cId="2145870571" sldId="307"/>
        </pc:sldMkLst>
        <pc:spChg chg="mod">
          <ac:chgData name="Jeff DeRemer" userId="a37f3d2d141577c5" providerId="Windows Live" clId="Web-{1D8C70B6-822F-45A3-9FA8-4D04D39FEA7F}" dt="2023-07-23T18:27:13.784" v="219" actId="20577"/>
          <ac:spMkLst>
            <pc:docMk/>
            <pc:sldMk cId="2145870571" sldId="307"/>
            <ac:spMk id="3" creationId="{E16765E4-91CB-D7BB-72DE-17157CA29AE6}"/>
          </ac:spMkLst>
        </pc:spChg>
      </pc:sldChg>
      <pc:sldChg chg="modSp">
        <pc:chgData name="Jeff DeRemer" userId="a37f3d2d141577c5" providerId="Windows Live" clId="Web-{1D8C70B6-822F-45A3-9FA8-4D04D39FEA7F}" dt="2023-07-23T18:27:40.832" v="236" actId="20577"/>
        <pc:sldMkLst>
          <pc:docMk/>
          <pc:sldMk cId="1173428035" sldId="308"/>
        </pc:sldMkLst>
        <pc:spChg chg="mod">
          <ac:chgData name="Jeff DeRemer" userId="a37f3d2d141577c5" providerId="Windows Live" clId="Web-{1D8C70B6-822F-45A3-9FA8-4D04D39FEA7F}" dt="2023-07-23T18:27:40.832" v="236" actId="20577"/>
          <ac:spMkLst>
            <pc:docMk/>
            <pc:sldMk cId="1173428035" sldId="308"/>
            <ac:spMk id="2" creationId="{7905709C-0522-4331-5D4F-CCBE2BEF0D9D}"/>
          </ac:spMkLst>
        </pc:spChg>
        <pc:spChg chg="mod">
          <ac:chgData name="Jeff DeRemer" userId="a37f3d2d141577c5" providerId="Windows Live" clId="Web-{1D8C70B6-822F-45A3-9FA8-4D04D39FEA7F}" dt="2023-07-23T18:27:28.941" v="221" actId="20577"/>
          <ac:spMkLst>
            <pc:docMk/>
            <pc:sldMk cId="1173428035" sldId="308"/>
            <ac:spMk id="3" creationId="{D8401FEB-2B12-65C9-4AB5-92E8C061DEA6}"/>
          </ac:spMkLst>
        </pc:spChg>
      </pc:sldChg>
      <pc:sldChg chg="modSp">
        <pc:chgData name="Jeff DeRemer" userId="a37f3d2d141577c5" providerId="Windows Live" clId="Web-{1D8C70B6-822F-45A3-9FA8-4D04D39FEA7F}" dt="2023-07-23T18:33:14.809" v="495" actId="20577"/>
        <pc:sldMkLst>
          <pc:docMk/>
          <pc:sldMk cId="322086555" sldId="312"/>
        </pc:sldMkLst>
        <pc:spChg chg="mod">
          <ac:chgData name="Jeff DeRemer" userId="a37f3d2d141577c5" providerId="Windows Live" clId="Web-{1D8C70B6-822F-45A3-9FA8-4D04D39FEA7F}" dt="2023-07-23T18:32:53.277" v="492" actId="20577"/>
          <ac:spMkLst>
            <pc:docMk/>
            <pc:sldMk cId="322086555" sldId="312"/>
            <ac:spMk id="2" creationId="{5FF6EBCF-D7C6-7D4F-E1F5-F35CACAB2D0A}"/>
          </ac:spMkLst>
        </pc:spChg>
        <pc:spChg chg="mod">
          <ac:chgData name="Jeff DeRemer" userId="a37f3d2d141577c5" providerId="Windows Live" clId="Web-{1D8C70B6-822F-45A3-9FA8-4D04D39FEA7F}" dt="2023-07-23T18:33:14.809" v="495" actId="20577"/>
          <ac:spMkLst>
            <pc:docMk/>
            <pc:sldMk cId="322086555" sldId="312"/>
            <ac:spMk id="3" creationId="{0167575D-D147-EA22-F445-19C81CCD42A4}"/>
          </ac:spMkLst>
        </pc:spChg>
      </pc:sldChg>
      <pc:sldChg chg="modSp">
        <pc:chgData name="Jeff DeRemer" userId="a37f3d2d141577c5" providerId="Windows Live" clId="Web-{1D8C70B6-822F-45A3-9FA8-4D04D39FEA7F}" dt="2023-07-23T18:18:06.692" v="24" actId="20577"/>
        <pc:sldMkLst>
          <pc:docMk/>
          <pc:sldMk cId="3588194236" sldId="315"/>
        </pc:sldMkLst>
        <pc:spChg chg="mod">
          <ac:chgData name="Jeff DeRemer" userId="a37f3d2d141577c5" providerId="Windows Live" clId="Web-{1D8C70B6-822F-45A3-9FA8-4D04D39FEA7F}" dt="2023-07-23T18:18:06.692" v="24" actId="20577"/>
          <ac:spMkLst>
            <pc:docMk/>
            <pc:sldMk cId="3588194236" sldId="315"/>
            <ac:spMk id="3" creationId="{8797E62F-9EFE-7982-AA44-CA6ED395C745}"/>
          </ac:spMkLst>
        </pc:spChg>
      </pc:sldChg>
      <pc:sldChg chg="modSp">
        <pc:chgData name="Jeff DeRemer" userId="a37f3d2d141577c5" providerId="Windows Live" clId="Web-{1D8C70B6-822F-45A3-9FA8-4D04D39FEA7F}" dt="2023-07-23T18:34:34.592" v="529" actId="20577"/>
        <pc:sldMkLst>
          <pc:docMk/>
          <pc:sldMk cId="3080211462" sldId="316"/>
        </pc:sldMkLst>
        <pc:spChg chg="mod">
          <ac:chgData name="Jeff DeRemer" userId="a37f3d2d141577c5" providerId="Windows Live" clId="Web-{1D8C70B6-822F-45A3-9FA8-4D04D39FEA7F}" dt="2023-07-23T18:34:34.592" v="529" actId="20577"/>
          <ac:spMkLst>
            <pc:docMk/>
            <pc:sldMk cId="3080211462" sldId="316"/>
            <ac:spMk id="3" creationId="{22CFC226-DC8E-64BB-56E7-EA99E3243D7F}"/>
          </ac:spMkLst>
        </pc:spChg>
      </pc:sldChg>
      <pc:sldChg chg="modSp">
        <pc:chgData name="Jeff DeRemer" userId="a37f3d2d141577c5" providerId="Windows Live" clId="Web-{1D8C70B6-822F-45A3-9FA8-4D04D39FEA7F}" dt="2023-07-23T18:53:09.509" v="952" actId="20577"/>
        <pc:sldMkLst>
          <pc:docMk/>
          <pc:sldMk cId="915020623" sldId="317"/>
        </pc:sldMkLst>
        <pc:spChg chg="mod">
          <ac:chgData name="Jeff DeRemer" userId="a37f3d2d141577c5" providerId="Windows Live" clId="Web-{1D8C70B6-822F-45A3-9FA8-4D04D39FEA7F}" dt="2023-07-23T18:53:09.509" v="952" actId="20577"/>
          <ac:spMkLst>
            <pc:docMk/>
            <pc:sldMk cId="915020623" sldId="317"/>
            <ac:spMk id="3" creationId="{594954C9-A707-69B0-D235-57E16BE68174}"/>
          </ac:spMkLst>
        </pc:spChg>
      </pc:sldChg>
      <pc:sldChg chg="new">
        <pc:chgData name="Jeff DeRemer" userId="a37f3d2d141577c5" providerId="Windows Live" clId="Web-{1D8C70B6-822F-45A3-9FA8-4D04D39FEA7F}" dt="2023-07-23T18:56:51.264" v="957"/>
        <pc:sldMkLst>
          <pc:docMk/>
          <pc:sldMk cId="1712350636" sldId="318"/>
        </pc:sldMkLst>
      </pc:sldChg>
    </pc:docChg>
  </pc:docChgLst>
  <pc:docChgLst>
    <pc:chgData name="Jeff DeRemer" userId="a37f3d2d141577c5" providerId="Windows Live" clId="Web-{9E117ABD-92DE-4419-A102-9EC7AD5D949C}"/>
    <pc:docChg chg="addSld delSld modSld sldOrd delSection modSection">
      <pc:chgData name="Jeff DeRemer" userId="a37f3d2d141577c5" providerId="Windows Live" clId="Web-{9E117ABD-92DE-4419-A102-9EC7AD5D949C}" dt="2023-09-02T21:44:57.501" v="1573" actId="20577"/>
      <pc:docMkLst>
        <pc:docMk/>
      </pc:docMkLst>
      <pc:sldChg chg="del">
        <pc:chgData name="Jeff DeRemer" userId="a37f3d2d141577c5" providerId="Windows Live" clId="Web-{9E117ABD-92DE-4419-A102-9EC7AD5D949C}" dt="2023-09-02T20:36:13.227" v="2"/>
        <pc:sldMkLst>
          <pc:docMk/>
          <pc:sldMk cId="436497126" sldId="257"/>
        </pc:sldMkLst>
      </pc:sldChg>
      <pc:sldChg chg="del">
        <pc:chgData name="Jeff DeRemer" userId="a37f3d2d141577c5" providerId="Windows Live" clId="Web-{9E117ABD-92DE-4419-A102-9EC7AD5D949C}" dt="2023-09-02T20:36:15.149" v="4"/>
        <pc:sldMkLst>
          <pc:docMk/>
          <pc:sldMk cId="3204198918" sldId="258"/>
        </pc:sldMkLst>
      </pc:sldChg>
      <pc:sldChg chg="del">
        <pc:chgData name="Jeff DeRemer" userId="a37f3d2d141577c5" providerId="Windows Live" clId="Web-{9E117ABD-92DE-4419-A102-9EC7AD5D949C}" dt="2023-09-02T20:36:18.243" v="10"/>
        <pc:sldMkLst>
          <pc:docMk/>
          <pc:sldMk cId="1537062186" sldId="259"/>
        </pc:sldMkLst>
      </pc:sldChg>
      <pc:sldChg chg="del">
        <pc:chgData name="Jeff DeRemer" userId="a37f3d2d141577c5" providerId="Windows Live" clId="Web-{9E117ABD-92DE-4419-A102-9EC7AD5D949C}" dt="2023-09-02T20:36:19.071" v="12"/>
        <pc:sldMkLst>
          <pc:docMk/>
          <pc:sldMk cId="3800418244" sldId="260"/>
        </pc:sldMkLst>
      </pc:sldChg>
      <pc:sldChg chg="del">
        <pc:chgData name="Jeff DeRemer" userId="a37f3d2d141577c5" providerId="Windows Live" clId="Web-{9E117ABD-92DE-4419-A102-9EC7AD5D949C}" dt="2023-09-02T20:36:20.102" v="14"/>
        <pc:sldMkLst>
          <pc:docMk/>
          <pc:sldMk cId="1862461135" sldId="261"/>
        </pc:sldMkLst>
      </pc:sldChg>
      <pc:sldChg chg="del">
        <pc:chgData name="Jeff DeRemer" userId="a37f3d2d141577c5" providerId="Windows Live" clId="Web-{9E117ABD-92DE-4419-A102-9EC7AD5D949C}" dt="2023-09-02T20:36:20.899" v="16"/>
        <pc:sldMkLst>
          <pc:docMk/>
          <pc:sldMk cId="750474985" sldId="262"/>
        </pc:sldMkLst>
      </pc:sldChg>
      <pc:sldChg chg="del">
        <pc:chgData name="Jeff DeRemer" userId="a37f3d2d141577c5" providerId="Windows Live" clId="Web-{9E117ABD-92DE-4419-A102-9EC7AD5D949C}" dt="2023-09-02T20:36:19.649" v="13"/>
        <pc:sldMkLst>
          <pc:docMk/>
          <pc:sldMk cId="1604463162" sldId="263"/>
        </pc:sldMkLst>
      </pc:sldChg>
      <pc:sldChg chg="del">
        <pc:chgData name="Jeff DeRemer" userId="a37f3d2d141577c5" providerId="Windows Live" clId="Web-{9E117ABD-92DE-4419-A102-9EC7AD5D949C}" dt="2023-09-02T20:36:23.477" v="22"/>
        <pc:sldMkLst>
          <pc:docMk/>
          <pc:sldMk cId="98002227" sldId="264"/>
        </pc:sldMkLst>
      </pc:sldChg>
      <pc:sldChg chg="modSp">
        <pc:chgData name="Jeff DeRemer" userId="a37f3d2d141577c5" providerId="Windows Live" clId="Web-{9E117ABD-92DE-4419-A102-9EC7AD5D949C}" dt="2023-09-02T21:01:32.346" v="510" actId="20577"/>
        <pc:sldMkLst>
          <pc:docMk/>
          <pc:sldMk cId="4027165043" sldId="265"/>
        </pc:sldMkLst>
        <pc:spChg chg="mod">
          <ac:chgData name="Jeff DeRemer" userId="a37f3d2d141577c5" providerId="Windows Live" clId="Web-{9E117ABD-92DE-4419-A102-9EC7AD5D949C}" dt="2023-09-02T20:37:36.544" v="65" actId="20577"/>
          <ac:spMkLst>
            <pc:docMk/>
            <pc:sldMk cId="4027165043" sldId="265"/>
            <ac:spMk id="2" creationId="{1BF760D8-DE18-3103-21DD-2AFB11BC4FC1}"/>
          </ac:spMkLst>
        </pc:spChg>
        <pc:spChg chg="mod">
          <ac:chgData name="Jeff DeRemer" userId="a37f3d2d141577c5" providerId="Windows Live" clId="Web-{9E117ABD-92DE-4419-A102-9EC7AD5D949C}" dt="2023-09-02T21:01:32.346" v="510" actId="20577"/>
          <ac:spMkLst>
            <pc:docMk/>
            <pc:sldMk cId="4027165043" sldId="265"/>
            <ac:spMk id="3" creationId="{4182CC16-3AE7-DF35-254E-91CD4D63E479}"/>
          </ac:spMkLst>
        </pc:spChg>
      </pc:sldChg>
      <pc:sldChg chg="modSp">
        <pc:chgData name="Jeff DeRemer" userId="a37f3d2d141577c5" providerId="Windows Live" clId="Web-{9E117ABD-92DE-4419-A102-9EC7AD5D949C}" dt="2023-09-02T21:07:10.461" v="641" actId="20577"/>
        <pc:sldMkLst>
          <pc:docMk/>
          <pc:sldMk cId="1052964133" sldId="266"/>
        </pc:sldMkLst>
        <pc:spChg chg="mod">
          <ac:chgData name="Jeff DeRemer" userId="a37f3d2d141577c5" providerId="Windows Live" clId="Web-{9E117ABD-92DE-4419-A102-9EC7AD5D949C}" dt="2023-09-02T21:07:10.461" v="641" actId="20577"/>
          <ac:spMkLst>
            <pc:docMk/>
            <pc:sldMk cId="1052964133" sldId="266"/>
            <ac:spMk id="3" creationId="{FB20C80A-234C-1B92-533C-D58FA0A04C61}"/>
          </ac:spMkLst>
        </pc:spChg>
      </pc:sldChg>
      <pc:sldChg chg="modSp ord">
        <pc:chgData name="Jeff DeRemer" userId="a37f3d2d141577c5" providerId="Windows Live" clId="Web-{9E117ABD-92DE-4419-A102-9EC7AD5D949C}" dt="2023-09-02T21:37:35.562" v="1371" actId="20577"/>
        <pc:sldMkLst>
          <pc:docMk/>
          <pc:sldMk cId="1079600738" sldId="267"/>
        </pc:sldMkLst>
        <pc:spChg chg="mod">
          <ac:chgData name="Jeff DeRemer" userId="a37f3d2d141577c5" providerId="Windows Live" clId="Web-{9E117ABD-92DE-4419-A102-9EC7AD5D949C}" dt="2023-09-02T21:33:54.846" v="1241" actId="20577"/>
          <ac:spMkLst>
            <pc:docMk/>
            <pc:sldMk cId="1079600738" sldId="267"/>
            <ac:spMk id="2" creationId="{5F1A04C7-4354-2449-0C51-C807DAABA0D9}"/>
          </ac:spMkLst>
        </pc:spChg>
        <pc:spChg chg="mod">
          <ac:chgData name="Jeff DeRemer" userId="a37f3d2d141577c5" providerId="Windows Live" clId="Web-{9E117ABD-92DE-4419-A102-9EC7AD5D949C}" dt="2023-09-02T21:37:35.562" v="1371" actId="20577"/>
          <ac:spMkLst>
            <pc:docMk/>
            <pc:sldMk cId="1079600738" sldId="267"/>
            <ac:spMk id="3" creationId="{D5A21A21-6D25-B829-492F-6BC8C1ADA0ED}"/>
          </ac:spMkLst>
        </pc:spChg>
      </pc:sldChg>
      <pc:sldChg chg="modSp ord">
        <pc:chgData name="Jeff DeRemer" userId="a37f3d2d141577c5" providerId="Windows Live" clId="Web-{9E117ABD-92DE-4419-A102-9EC7AD5D949C}" dt="2023-09-02T21:44:57.501" v="1573" actId="20577"/>
        <pc:sldMkLst>
          <pc:docMk/>
          <pc:sldMk cId="4291219111" sldId="269"/>
        </pc:sldMkLst>
        <pc:spChg chg="mod">
          <ac:chgData name="Jeff DeRemer" userId="a37f3d2d141577c5" providerId="Windows Live" clId="Web-{9E117ABD-92DE-4419-A102-9EC7AD5D949C}" dt="2023-09-02T20:50:57.096" v="324" actId="20577"/>
          <ac:spMkLst>
            <pc:docMk/>
            <pc:sldMk cId="4291219111" sldId="269"/>
            <ac:spMk id="2" creationId="{9247A437-3EC2-47AD-0CB0-00EE5C7560CD}"/>
          </ac:spMkLst>
        </pc:spChg>
        <pc:spChg chg="mod">
          <ac:chgData name="Jeff DeRemer" userId="a37f3d2d141577c5" providerId="Windows Live" clId="Web-{9E117ABD-92DE-4419-A102-9EC7AD5D949C}" dt="2023-09-02T21:44:57.501" v="1573" actId="20577"/>
          <ac:spMkLst>
            <pc:docMk/>
            <pc:sldMk cId="4291219111" sldId="269"/>
            <ac:spMk id="3" creationId="{0F18B9B2-A879-82B3-D71E-0BA6774BC0F8}"/>
          </ac:spMkLst>
        </pc:spChg>
      </pc:sldChg>
      <pc:sldChg chg="del">
        <pc:chgData name="Jeff DeRemer" userId="a37f3d2d141577c5" providerId="Windows Live" clId="Web-{9E117ABD-92DE-4419-A102-9EC7AD5D949C}" dt="2023-09-02T20:36:21.305" v="17"/>
        <pc:sldMkLst>
          <pc:docMk/>
          <pc:sldMk cId="3628189326" sldId="270"/>
        </pc:sldMkLst>
      </pc:sldChg>
      <pc:sldChg chg="del">
        <pc:chgData name="Jeff DeRemer" userId="a37f3d2d141577c5" providerId="Windows Live" clId="Web-{9E117ABD-92DE-4419-A102-9EC7AD5D949C}" dt="2023-09-02T20:36:37.369" v="29"/>
        <pc:sldMkLst>
          <pc:docMk/>
          <pc:sldMk cId="4094167011" sldId="271"/>
        </pc:sldMkLst>
      </pc:sldChg>
      <pc:sldChg chg="del">
        <pc:chgData name="Jeff DeRemer" userId="a37f3d2d141577c5" providerId="Windows Live" clId="Web-{9E117ABD-92DE-4419-A102-9EC7AD5D949C}" dt="2023-09-02T20:36:39.822" v="38"/>
        <pc:sldMkLst>
          <pc:docMk/>
          <pc:sldMk cId="1682394483" sldId="272"/>
        </pc:sldMkLst>
      </pc:sldChg>
      <pc:sldChg chg="del">
        <pc:chgData name="Jeff DeRemer" userId="a37f3d2d141577c5" providerId="Windows Live" clId="Web-{9E117ABD-92DE-4419-A102-9EC7AD5D949C}" dt="2023-09-02T20:36:39.525" v="36"/>
        <pc:sldMkLst>
          <pc:docMk/>
          <pc:sldMk cId="1966568967" sldId="273"/>
        </pc:sldMkLst>
      </pc:sldChg>
      <pc:sldChg chg="del">
        <pc:chgData name="Jeff DeRemer" userId="a37f3d2d141577c5" providerId="Windows Live" clId="Web-{9E117ABD-92DE-4419-A102-9EC7AD5D949C}" dt="2023-09-02T20:36:39.744" v="37"/>
        <pc:sldMkLst>
          <pc:docMk/>
          <pc:sldMk cId="517718756" sldId="274"/>
        </pc:sldMkLst>
      </pc:sldChg>
      <pc:sldChg chg="del">
        <pc:chgData name="Jeff DeRemer" userId="a37f3d2d141577c5" providerId="Windows Live" clId="Web-{9E117ABD-92DE-4419-A102-9EC7AD5D949C}" dt="2023-09-02T20:36:38.353" v="32"/>
        <pc:sldMkLst>
          <pc:docMk/>
          <pc:sldMk cId="494778731" sldId="275"/>
        </pc:sldMkLst>
      </pc:sldChg>
      <pc:sldChg chg="del">
        <pc:chgData name="Jeff DeRemer" userId="a37f3d2d141577c5" providerId="Windows Live" clId="Web-{9E117ABD-92DE-4419-A102-9EC7AD5D949C}" dt="2023-09-02T20:36:39.166" v="35"/>
        <pc:sldMkLst>
          <pc:docMk/>
          <pc:sldMk cId="3591501101" sldId="276"/>
        </pc:sldMkLst>
      </pc:sldChg>
      <pc:sldChg chg="del">
        <pc:chgData name="Jeff DeRemer" userId="a37f3d2d141577c5" providerId="Windows Live" clId="Web-{9E117ABD-92DE-4419-A102-9EC7AD5D949C}" dt="2023-09-02T20:36:40.213" v="39"/>
        <pc:sldMkLst>
          <pc:docMk/>
          <pc:sldMk cId="2990784307" sldId="277"/>
        </pc:sldMkLst>
      </pc:sldChg>
      <pc:sldChg chg="del">
        <pc:chgData name="Jeff DeRemer" userId="a37f3d2d141577c5" providerId="Windows Live" clId="Web-{9E117ABD-92DE-4419-A102-9EC7AD5D949C}" dt="2023-09-02T20:36:41.697" v="43"/>
        <pc:sldMkLst>
          <pc:docMk/>
          <pc:sldMk cId="3744251568" sldId="278"/>
        </pc:sldMkLst>
      </pc:sldChg>
      <pc:sldChg chg="del">
        <pc:chgData name="Jeff DeRemer" userId="a37f3d2d141577c5" providerId="Windows Live" clId="Web-{9E117ABD-92DE-4419-A102-9EC7AD5D949C}" dt="2023-09-02T20:36:41.353" v="42"/>
        <pc:sldMkLst>
          <pc:docMk/>
          <pc:sldMk cId="3982399502" sldId="279"/>
        </pc:sldMkLst>
      </pc:sldChg>
      <pc:sldChg chg="del">
        <pc:chgData name="Jeff DeRemer" userId="a37f3d2d141577c5" providerId="Windows Live" clId="Web-{9E117ABD-92DE-4419-A102-9EC7AD5D949C}" dt="2023-09-02T20:36:41.103" v="41"/>
        <pc:sldMkLst>
          <pc:docMk/>
          <pc:sldMk cId="2746935985" sldId="280"/>
        </pc:sldMkLst>
      </pc:sldChg>
      <pc:sldChg chg="del">
        <pc:chgData name="Jeff DeRemer" userId="a37f3d2d141577c5" providerId="Windows Live" clId="Web-{9E117ABD-92DE-4419-A102-9EC7AD5D949C}" dt="2023-09-02T20:36:42.025" v="44"/>
        <pc:sldMkLst>
          <pc:docMk/>
          <pc:sldMk cId="204965760" sldId="282"/>
        </pc:sldMkLst>
      </pc:sldChg>
      <pc:sldChg chg="del">
        <pc:chgData name="Jeff DeRemer" userId="a37f3d2d141577c5" providerId="Windows Live" clId="Web-{9E117ABD-92DE-4419-A102-9EC7AD5D949C}" dt="2023-09-02T20:36:36.619" v="28"/>
        <pc:sldMkLst>
          <pc:docMk/>
          <pc:sldMk cId="1861732289" sldId="283"/>
        </pc:sldMkLst>
      </pc:sldChg>
      <pc:sldChg chg="del">
        <pc:chgData name="Jeff DeRemer" userId="a37f3d2d141577c5" providerId="Windows Live" clId="Web-{9E117ABD-92DE-4419-A102-9EC7AD5D949C}" dt="2023-09-02T20:36:38.275" v="31"/>
        <pc:sldMkLst>
          <pc:docMk/>
          <pc:sldMk cId="1987841433" sldId="284"/>
        </pc:sldMkLst>
      </pc:sldChg>
      <pc:sldChg chg="del">
        <pc:chgData name="Jeff DeRemer" userId="a37f3d2d141577c5" providerId="Windows Live" clId="Web-{9E117ABD-92DE-4419-A102-9EC7AD5D949C}" dt="2023-09-02T20:36:22.540" v="20"/>
        <pc:sldMkLst>
          <pc:docMk/>
          <pc:sldMk cId="1112612059" sldId="285"/>
        </pc:sldMkLst>
      </pc:sldChg>
      <pc:sldChg chg="del">
        <pc:chgData name="Jeff DeRemer" userId="a37f3d2d141577c5" providerId="Windows Live" clId="Web-{9E117ABD-92DE-4419-A102-9EC7AD5D949C}" dt="2023-09-02T20:36:23.009" v="21"/>
        <pc:sldMkLst>
          <pc:docMk/>
          <pc:sldMk cId="2771794891" sldId="286"/>
        </pc:sldMkLst>
      </pc:sldChg>
      <pc:sldChg chg="del">
        <pc:chgData name="Jeff DeRemer" userId="a37f3d2d141577c5" providerId="Windows Live" clId="Web-{9E117ABD-92DE-4419-A102-9EC7AD5D949C}" dt="2023-09-02T20:36:22.134" v="19"/>
        <pc:sldMkLst>
          <pc:docMk/>
          <pc:sldMk cId="4209612668" sldId="287"/>
        </pc:sldMkLst>
      </pc:sldChg>
      <pc:sldChg chg="del">
        <pc:chgData name="Jeff DeRemer" userId="a37f3d2d141577c5" providerId="Windows Live" clId="Web-{9E117ABD-92DE-4419-A102-9EC7AD5D949C}" dt="2023-09-02T20:36:40.760" v="40"/>
        <pc:sldMkLst>
          <pc:docMk/>
          <pc:sldMk cId="1175048660" sldId="288"/>
        </pc:sldMkLst>
      </pc:sldChg>
      <pc:sldChg chg="del">
        <pc:chgData name="Jeff DeRemer" userId="a37f3d2d141577c5" providerId="Windows Live" clId="Web-{9E117ABD-92DE-4419-A102-9EC7AD5D949C}" dt="2023-09-02T20:36:43.697" v="49"/>
        <pc:sldMkLst>
          <pc:docMk/>
          <pc:sldMk cId="1487085672" sldId="289"/>
        </pc:sldMkLst>
      </pc:sldChg>
      <pc:sldChg chg="del">
        <pc:chgData name="Jeff DeRemer" userId="a37f3d2d141577c5" providerId="Windows Live" clId="Web-{9E117ABD-92DE-4419-A102-9EC7AD5D949C}" dt="2023-09-02T20:36:16.290" v="6"/>
        <pc:sldMkLst>
          <pc:docMk/>
          <pc:sldMk cId="4076531934" sldId="290"/>
        </pc:sldMkLst>
      </pc:sldChg>
      <pc:sldChg chg="del">
        <pc:chgData name="Jeff DeRemer" userId="a37f3d2d141577c5" providerId="Windows Live" clId="Web-{9E117ABD-92DE-4419-A102-9EC7AD5D949C}" dt="2023-09-02T20:36:20.446" v="15"/>
        <pc:sldMkLst>
          <pc:docMk/>
          <pc:sldMk cId="2803421184" sldId="292"/>
        </pc:sldMkLst>
      </pc:sldChg>
      <pc:sldChg chg="del">
        <pc:chgData name="Jeff DeRemer" userId="a37f3d2d141577c5" providerId="Windows Live" clId="Web-{9E117ABD-92DE-4419-A102-9EC7AD5D949C}" dt="2023-09-02T20:36:46.354" v="55"/>
        <pc:sldMkLst>
          <pc:docMk/>
          <pc:sldMk cId="3056689765" sldId="293"/>
        </pc:sldMkLst>
      </pc:sldChg>
      <pc:sldChg chg="modSp">
        <pc:chgData name="Jeff DeRemer" userId="a37f3d2d141577c5" providerId="Windows Live" clId="Web-{9E117ABD-92DE-4419-A102-9EC7AD5D949C}" dt="2023-09-02T21:06:44.240" v="638" actId="20577"/>
        <pc:sldMkLst>
          <pc:docMk/>
          <pc:sldMk cId="2373186645" sldId="294"/>
        </pc:sldMkLst>
        <pc:spChg chg="mod">
          <ac:chgData name="Jeff DeRemer" userId="a37f3d2d141577c5" providerId="Windows Live" clId="Web-{9E117ABD-92DE-4419-A102-9EC7AD5D949C}" dt="2023-09-02T21:06:00.722" v="594" actId="20577"/>
          <ac:spMkLst>
            <pc:docMk/>
            <pc:sldMk cId="2373186645" sldId="294"/>
            <ac:spMk id="2" creationId="{B2222F7C-0144-814E-2BAD-01A1646151D4}"/>
          </ac:spMkLst>
        </pc:spChg>
        <pc:spChg chg="mod">
          <ac:chgData name="Jeff DeRemer" userId="a37f3d2d141577c5" providerId="Windows Live" clId="Web-{9E117ABD-92DE-4419-A102-9EC7AD5D949C}" dt="2023-09-02T21:06:44.240" v="638" actId="20577"/>
          <ac:spMkLst>
            <pc:docMk/>
            <pc:sldMk cId="2373186645" sldId="294"/>
            <ac:spMk id="3" creationId="{044EA9B4-6A65-9695-5C1B-998070458920}"/>
          </ac:spMkLst>
        </pc:spChg>
      </pc:sldChg>
      <pc:sldChg chg="del">
        <pc:chgData name="Jeff DeRemer" userId="a37f3d2d141577c5" providerId="Windows Live" clId="Web-{9E117ABD-92DE-4419-A102-9EC7AD5D949C}" dt="2023-09-02T20:36:44.104" v="50"/>
        <pc:sldMkLst>
          <pc:docMk/>
          <pc:sldMk cId="1109033926" sldId="295"/>
        </pc:sldMkLst>
      </pc:sldChg>
      <pc:sldChg chg="del">
        <pc:chgData name="Jeff DeRemer" userId="a37f3d2d141577c5" providerId="Windows Live" clId="Web-{9E117ABD-92DE-4419-A102-9EC7AD5D949C}" dt="2023-09-02T20:36:16.852" v="7"/>
        <pc:sldMkLst>
          <pc:docMk/>
          <pc:sldMk cId="3257431584" sldId="296"/>
        </pc:sldMkLst>
      </pc:sldChg>
      <pc:sldChg chg="del">
        <pc:chgData name="Jeff DeRemer" userId="a37f3d2d141577c5" providerId="Windows Live" clId="Web-{9E117ABD-92DE-4419-A102-9EC7AD5D949C}" dt="2023-09-02T20:36:17.274" v="8"/>
        <pc:sldMkLst>
          <pc:docMk/>
          <pc:sldMk cId="3916907533" sldId="297"/>
        </pc:sldMkLst>
      </pc:sldChg>
      <pc:sldChg chg="del">
        <pc:chgData name="Jeff DeRemer" userId="a37f3d2d141577c5" providerId="Windows Live" clId="Web-{9E117ABD-92DE-4419-A102-9EC7AD5D949C}" dt="2023-09-02T20:36:43.197" v="47"/>
        <pc:sldMkLst>
          <pc:docMk/>
          <pc:sldMk cId="3946900745" sldId="299"/>
        </pc:sldMkLst>
      </pc:sldChg>
      <pc:sldChg chg="del">
        <pc:chgData name="Jeff DeRemer" userId="a37f3d2d141577c5" providerId="Windows Live" clId="Web-{9E117ABD-92DE-4419-A102-9EC7AD5D949C}" dt="2023-09-02T20:36:42.494" v="45"/>
        <pc:sldMkLst>
          <pc:docMk/>
          <pc:sldMk cId="586689482" sldId="300"/>
        </pc:sldMkLst>
      </pc:sldChg>
      <pc:sldChg chg="del">
        <pc:chgData name="Jeff DeRemer" userId="a37f3d2d141577c5" providerId="Windows Live" clId="Web-{9E117ABD-92DE-4419-A102-9EC7AD5D949C}" dt="2023-09-02T20:36:45.416" v="53"/>
        <pc:sldMkLst>
          <pc:docMk/>
          <pc:sldMk cId="2227905725" sldId="301"/>
        </pc:sldMkLst>
      </pc:sldChg>
      <pc:sldChg chg="del">
        <pc:chgData name="Jeff DeRemer" userId="a37f3d2d141577c5" providerId="Windows Live" clId="Web-{9E117ABD-92DE-4419-A102-9EC7AD5D949C}" dt="2023-09-02T20:36:44.432" v="51"/>
        <pc:sldMkLst>
          <pc:docMk/>
          <pc:sldMk cId="2536371849" sldId="302"/>
        </pc:sldMkLst>
      </pc:sldChg>
      <pc:sldChg chg="del">
        <pc:chgData name="Jeff DeRemer" userId="a37f3d2d141577c5" providerId="Windows Live" clId="Web-{9E117ABD-92DE-4419-A102-9EC7AD5D949C}" dt="2023-09-02T20:36:45.979" v="54"/>
        <pc:sldMkLst>
          <pc:docMk/>
          <pc:sldMk cId="4098653268" sldId="303"/>
        </pc:sldMkLst>
      </pc:sldChg>
      <pc:sldChg chg="del">
        <pc:chgData name="Jeff DeRemer" userId="a37f3d2d141577c5" providerId="Windows Live" clId="Web-{9E117ABD-92DE-4419-A102-9EC7AD5D949C}" dt="2023-09-02T20:36:43.213" v="48"/>
        <pc:sldMkLst>
          <pc:docMk/>
          <pc:sldMk cId="2894770160" sldId="304"/>
        </pc:sldMkLst>
      </pc:sldChg>
      <pc:sldChg chg="del">
        <pc:chgData name="Jeff DeRemer" userId="a37f3d2d141577c5" providerId="Windows Live" clId="Web-{9E117ABD-92DE-4419-A102-9EC7AD5D949C}" dt="2023-09-02T20:36:38.900" v="33"/>
        <pc:sldMkLst>
          <pc:docMk/>
          <pc:sldMk cId="1935756779" sldId="305"/>
        </pc:sldMkLst>
      </pc:sldChg>
      <pc:sldChg chg="del">
        <pc:chgData name="Jeff DeRemer" userId="a37f3d2d141577c5" providerId="Windows Live" clId="Web-{9E117ABD-92DE-4419-A102-9EC7AD5D949C}" dt="2023-09-02T20:36:21.727" v="18"/>
        <pc:sldMkLst>
          <pc:docMk/>
          <pc:sldMk cId="3166782752" sldId="306"/>
        </pc:sldMkLst>
      </pc:sldChg>
      <pc:sldChg chg="modSp">
        <pc:chgData name="Jeff DeRemer" userId="a37f3d2d141577c5" providerId="Windows Live" clId="Web-{9E117ABD-92DE-4419-A102-9EC7AD5D949C}" dt="2023-09-02T21:17:25.436" v="917" actId="20577"/>
        <pc:sldMkLst>
          <pc:docMk/>
          <pc:sldMk cId="2145870571" sldId="307"/>
        </pc:sldMkLst>
        <pc:spChg chg="mod">
          <ac:chgData name="Jeff DeRemer" userId="a37f3d2d141577c5" providerId="Windows Live" clId="Web-{9E117ABD-92DE-4419-A102-9EC7AD5D949C}" dt="2023-09-02T21:17:25.436" v="917" actId="20577"/>
          <ac:spMkLst>
            <pc:docMk/>
            <pc:sldMk cId="2145870571" sldId="307"/>
            <ac:spMk id="3" creationId="{E16765E4-91CB-D7BB-72DE-17157CA29AE6}"/>
          </ac:spMkLst>
        </pc:spChg>
      </pc:sldChg>
      <pc:sldChg chg="del">
        <pc:chgData name="Jeff DeRemer" userId="a37f3d2d141577c5" providerId="Windows Live" clId="Web-{9E117ABD-92DE-4419-A102-9EC7AD5D949C}" dt="2023-09-02T20:39:37.802" v="106"/>
        <pc:sldMkLst>
          <pc:docMk/>
          <pc:sldMk cId="1173428035" sldId="308"/>
        </pc:sldMkLst>
      </pc:sldChg>
      <pc:sldChg chg="modSp new ord">
        <pc:chgData name="Jeff DeRemer" userId="a37f3d2d141577c5" providerId="Windows Live" clId="Web-{9E117ABD-92DE-4419-A102-9EC7AD5D949C}" dt="2023-09-02T21:30:11.785" v="1113"/>
        <pc:sldMkLst>
          <pc:docMk/>
          <pc:sldMk cId="3311342873" sldId="308"/>
        </pc:sldMkLst>
        <pc:spChg chg="mod">
          <ac:chgData name="Jeff DeRemer" userId="a37f3d2d141577c5" providerId="Windows Live" clId="Web-{9E117ABD-92DE-4419-A102-9EC7AD5D949C}" dt="2023-09-02T21:17:13.748" v="915" actId="20577"/>
          <ac:spMkLst>
            <pc:docMk/>
            <pc:sldMk cId="3311342873" sldId="308"/>
            <ac:spMk id="2" creationId="{02981AB3-E6A2-4064-8E06-7E60A8276860}"/>
          </ac:spMkLst>
        </pc:spChg>
        <pc:spChg chg="mod">
          <ac:chgData name="Jeff DeRemer" userId="a37f3d2d141577c5" providerId="Windows Live" clId="Web-{9E117ABD-92DE-4419-A102-9EC7AD5D949C}" dt="2023-09-02T21:21:15.877" v="980" actId="20577"/>
          <ac:spMkLst>
            <pc:docMk/>
            <pc:sldMk cId="3311342873" sldId="308"/>
            <ac:spMk id="3" creationId="{FAEB9E20-E2BC-BC8A-09B4-2DFB8F480D9E}"/>
          </ac:spMkLst>
        </pc:spChg>
      </pc:sldChg>
      <pc:sldChg chg="del">
        <pc:chgData name="Jeff DeRemer" userId="a37f3d2d141577c5" providerId="Windows Live" clId="Web-{9E117ABD-92DE-4419-A102-9EC7AD5D949C}" dt="2023-09-02T20:36:17.727" v="9"/>
        <pc:sldMkLst>
          <pc:docMk/>
          <pc:sldMk cId="3630277452" sldId="309"/>
        </pc:sldMkLst>
      </pc:sldChg>
      <pc:sldChg chg="del">
        <pc:chgData name="Jeff DeRemer" userId="a37f3d2d141577c5" providerId="Windows Live" clId="Web-{9E117ABD-92DE-4419-A102-9EC7AD5D949C}" dt="2023-09-02T20:36:14.149" v="3"/>
        <pc:sldMkLst>
          <pc:docMk/>
          <pc:sldMk cId="2940824636" sldId="310"/>
        </pc:sldMkLst>
      </pc:sldChg>
      <pc:sldChg chg="del">
        <pc:chgData name="Jeff DeRemer" userId="a37f3d2d141577c5" providerId="Windows Live" clId="Web-{9E117ABD-92DE-4419-A102-9EC7AD5D949C}" dt="2023-09-02T20:36:37.681" v="30"/>
        <pc:sldMkLst>
          <pc:docMk/>
          <pc:sldMk cId="322086555" sldId="312"/>
        </pc:sldMkLst>
      </pc:sldChg>
      <pc:sldChg chg="del">
        <pc:chgData name="Jeff DeRemer" userId="a37f3d2d141577c5" providerId="Windows Live" clId="Web-{9E117ABD-92DE-4419-A102-9EC7AD5D949C}" dt="2023-09-02T20:36:11.758" v="1"/>
        <pc:sldMkLst>
          <pc:docMk/>
          <pc:sldMk cId="3904009533" sldId="313"/>
        </pc:sldMkLst>
      </pc:sldChg>
      <pc:sldChg chg="del">
        <pc:chgData name="Jeff DeRemer" userId="a37f3d2d141577c5" providerId="Windows Live" clId="Web-{9E117ABD-92DE-4419-A102-9EC7AD5D949C}" dt="2023-09-02T20:36:15.664" v="5"/>
        <pc:sldMkLst>
          <pc:docMk/>
          <pc:sldMk cId="588049691" sldId="314"/>
        </pc:sldMkLst>
      </pc:sldChg>
      <pc:sldChg chg="del">
        <pc:chgData name="Jeff DeRemer" userId="a37f3d2d141577c5" providerId="Windows Live" clId="Web-{9E117ABD-92DE-4419-A102-9EC7AD5D949C}" dt="2023-09-02T20:36:18.633" v="11"/>
        <pc:sldMkLst>
          <pc:docMk/>
          <pc:sldMk cId="3588194236" sldId="315"/>
        </pc:sldMkLst>
      </pc:sldChg>
      <pc:sldChg chg="del">
        <pc:chgData name="Jeff DeRemer" userId="a37f3d2d141577c5" providerId="Windows Live" clId="Web-{9E117ABD-92DE-4419-A102-9EC7AD5D949C}" dt="2023-09-02T20:36:38.979" v="34"/>
        <pc:sldMkLst>
          <pc:docMk/>
          <pc:sldMk cId="3080211462" sldId="316"/>
        </pc:sldMkLst>
      </pc:sldChg>
      <pc:sldChg chg="del">
        <pc:chgData name="Jeff DeRemer" userId="a37f3d2d141577c5" providerId="Windows Live" clId="Web-{9E117ABD-92DE-4419-A102-9EC7AD5D949C}" dt="2023-09-02T20:36:08.383" v="0"/>
        <pc:sldMkLst>
          <pc:docMk/>
          <pc:sldMk cId="915020623" sldId="317"/>
        </pc:sldMkLst>
      </pc:sldChg>
      <pc:sldChg chg="del">
        <pc:chgData name="Jeff DeRemer" userId="a37f3d2d141577c5" providerId="Windows Live" clId="Web-{9E117ABD-92DE-4419-A102-9EC7AD5D949C}" dt="2023-09-02T20:36:46.979" v="56"/>
        <pc:sldMkLst>
          <pc:docMk/>
          <pc:sldMk cId="1712350636" sldId="318"/>
        </pc:sldMkLst>
      </pc:sldChg>
      <pc:sldChg chg="del">
        <pc:chgData name="Jeff DeRemer" userId="a37f3d2d141577c5" providerId="Windows Live" clId="Web-{9E117ABD-92DE-4419-A102-9EC7AD5D949C}" dt="2023-09-02T20:36:42.666" v="46"/>
        <pc:sldMkLst>
          <pc:docMk/>
          <pc:sldMk cId="2417779818" sldId="319"/>
        </pc:sldMkLst>
      </pc:sldChg>
      <pc:sldChg chg="del">
        <pc:chgData name="Jeff DeRemer" userId="a37f3d2d141577c5" providerId="Windows Live" clId="Web-{9E117ABD-92DE-4419-A102-9EC7AD5D949C}" dt="2023-09-02T20:36:44.963" v="52"/>
        <pc:sldMkLst>
          <pc:docMk/>
          <pc:sldMk cId="1363589781" sldId="320"/>
        </pc:sldMkLst>
      </pc:sldChg>
    </pc:docChg>
  </pc:docChgLst>
  <pc:docChgLst>
    <pc:chgData name="Jeff DeRemer" userId="a37f3d2d141577c5" providerId="Windows Live" clId="Web-{B26B62FC-1869-4897-87A8-C4D70978CF54}"/>
    <pc:docChg chg="modSld sldOrd modSection">
      <pc:chgData name="Jeff DeRemer" userId="a37f3d2d141577c5" providerId="Windows Live" clId="Web-{B26B62FC-1869-4897-87A8-C4D70978CF54}" dt="2023-07-24T00:03:48.680" v="236" actId="20577"/>
      <pc:docMkLst>
        <pc:docMk/>
      </pc:docMkLst>
      <pc:sldChg chg="modSp">
        <pc:chgData name="Jeff DeRemer" userId="a37f3d2d141577c5" providerId="Windows Live" clId="Web-{B26B62FC-1869-4897-87A8-C4D70978CF54}" dt="2023-07-23T23:06:32.103" v="61" actId="20577"/>
        <pc:sldMkLst>
          <pc:docMk/>
          <pc:sldMk cId="1537062186" sldId="259"/>
        </pc:sldMkLst>
        <pc:spChg chg="mod">
          <ac:chgData name="Jeff DeRemer" userId="a37f3d2d141577c5" providerId="Windows Live" clId="Web-{B26B62FC-1869-4897-87A8-C4D70978CF54}" dt="2023-07-23T23:06:32.103" v="61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ord">
        <pc:chgData name="Jeff DeRemer" userId="a37f3d2d141577c5" providerId="Windows Live" clId="Web-{B26B62FC-1869-4897-87A8-C4D70978CF54}" dt="2023-07-23T23:25:23.738" v="101"/>
        <pc:sldMkLst>
          <pc:docMk/>
          <pc:sldMk cId="3800418244" sldId="260"/>
        </pc:sldMkLst>
      </pc:sldChg>
      <pc:sldChg chg="modSp">
        <pc:chgData name="Jeff DeRemer" userId="a37f3d2d141577c5" providerId="Windows Live" clId="Web-{B26B62FC-1869-4897-87A8-C4D70978CF54}" dt="2023-07-23T23:09:16.624" v="69" actId="20577"/>
        <pc:sldMkLst>
          <pc:docMk/>
          <pc:sldMk cId="1862461135" sldId="261"/>
        </pc:sldMkLst>
        <pc:spChg chg="mod">
          <ac:chgData name="Jeff DeRemer" userId="a37f3d2d141577c5" providerId="Windows Live" clId="Web-{B26B62FC-1869-4897-87A8-C4D70978CF54}" dt="2023-07-23T23:09:16.624" v="69" actId="20577"/>
          <ac:spMkLst>
            <pc:docMk/>
            <pc:sldMk cId="1862461135" sldId="261"/>
            <ac:spMk id="3" creationId="{4FA58D88-1C41-4DB8-50F5-C0148DF26DEC}"/>
          </ac:spMkLst>
        </pc:spChg>
      </pc:sldChg>
      <pc:sldChg chg="modSp ord">
        <pc:chgData name="Jeff DeRemer" userId="a37f3d2d141577c5" providerId="Windows Live" clId="Web-{B26B62FC-1869-4897-87A8-C4D70978CF54}" dt="2023-07-23T23:29:38.465" v="111"/>
        <pc:sldMkLst>
          <pc:docMk/>
          <pc:sldMk cId="750474985" sldId="262"/>
        </pc:sldMkLst>
        <pc:spChg chg="mod">
          <ac:chgData name="Jeff DeRemer" userId="a37f3d2d141577c5" providerId="Windows Live" clId="Web-{B26B62FC-1869-4897-87A8-C4D70978CF54}" dt="2023-07-23T23:24:27.704" v="96" actId="20577"/>
          <ac:spMkLst>
            <pc:docMk/>
            <pc:sldMk cId="750474985" sldId="262"/>
            <ac:spMk id="3" creationId="{429D0DB0-413D-C8AB-1A23-F9C01F950E4C}"/>
          </ac:spMkLst>
        </pc:spChg>
      </pc:sldChg>
      <pc:sldChg chg="ord">
        <pc:chgData name="Jeff DeRemer" userId="a37f3d2d141577c5" providerId="Windows Live" clId="Web-{B26B62FC-1869-4897-87A8-C4D70978CF54}" dt="2023-07-23T23:38:37.546" v="124"/>
        <pc:sldMkLst>
          <pc:docMk/>
          <pc:sldMk cId="3059359370" sldId="268"/>
        </pc:sldMkLst>
      </pc:sldChg>
      <pc:sldChg chg="modSp">
        <pc:chgData name="Jeff DeRemer" userId="a37f3d2d141577c5" providerId="Windows Live" clId="Web-{B26B62FC-1869-4897-87A8-C4D70978CF54}" dt="2023-07-23T23:30:34.545" v="113" actId="20577"/>
        <pc:sldMkLst>
          <pc:docMk/>
          <pc:sldMk cId="4291219111" sldId="269"/>
        </pc:sldMkLst>
        <pc:spChg chg="mod">
          <ac:chgData name="Jeff DeRemer" userId="a37f3d2d141577c5" providerId="Windows Live" clId="Web-{B26B62FC-1869-4897-87A8-C4D70978CF54}" dt="2023-07-23T23:30:34.545" v="113" actId="20577"/>
          <ac:spMkLst>
            <pc:docMk/>
            <pc:sldMk cId="4291219111" sldId="269"/>
            <ac:spMk id="2" creationId="{9247A437-3EC2-47AD-0CB0-00EE5C7560CD}"/>
          </ac:spMkLst>
        </pc:spChg>
      </pc:sldChg>
      <pc:sldChg chg="modSp ord">
        <pc:chgData name="Jeff DeRemer" userId="a37f3d2d141577c5" providerId="Windows Live" clId="Web-{B26B62FC-1869-4897-87A8-C4D70978CF54}" dt="2023-07-23T23:25:05.924" v="98"/>
        <pc:sldMkLst>
          <pc:docMk/>
          <pc:sldMk cId="3628189326" sldId="270"/>
        </pc:sldMkLst>
        <pc:spChg chg="mod">
          <ac:chgData name="Jeff DeRemer" userId="a37f3d2d141577c5" providerId="Windows Live" clId="Web-{B26B62FC-1869-4897-87A8-C4D70978CF54}" dt="2023-07-23T23:14:35.963" v="72" actId="20577"/>
          <ac:spMkLst>
            <pc:docMk/>
            <pc:sldMk cId="3628189326" sldId="270"/>
            <ac:spMk id="2" creationId="{9DB831FD-D532-CC05-3979-A33DE6AA6F6E}"/>
          </ac:spMkLst>
        </pc:spChg>
      </pc:sldChg>
      <pc:sldChg chg="modSp">
        <pc:chgData name="Jeff DeRemer" userId="a37f3d2d141577c5" providerId="Windows Live" clId="Web-{B26B62FC-1869-4897-87A8-C4D70978CF54}" dt="2023-07-23T23:45:23.185" v="147" actId="20577"/>
        <pc:sldMkLst>
          <pc:docMk/>
          <pc:sldMk cId="1966568967" sldId="273"/>
        </pc:sldMkLst>
        <pc:spChg chg="mod">
          <ac:chgData name="Jeff DeRemer" userId="a37f3d2d141577c5" providerId="Windows Live" clId="Web-{B26B62FC-1869-4897-87A8-C4D70978CF54}" dt="2023-07-23T23:45:23.185" v="147" actId="20577"/>
          <ac:spMkLst>
            <pc:docMk/>
            <pc:sldMk cId="1966568967" sldId="273"/>
            <ac:spMk id="2" creationId="{C4C77302-4BF8-065B-0985-42ED6C4A094E}"/>
          </ac:spMkLst>
        </pc:spChg>
      </pc:sldChg>
      <pc:sldChg chg="modSp">
        <pc:chgData name="Jeff DeRemer" userId="a37f3d2d141577c5" providerId="Windows Live" clId="Web-{B26B62FC-1869-4897-87A8-C4D70978CF54}" dt="2023-07-23T23:48:23.050" v="166" actId="20577"/>
        <pc:sldMkLst>
          <pc:docMk/>
          <pc:sldMk cId="517718756" sldId="274"/>
        </pc:sldMkLst>
        <pc:spChg chg="mod">
          <ac:chgData name="Jeff DeRemer" userId="a37f3d2d141577c5" providerId="Windows Live" clId="Web-{B26B62FC-1869-4897-87A8-C4D70978CF54}" dt="2023-07-23T23:45:37.248" v="149" actId="20577"/>
          <ac:spMkLst>
            <pc:docMk/>
            <pc:sldMk cId="517718756" sldId="274"/>
            <ac:spMk id="2" creationId="{DA44FD8D-74EE-A547-A9C3-112CE6388BDC}"/>
          </ac:spMkLst>
        </pc:spChg>
        <pc:spChg chg="mod">
          <ac:chgData name="Jeff DeRemer" userId="a37f3d2d141577c5" providerId="Windows Live" clId="Web-{B26B62FC-1869-4897-87A8-C4D70978CF54}" dt="2023-07-23T23:48:23.050" v="166" actId="20577"/>
          <ac:spMkLst>
            <pc:docMk/>
            <pc:sldMk cId="517718756" sldId="274"/>
            <ac:spMk id="3" creationId="{36AB1BDB-E2A1-4202-92E8-6D3885AAD11B}"/>
          </ac:spMkLst>
        </pc:spChg>
      </pc:sldChg>
      <pc:sldChg chg="modSp">
        <pc:chgData name="Jeff DeRemer" userId="a37f3d2d141577c5" providerId="Windows Live" clId="Web-{B26B62FC-1869-4897-87A8-C4D70978CF54}" dt="2023-07-23T23:50:19.445" v="185" actId="20577"/>
        <pc:sldMkLst>
          <pc:docMk/>
          <pc:sldMk cId="2990784307" sldId="277"/>
        </pc:sldMkLst>
        <pc:spChg chg="mod">
          <ac:chgData name="Jeff DeRemer" userId="a37f3d2d141577c5" providerId="Windows Live" clId="Web-{B26B62FC-1869-4897-87A8-C4D70978CF54}" dt="2023-07-23T23:50:19.445" v="185" actId="20577"/>
          <ac:spMkLst>
            <pc:docMk/>
            <pc:sldMk cId="2990784307" sldId="277"/>
            <ac:spMk id="3" creationId="{8505100E-6EFE-B8B7-5E92-053F23902331}"/>
          </ac:spMkLst>
        </pc:spChg>
      </pc:sldChg>
      <pc:sldChg chg="modSp ord">
        <pc:chgData name="Jeff DeRemer" userId="a37f3d2d141577c5" providerId="Windows Live" clId="Web-{B26B62FC-1869-4897-87A8-C4D70978CF54}" dt="2023-07-24T00:00:11.795" v="232"/>
        <pc:sldMkLst>
          <pc:docMk/>
          <pc:sldMk cId="3744251568" sldId="278"/>
        </pc:sldMkLst>
        <pc:spChg chg="mod">
          <ac:chgData name="Jeff DeRemer" userId="a37f3d2d141577c5" providerId="Windows Live" clId="Web-{B26B62FC-1869-4897-87A8-C4D70978CF54}" dt="2023-07-23T23:51:15.087" v="192" actId="20577"/>
          <ac:spMkLst>
            <pc:docMk/>
            <pc:sldMk cId="3744251568" sldId="278"/>
            <ac:spMk id="3" creationId="{FB490085-442A-F459-46C4-DE49E5A3B707}"/>
          </ac:spMkLst>
        </pc:spChg>
      </pc:sldChg>
      <pc:sldChg chg="modSp">
        <pc:chgData name="Jeff DeRemer" userId="a37f3d2d141577c5" providerId="Windows Live" clId="Web-{B26B62FC-1869-4897-87A8-C4D70978CF54}" dt="2023-07-23T23:53:55.968" v="208" actId="20577"/>
        <pc:sldMkLst>
          <pc:docMk/>
          <pc:sldMk cId="3982399502" sldId="279"/>
        </pc:sldMkLst>
        <pc:spChg chg="mod">
          <ac:chgData name="Jeff DeRemer" userId="a37f3d2d141577c5" providerId="Windows Live" clId="Web-{B26B62FC-1869-4897-87A8-C4D70978CF54}" dt="2023-07-23T23:53:55.968" v="208" actId="20577"/>
          <ac:spMkLst>
            <pc:docMk/>
            <pc:sldMk cId="3982399502" sldId="279"/>
            <ac:spMk id="3" creationId="{E9946A79-B7B2-74E9-63F9-ED6A04F68C26}"/>
          </ac:spMkLst>
        </pc:spChg>
      </pc:sldChg>
      <pc:sldChg chg="modSp">
        <pc:chgData name="Jeff DeRemer" userId="a37f3d2d141577c5" providerId="Windows Live" clId="Web-{B26B62FC-1869-4897-87A8-C4D70978CF54}" dt="2023-07-24T00:00:24.717" v="234" actId="20577"/>
        <pc:sldMkLst>
          <pc:docMk/>
          <pc:sldMk cId="2746935985" sldId="280"/>
        </pc:sldMkLst>
        <pc:spChg chg="mod">
          <ac:chgData name="Jeff DeRemer" userId="a37f3d2d141577c5" providerId="Windows Live" clId="Web-{B26B62FC-1869-4897-87A8-C4D70978CF54}" dt="2023-07-24T00:00:24.717" v="234" actId="20577"/>
          <ac:spMkLst>
            <pc:docMk/>
            <pc:sldMk cId="2746935985" sldId="280"/>
            <ac:spMk id="3" creationId="{2CC19F36-1038-F57E-91F2-B8DE49592B97}"/>
          </ac:spMkLst>
        </pc:spChg>
      </pc:sldChg>
      <pc:sldChg chg="modSp">
        <pc:chgData name="Jeff DeRemer" userId="a37f3d2d141577c5" providerId="Windows Live" clId="Web-{B26B62FC-1869-4897-87A8-C4D70978CF54}" dt="2023-07-23T23:33:16.144" v="118" actId="20577"/>
        <pc:sldMkLst>
          <pc:docMk/>
          <pc:sldMk cId="1861732289" sldId="283"/>
        </pc:sldMkLst>
        <pc:spChg chg="mod">
          <ac:chgData name="Jeff DeRemer" userId="a37f3d2d141577c5" providerId="Windows Live" clId="Web-{B26B62FC-1869-4897-87A8-C4D70978CF54}" dt="2023-07-23T23:33:16.144" v="118" actId="20577"/>
          <ac:spMkLst>
            <pc:docMk/>
            <pc:sldMk cId="1861732289" sldId="283"/>
            <ac:spMk id="3" creationId="{A4DD8A52-93C3-307C-94F8-99CD4F67B3B0}"/>
          </ac:spMkLst>
        </pc:spChg>
      </pc:sldChg>
      <pc:sldChg chg="modSp">
        <pc:chgData name="Jeff DeRemer" userId="a37f3d2d141577c5" providerId="Windows Live" clId="Web-{B26B62FC-1869-4897-87A8-C4D70978CF54}" dt="2023-07-23T23:17:30.922" v="74" actId="20577"/>
        <pc:sldMkLst>
          <pc:docMk/>
          <pc:sldMk cId="2771794891" sldId="286"/>
        </pc:sldMkLst>
        <pc:spChg chg="mod">
          <ac:chgData name="Jeff DeRemer" userId="a37f3d2d141577c5" providerId="Windows Live" clId="Web-{B26B62FC-1869-4897-87A8-C4D70978CF54}" dt="2023-07-23T23:17:30.922" v="74" actId="20577"/>
          <ac:spMkLst>
            <pc:docMk/>
            <pc:sldMk cId="2771794891" sldId="286"/>
            <ac:spMk id="3" creationId="{E43A48AF-984B-687B-AB99-A4749E13FE18}"/>
          </ac:spMkLst>
        </pc:spChg>
      </pc:sldChg>
      <pc:sldChg chg="modSp">
        <pc:chgData name="Jeff DeRemer" userId="a37f3d2d141577c5" providerId="Windows Live" clId="Web-{B26B62FC-1869-4897-87A8-C4D70978CF54}" dt="2023-07-23T23:00:59.357" v="1" actId="20577"/>
        <pc:sldMkLst>
          <pc:docMk/>
          <pc:sldMk cId="4076531934" sldId="290"/>
        </pc:sldMkLst>
        <pc:spChg chg="mod">
          <ac:chgData name="Jeff DeRemer" userId="a37f3d2d141577c5" providerId="Windows Live" clId="Web-{B26B62FC-1869-4897-87A8-C4D70978CF54}" dt="2023-07-23T23:00:59.357" v="1" actId="20577"/>
          <ac:spMkLst>
            <pc:docMk/>
            <pc:sldMk cId="4076531934" sldId="290"/>
            <ac:spMk id="3" creationId="{960B53B4-EA2F-EDEB-811E-08923203A428}"/>
          </ac:spMkLst>
        </pc:spChg>
      </pc:sldChg>
      <pc:sldChg chg="modSp ord">
        <pc:chgData name="Jeff DeRemer" userId="a37f3d2d141577c5" providerId="Windows Live" clId="Web-{B26B62FC-1869-4897-87A8-C4D70978CF54}" dt="2023-07-23T23:28:17.493" v="108" actId="20577"/>
        <pc:sldMkLst>
          <pc:docMk/>
          <pc:sldMk cId="117291877" sldId="291"/>
        </pc:sldMkLst>
        <pc:spChg chg="mod">
          <ac:chgData name="Jeff DeRemer" userId="a37f3d2d141577c5" providerId="Windows Live" clId="Web-{B26B62FC-1869-4897-87A8-C4D70978CF54}" dt="2023-07-23T23:28:17.493" v="108" actId="20577"/>
          <ac:spMkLst>
            <pc:docMk/>
            <pc:sldMk cId="117291877" sldId="291"/>
            <ac:spMk id="2" creationId="{7C7FA624-06C1-58CB-6EBF-6A6E06B55AA5}"/>
          </ac:spMkLst>
        </pc:spChg>
      </pc:sldChg>
      <pc:sldChg chg="ord">
        <pc:chgData name="Jeff DeRemer" userId="a37f3d2d141577c5" providerId="Windows Live" clId="Web-{B26B62FC-1869-4897-87A8-C4D70978CF54}" dt="2023-07-23T23:29:23.511" v="109"/>
        <pc:sldMkLst>
          <pc:docMk/>
          <pc:sldMk cId="3056689765" sldId="293"/>
        </pc:sldMkLst>
      </pc:sldChg>
      <pc:sldChg chg="modSp">
        <pc:chgData name="Jeff DeRemer" userId="a37f3d2d141577c5" providerId="Windows Live" clId="Web-{B26B62FC-1869-4897-87A8-C4D70978CF54}" dt="2023-07-23T23:30:30.310" v="112" actId="20577"/>
        <pc:sldMkLst>
          <pc:docMk/>
          <pc:sldMk cId="2373186645" sldId="294"/>
        </pc:sldMkLst>
        <pc:spChg chg="mod">
          <ac:chgData name="Jeff DeRemer" userId="a37f3d2d141577c5" providerId="Windows Live" clId="Web-{B26B62FC-1869-4897-87A8-C4D70978CF54}" dt="2023-07-23T23:30:30.310" v="112" actId="20577"/>
          <ac:spMkLst>
            <pc:docMk/>
            <pc:sldMk cId="2373186645" sldId="294"/>
            <ac:spMk id="2" creationId="{B2222F7C-0144-814E-2BAD-01A1646151D4}"/>
          </ac:spMkLst>
        </pc:spChg>
      </pc:sldChg>
      <pc:sldChg chg="modSp">
        <pc:chgData name="Jeff DeRemer" userId="a37f3d2d141577c5" providerId="Windows Live" clId="Web-{B26B62FC-1869-4897-87A8-C4D70978CF54}" dt="2023-07-23T23:34:45.132" v="122" actId="20577"/>
        <pc:sldMkLst>
          <pc:docMk/>
          <pc:sldMk cId="3916907533" sldId="297"/>
        </pc:sldMkLst>
        <pc:spChg chg="mod">
          <ac:chgData name="Jeff DeRemer" userId="a37f3d2d141577c5" providerId="Windows Live" clId="Web-{B26B62FC-1869-4897-87A8-C4D70978CF54}" dt="2023-07-23T23:34:45.132" v="122" actId="20577"/>
          <ac:spMkLst>
            <pc:docMk/>
            <pc:sldMk cId="3916907533" sldId="297"/>
            <ac:spMk id="3" creationId="{44445D3B-2A71-A9CA-450D-9A629D66162C}"/>
          </ac:spMkLst>
        </pc:spChg>
      </pc:sldChg>
      <pc:sldChg chg="modSp ord">
        <pc:chgData name="Jeff DeRemer" userId="a37f3d2d141577c5" providerId="Windows Live" clId="Web-{B26B62FC-1869-4897-87A8-C4D70978CF54}" dt="2023-07-23T23:27:59.977" v="104" actId="20577"/>
        <pc:sldMkLst>
          <pc:docMk/>
          <pc:sldMk cId="4013399894" sldId="298"/>
        </pc:sldMkLst>
        <pc:spChg chg="mod">
          <ac:chgData name="Jeff DeRemer" userId="a37f3d2d141577c5" providerId="Windows Live" clId="Web-{B26B62FC-1869-4897-87A8-C4D70978CF54}" dt="2023-07-23T23:27:59.977" v="104" actId="20577"/>
          <ac:spMkLst>
            <pc:docMk/>
            <pc:sldMk cId="4013399894" sldId="298"/>
            <ac:spMk id="2" creationId="{9FC04FDF-F6C6-A102-AAE8-320D1538DF86}"/>
          </ac:spMkLst>
        </pc:spChg>
      </pc:sldChg>
      <pc:sldChg chg="modSp">
        <pc:chgData name="Jeff DeRemer" userId="a37f3d2d141577c5" providerId="Windows Live" clId="Web-{B26B62FC-1869-4897-87A8-C4D70978CF54}" dt="2023-07-23T23:54:14.062" v="214" actId="20577"/>
        <pc:sldMkLst>
          <pc:docMk/>
          <pc:sldMk cId="586689482" sldId="300"/>
        </pc:sldMkLst>
        <pc:spChg chg="mod">
          <ac:chgData name="Jeff DeRemer" userId="a37f3d2d141577c5" providerId="Windows Live" clId="Web-{B26B62FC-1869-4897-87A8-C4D70978CF54}" dt="2023-07-23T23:54:14.062" v="214" actId="20577"/>
          <ac:spMkLst>
            <pc:docMk/>
            <pc:sldMk cId="586689482" sldId="300"/>
            <ac:spMk id="2" creationId="{E396FD66-0FAC-C93C-0BC0-9B32126BDF21}"/>
          </ac:spMkLst>
        </pc:spChg>
      </pc:sldChg>
      <pc:sldChg chg="modSp">
        <pc:chgData name="Jeff DeRemer" userId="a37f3d2d141577c5" providerId="Windows Live" clId="Web-{B26B62FC-1869-4897-87A8-C4D70978CF54}" dt="2023-07-23T23:42:07.506" v="129" actId="20577"/>
        <pc:sldMkLst>
          <pc:docMk/>
          <pc:sldMk cId="1935756779" sldId="305"/>
        </pc:sldMkLst>
        <pc:spChg chg="mod">
          <ac:chgData name="Jeff DeRemer" userId="a37f3d2d141577c5" providerId="Windows Live" clId="Web-{B26B62FC-1869-4897-87A8-C4D70978CF54}" dt="2023-07-23T23:42:07.506" v="129" actId="20577"/>
          <ac:spMkLst>
            <pc:docMk/>
            <pc:sldMk cId="1935756779" sldId="305"/>
            <ac:spMk id="2" creationId="{3ACE7FED-C200-7B67-3E02-882BF64E67DD}"/>
          </ac:spMkLst>
        </pc:spChg>
      </pc:sldChg>
      <pc:sldChg chg="modSp">
        <pc:chgData name="Jeff DeRemer" userId="a37f3d2d141577c5" providerId="Windows Live" clId="Web-{B26B62FC-1869-4897-87A8-C4D70978CF54}" dt="2023-07-23T23:31:34.516" v="114" actId="20577"/>
        <pc:sldMkLst>
          <pc:docMk/>
          <pc:sldMk cId="1173428035" sldId="308"/>
        </pc:sldMkLst>
        <pc:spChg chg="mod">
          <ac:chgData name="Jeff DeRemer" userId="a37f3d2d141577c5" providerId="Windows Live" clId="Web-{B26B62FC-1869-4897-87A8-C4D70978CF54}" dt="2023-07-23T23:31:34.516" v="114" actId="20577"/>
          <ac:spMkLst>
            <pc:docMk/>
            <pc:sldMk cId="1173428035" sldId="308"/>
            <ac:spMk id="2" creationId="{7905709C-0522-4331-5D4F-CCBE2BEF0D9D}"/>
          </ac:spMkLst>
        </pc:spChg>
      </pc:sldChg>
      <pc:sldChg chg="modSp">
        <pc:chgData name="Jeff DeRemer" userId="a37f3d2d141577c5" providerId="Windows Live" clId="Web-{B26B62FC-1869-4897-87A8-C4D70978CF54}" dt="2023-07-23T23:01:46.328" v="5" actId="20577"/>
        <pc:sldMkLst>
          <pc:docMk/>
          <pc:sldMk cId="3630277452" sldId="309"/>
        </pc:sldMkLst>
        <pc:spChg chg="mod">
          <ac:chgData name="Jeff DeRemer" userId="a37f3d2d141577c5" providerId="Windows Live" clId="Web-{B26B62FC-1869-4897-87A8-C4D70978CF54}" dt="2023-07-23T23:01:46.328" v="5" actId="20577"/>
          <ac:spMkLst>
            <pc:docMk/>
            <pc:sldMk cId="3630277452" sldId="309"/>
            <ac:spMk id="3" creationId="{667CAB59-D103-80B2-8972-BA950EE5CE80}"/>
          </ac:spMkLst>
        </pc:spChg>
      </pc:sldChg>
      <pc:sldChg chg="modSp">
        <pc:chgData name="Jeff DeRemer" userId="a37f3d2d141577c5" providerId="Windows Live" clId="Web-{B26B62FC-1869-4897-87A8-C4D70978CF54}" dt="2023-07-24T00:03:48.680" v="236" actId="20577"/>
        <pc:sldMkLst>
          <pc:docMk/>
          <pc:sldMk cId="3904009533" sldId="313"/>
        </pc:sldMkLst>
        <pc:spChg chg="mod">
          <ac:chgData name="Jeff DeRemer" userId="a37f3d2d141577c5" providerId="Windows Live" clId="Web-{B26B62FC-1869-4897-87A8-C4D70978CF54}" dt="2023-07-24T00:03:48.680" v="236" actId="20577"/>
          <ac:spMkLst>
            <pc:docMk/>
            <pc:sldMk cId="3904009533" sldId="313"/>
            <ac:spMk id="3" creationId="{2B48F1B9-BE18-2779-9783-44A7FC8F6204}"/>
          </ac:spMkLst>
        </pc:spChg>
      </pc:sldChg>
      <pc:sldChg chg="modSp">
        <pc:chgData name="Jeff DeRemer" userId="a37f3d2d141577c5" providerId="Windows Live" clId="Web-{B26B62FC-1869-4897-87A8-C4D70978CF54}" dt="2023-07-23T23:34:16.349" v="120" actId="20577"/>
        <pc:sldMkLst>
          <pc:docMk/>
          <pc:sldMk cId="588049691" sldId="314"/>
        </pc:sldMkLst>
        <pc:spChg chg="mod">
          <ac:chgData name="Jeff DeRemer" userId="a37f3d2d141577c5" providerId="Windows Live" clId="Web-{B26B62FC-1869-4897-87A8-C4D70978CF54}" dt="2023-07-23T23:34:16.349" v="120" actId="20577"/>
          <ac:spMkLst>
            <pc:docMk/>
            <pc:sldMk cId="588049691" sldId="314"/>
            <ac:spMk id="2" creationId="{155F2CC8-9572-2144-062B-FABFE70C4A2C}"/>
          </ac:spMkLst>
        </pc:spChg>
      </pc:sldChg>
      <pc:sldChg chg="modSp">
        <pc:chgData name="Jeff DeRemer" userId="a37f3d2d141577c5" providerId="Windows Live" clId="Web-{B26B62FC-1869-4897-87A8-C4D70978CF54}" dt="2023-07-23T23:44:27.323" v="144" actId="20577"/>
        <pc:sldMkLst>
          <pc:docMk/>
          <pc:sldMk cId="3080211462" sldId="316"/>
        </pc:sldMkLst>
        <pc:spChg chg="mod">
          <ac:chgData name="Jeff DeRemer" userId="a37f3d2d141577c5" providerId="Windows Live" clId="Web-{B26B62FC-1869-4897-87A8-C4D70978CF54}" dt="2023-07-23T23:44:27.323" v="144" actId="20577"/>
          <ac:spMkLst>
            <pc:docMk/>
            <pc:sldMk cId="3080211462" sldId="316"/>
            <ac:spMk id="3" creationId="{22CFC226-DC8E-64BB-56E7-EA99E3243D7F}"/>
          </ac:spMkLst>
        </pc:spChg>
      </pc:sldChg>
    </pc:docChg>
  </pc:docChgLst>
  <pc:docChgLst>
    <pc:chgData name="Jeff DeRemer" userId="a37f3d2d141577c5" providerId="Windows Live" clId="Web-{437F9473-31E1-4FC1-A591-DF6B779AC242}"/>
    <pc:docChg chg="addSld modSld sldOrd modSection">
      <pc:chgData name="Jeff DeRemer" userId="a37f3d2d141577c5" providerId="Windows Live" clId="Web-{437F9473-31E1-4FC1-A591-DF6B779AC242}" dt="2023-09-01T19:08:34.063" v="131" actId="20577"/>
      <pc:docMkLst>
        <pc:docMk/>
      </pc:docMkLst>
      <pc:sldChg chg="modSp">
        <pc:chgData name="Jeff DeRemer" userId="a37f3d2d141577c5" providerId="Windows Live" clId="Web-{437F9473-31E1-4FC1-A591-DF6B779AC242}" dt="2023-09-01T18:45:14.849" v="37" actId="20577"/>
        <pc:sldMkLst>
          <pc:docMk/>
          <pc:sldMk cId="3204198918" sldId="258"/>
        </pc:sldMkLst>
        <pc:spChg chg="mod">
          <ac:chgData name="Jeff DeRemer" userId="a37f3d2d141577c5" providerId="Windows Live" clId="Web-{437F9473-31E1-4FC1-A591-DF6B779AC242}" dt="2023-09-01T18:45:14.849" v="37" actId="20577"/>
          <ac:spMkLst>
            <pc:docMk/>
            <pc:sldMk cId="3204198918" sldId="258"/>
            <ac:spMk id="3" creationId="{B6C27F68-3CFD-F860-DC38-DB6A07A7E802}"/>
          </ac:spMkLst>
        </pc:spChg>
      </pc:sldChg>
      <pc:sldChg chg="modSp ord">
        <pc:chgData name="Jeff DeRemer" userId="a37f3d2d141577c5" providerId="Windows Live" clId="Web-{437F9473-31E1-4FC1-A591-DF6B779AC242}" dt="2023-09-01T18:56:35.541" v="50" actId="1076"/>
        <pc:sldMkLst>
          <pc:docMk/>
          <pc:sldMk cId="1862461135" sldId="261"/>
        </pc:sldMkLst>
        <pc:spChg chg="mod">
          <ac:chgData name="Jeff DeRemer" userId="a37f3d2d141577c5" providerId="Windows Live" clId="Web-{437F9473-31E1-4FC1-A591-DF6B779AC242}" dt="2023-09-01T18:56:35.541" v="50" actId="1076"/>
          <ac:spMkLst>
            <pc:docMk/>
            <pc:sldMk cId="1862461135" sldId="261"/>
            <ac:spMk id="2" creationId="{3C0A472B-B6FE-1E36-BAAA-CEFDE0D6E812}"/>
          </ac:spMkLst>
        </pc:spChg>
      </pc:sldChg>
      <pc:sldChg chg="modSp">
        <pc:chgData name="Jeff DeRemer" userId="a37f3d2d141577c5" providerId="Windows Live" clId="Web-{437F9473-31E1-4FC1-A591-DF6B779AC242}" dt="2023-09-01T19:07:49.155" v="126" actId="20577"/>
        <pc:sldMkLst>
          <pc:docMk/>
          <pc:sldMk cId="204965760" sldId="282"/>
        </pc:sldMkLst>
        <pc:spChg chg="mod">
          <ac:chgData name="Jeff DeRemer" userId="a37f3d2d141577c5" providerId="Windows Live" clId="Web-{437F9473-31E1-4FC1-A591-DF6B779AC242}" dt="2023-09-01T19:07:49.155" v="126" actId="20577"/>
          <ac:spMkLst>
            <pc:docMk/>
            <pc:sldMk cId="204965760" sldId="282"/>
            <ac:spMk id="3" creationId="{214B1D8D-63BD-DD0B-C0F5-8839FC6374EC}"/>
          </ac:spMkLst>
        </pc:spChg>
      </pc:sldChg>
      <pc:sldChg chg="modSp">
        <pc:chgData name="Jeff DeRemer" userId="a37f3d2d141577c5" providerId="Windows Live" clId="Web-{437F9473-31E1-4FC1-A591-DF6B779AC242}" dt="2023-09-01T18:53:35.302" v="40" actId="20577"/>
        <pc:sldMkLst>
          <pc:docMk/>
          <pc:sldMk cId="3257431584" sldId="296"/>
        </pc:sldMkLst>
        <pc:spChg chg="mod">
          <ac:chgData name="Jeff DeRemer" userId="a37f3d2d141577c5" providerId="Windows Live" clId="Web-{437F9473-31E1-4FC1-A591-DF6B779AC242}" dt="2023-09-01T18:53:35.302" v="40" actId="20577"/>
          <ac:spMkLst>
            <pc:docMk/>
            <pc:sldMk cId="3257431584" sldId="296"/>
            <ac:spMk id="3" creationId="{796CF47D-9B0B-ECCF-6644-4B8820451995}"/>
          </ac:spMkLst>
        </pc:spChg>
      </pc:sldChg>
      <pc:sldChg chg="modSp">
        <pc:chgData name="Jeff DeRemer" userId="a37f3d2d141577c5" providerId="Windows Live" clId="Web-{437F9473-31E1-4FC1-A591-DF6B779AC242}" dt="2023-09-01T18:44:54.380" v="34" actId="20577"/>
        <pc:sldMkLst>
          <pc:docMk/>
          <pc:sldMk cId="2940824636" sldId="310"/>
        </pc:sldMkLst>
        <pc:spChg chg="mod">
          <ac:chgData name="Jeff DeRemer" userId="a37f3d2d141577c5" providerId="Windows Live" clId="Web-{437F9473-31E1-4FC1-A591-DF6B779AC242}" dt="2023-09-01T18:44:54.380" v="34" actId="20577"/>
          <ac:spMkLst>
            <pc:docMk/>
            <pc:sldMk cId="2940824636" sldId="310"/>
            <ac:spMk id="3" creationId="{1E27FDFE-7CD7-2DFC-2F94-D0819ECC8141}"/>
          </ac:spMkLst>
        </pc:spChg>
      </pc:sldChg>
      <pc:sldChg chg="modSp new">
        <pc:chgData name="Jeff DeRemer" userId="a37f3d2d141577c5" providerId="Windows Live" clId="Web-{437F9473-31E1-4FC1-A591-DF6B779AC242}" dt="2023-09-01T19:08:34.063" v="131" actId="20577"/>
        <pc:sldMkLst>
          <pc:docMk/>
          <pc:sldMk cId="2417779818" sldId="319"/>
        </pc:sldMkLst>
        <pc:spChg chg="mod">
          <ac:chgData name="Jeff DeRemer" userId="a37f3d2d141577c5" providerId="Windows Live" clId="Web-{437F9473-31E1-4FC1-A591-DF6B779AC242}" dt="2023-09-01T18:57:07.870" v="53" actId="20577"/>
          <ac:spMkLst>
            <pc:docMk/>
            <pc:sldMk cId="2417779818" sldId="319"/>
            <ac:spMk id="2" creationId="{470EF524-55BF-DBF8-4D80-571128347465}"/>
          </ac:spMkLst>
        </pc:spChg>
        <pc:spChg chg="mod">
          <ac:chgData name="Jeff DeRemer" userId="a37f3d2d141577c5" providerId="Windows Live" clId="Web-{437F9473-31E1-4FC1-A591-DF6B779AC242}" dt="2023-09-01T19:08:34.063" v="131" actId="20577"/>
          <ac:spMkLst>
            <pc:docMk/>
            <pc:sldMk cId="2417779818" sldId="319"/>
            <ac:spMk id="3" creationId="{12EED0E7-EAC5-B55A-2374-3C8714688BAE}"/>
          </ac:spMkLst>
        </pc:spChg>
      </pc:sldChg>
    </pc:docChg>
  </pc:docChgLst>
  <pc:docChgLst>
    <pc:chgData name="Jeff DeRemer" userId="a37f3d2d141577c5" providerId="Windows Live" clId="Web-{84FDC6C0-EB0C-48F3-B9B4-1D7FAE88DCC6}"/>
    <pc:docChg chg="delSld modSld sldOrd modSection">
      <pc:chgData name="Jeff DeRemer" userId="a37f3d2d141577c5" providerId="Windows Live" clId="Web-{84FDC6C0-EB0C-48F3-B9B4-1D7FAE88DCC6}" dt="2023-07-27T18:54:37.885" v="426" actId="20577"/>
      <pc:docMkLst>
        <pc:docMk/>
      </pc:docMkLst>
      <pc:sldChg chg="modSp">
        <pc:chgData name="Jeff DeRemer" userId="a37f3d2d141577c5" providerId="Windows Live" clId="Web-{84FDC6C0-EB0C-48F3-B9B4-1D7FAE88DCC6}" dt="2023-07-27T18:15:51.435" v="163" actId="20577"/>
        <pc:sldMkLst>
          <pc:docMk/>
          <pc:sldMk cId="436497126" sldId="257"/>
        </pc:sldMkLst>
        <pc:spChg chg="mod">
          <ac:chgData name="Jeff DeRemer" userId="a37f3d2d141577c5" providerId="Windows Live" clId="Web-{84FDC6C0-EB0C-48F3-B9B4-1D7FAE88DCC6}" dt="2023-07-27T18:15:51.435" v="163" actId="20577"/>
          <ac:spMkLst>
            <pc:docMk/>
            <pc:sldMk cId="436497126" sldId="257"/>
            <ac:spMk id="3" creationId="{69F6AD24-2AA8-1769-5A4C-06990BD5C0B0}"/>
          </ac:spMkLst>
        </pc:spChg>
      </pc:sldChg>
      <pc:sldChg chg="modSp">
        <pc:chgData name="Jeff DeRemer" userId="a37f3d2d141577c5" providerId="Windows Live" clId="Web-{84FDC6C0-EB0C-48F3-B9B4-1D7FAE88DCC6}" dt="2023-07-27T18:17:04.500" v="168" actId="20577"/>
        <pc:sldMkLst>
          <pc:docMk/>
          <pc:sldMk cId="3204198918" sldId="258"/>
        </pc:sldMkLst>
        <pc:spChg chg="mod">
          <ac:chgData name="Jeff DeRemer" userId="a37f3d2d141577c5" providerId="Windows Live" clId="Web-{84FDC6C0-EB0C-48F3-B9B4-1D7FAE88DCC6}" dt="2023-07-27T18:17:04.500" v="168" actId="20577"/>
          <ac:spMkLst>
            <pc:docMk/>
            <pc:sldMk cId="3204198918" sldId="258"/>
            <ac:spMk id="3" creationId="{B6C27F68-3CFD-F860-DC38-DB6A07A7E802}"/>
          </ac:spMkLst>
        </pc:spChg>
      </pc:sldChg>
      <pc:sldChg chg="modSp">
        <pc:chgData name="Jeff DeRemer" userId="a37f3d2d141577c5" providerId="Windows Live" clId="Web-{84FDC6C0-EB0C-48F3-B9B4-1D7FAE88DCC6}" dt="2023-07-27T18:07:58.073" v="104" actId="20577"/>
        <pc:sldMkLst>
          <pc:docMk/>
          <pc:sldMk cId="1537062186" sldId="259"/>
        </pc:sldMkLst>
        <pc:spChg chg="mod">
          <ac:chgData name="Jeff DeRemer" userId="a37f3d2d141577c5" providerId="Windows Live" clId="Web-{84FDC6C0-EB0C-48F3-B9B4-1D7FAE88DCC6}" dt="2023-07-27T18:07:58.073" v="104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modSp">
        <pc:chgData name="Jeff DeRemer" userId="a37f3d2d141577c5" providerId="Windows Live" clId="Web-{84FDC6C0-EB0C-48F3-B9B4-1D7FAE88DCC6}" dt="2023-07-27T18:08:42.231" v="116" actId="20577"/>
        <pc:sldMkLst>
          <pc:docMk/>
          <pc:sldMk cId="3800418244" sldId="260"/>
        </pc:sldMkLst>
        <pc:spChg chg="mod">
          <ac:chgData name="Jeff DeRemer" userId="a37f3d2d141577c5" providerId="Windows Live" clId="Web-{84FDC6C0-EB0C-48F3-B9B4-1D7FAE88DCC6}" dt="2023-07-27T18:08:42.231" v="116" actId="20577"/>
          <ac:spMkLst>
            <pc:docMk/>
            <pc:sldMk cId="3800418244" sldId="260"/>
            <ac:spMk id="3" creationId="{0C5B5C69-3010-67FC-1E38-ECFAC33F0253}"/>
          </ac:spMkLst>
        </pc:spChg>
      </pc:sldChg>
      <pc:sldChg chg="modSp">
        <pc:chgData name="Jeff DeRemer" userId="a37f3d2d141577c5" providerId="Windows Live" clId="Web-{84FDC6C0-EB0C-48F3-B9B4-1D7FAE88DCC6}" dt="2023-07-27T18:15:40.091" v="157" actId="20577"/>
        <pc:sldMkLst>
          <pc:docMk/>
          <pc:sldMk cId="1862461135" sldId="261"/>
        </pc:sldMkLst>
        <pc:spChg chg="mod">
          <ac:chgData name="Jeff DeRemer" userId="a37f3d2d141577c5" providerId="Windows Live" clId="Web-{84FDC6C0-EB0C-48F3-B9B4-1D7FAE88DCC6}" dt="2023-07-27T18:15:40.091" v="157" actId="20577"/>
          <ac:spMkLst>
            <pc:docMk/>
            <pc:sldMk cId="1862461135" sldId="261"/>
            <ac:spMk id="3" creationId="{4FA58D88-1C41-4DB8-50F5-C0148DF26DEC}"/>
          </ac:spMkLst>
        </pc:spChg>
      </pc:sldChg>
      <pc:sldChg chg="modSp">
        <pc:chgData name="Jeff DeRemer" userId="a37f3d2d141577c5" providerId="Windows Live" clId="Web-{84FDC6C0-EB0C-48F3-B9B4-1D7FAE88DCC6}" dt="2023-07-27T18:22:15.809" v="242" actId="20577"/>
        <pc:sldMkLst>
          <pc:docMk/>
          <pc:sldMk cId="750474985" sldId="262"/>
        </pc:sldMkLst>
        <pc:spChg chg="mod">
          <ac:chgData name="Jeff DeRemer" userId="a37f3d2d141577c5" providerId="Windows Live" clId="Web-{84FDC6C0-EB0C-48F3-B9B4-1D7FAE88DCC6}" dt="2023-07-27T18:22:15.809" v="242" actId="20577"/>
          <ac:spMkLst>
            <pc:docMk/>
            <pc:sldMk cId="750474985" sldId="262"/>
            <ac:spMk id="3" creationId="{429D0DB0-413D-C8AB-1A23-F9C01F950E4C}"/>
          </ac:spMkLst>
        </pc:spChg>
      </pc:sldChg>
      <pc:sldChg chg="modSp">
        <pc:chgData name="Jeff DeRemer" userId="a37f3d2d141577c5" providerId="Windows Live" clId="Web-{84FDC6C0-EB0C-48F3-B9B4-1D7FAE88DCC6}" dt="2023-07-27T18:15:00.636" v="141" actId="20577"/>
        <pc:sldMkLst>
          <pc:docMk/>
          <pc:sldMk cId="1604463162" sldId="263"/>
        </pc:sldMkLst>
        <pc:spChg chg="mod">
          <ac:chgData name="Jeff DeRemer" userId="a37f3d2d141577c5" providerId="Windows Live" clId="Web-{84FDC6C0-EB0C-48F3-B9B4-1D7FAE88DCC6}" dt="2023-07-27T18:15:00.636" v="141" actId="20577"/>
          <ac:spMkLst>
            <pc:docMk/>
            <pc:sldMk cId="1604463162" sldId="263"/>
            <ac:spMk id="3" creationId="{FF35C628-9ED1-48A4-98A5-A82E3566925E}"/>
          </ac:spMkLst>
        </pc:spChg>
      </pc:sldChg>
      <pc:sldChg chg="modSp">
        <pc:chgData name="Jeff DeRemer" userId="a37f3d2d141577c5" providerId="Windows Live" clId="Web-{84FDC6C0-EB0C-48F3-B9B4-1D7FAE88DCC6}" dt="2023-07-27T18:22:56.076" v="252" actId="20577"/>
        <pc:sldMkLst>
          <pc:docMk/>
          <pc:sldMk cId="98002227" sldId="264"/>
        </pc:sldMkLst>
        <pc:spChg chg="mod">
          <ac:chgData name="Jeff DeRemer" userId="a37f3d2d141577c5" providerId="Windows Live" clId="Web-{84FDC6C0-EB0C-48F3-B9B4-1D7FAE88DCC6}" dt="2023-07-27T18:22:56.076" v="252" actId="20577"/>
          <ac:spMkLst>
            <pc:docMk/>
            <pc:sldMk cId="98002227" sldId="264"/>
            <ac:spMk id="3" creationId="{18544897-D0A9-DA82-41A4-10CBB57ECE59}"/>
          </ac:spMkLst>
        </pc:spChg>
      </pc:sldChg>
      <pc:sldChg chg="modSp">
        <pc:chgData name="Jeff DeRemer" userId="a37f3d2d141577c5" providerId="Windows Live" clId="Web-{84FDC6C0-EB0C-48F3-B9B4-1D7FAE88DCC6}" dt="2023-07-27T18:23:28.093" v="259" actId="20577"/>
        <pc:sldMkLst>
          <pc:docMk/>
          <pc:sldMk cId="4027165043" sldId="265"/>
        </pc:sldMkLst>
        <pc:spChg chg="mod">
          <ac:chgData name="Jeff DeRemer" userId="a37f3d2d141577c5" providerId="Windows Live" clId="Web-{84FDC6C0-EB0C-48F3-B9B4-1D7FAE88DCC6}" dt="2023-07-27T18:23:28.093" v="259" actId="20577"/>
          <ac:spMkLst>
            <pc:docMk/>
            <pc:sldMk cId="4027165043" sldId="265"/>
            <ac:spMk id="3" creationId="{4182CC16-3AE7-DF35-254E-91CD4D63E479}"/>
          </ac:spMkLst>
        </pc:spChg>
      </pc:sldChg>
      <pc:sldChg chg="modSp">
        <pc:chgData name="Jeff DeRemer" userId="a37f3d2d141577c5" providerId="Windows Live" clId="Web-{84FDC6C0-EB0C-48F3-B9B4-1D7FAE88DCC6}" dt="2023-07-27T18:30:02.499" v="326" actId="20577"/>
        <pc:sldMkLst>
          <pc:docMk/>
          <pc:sldMk cId="1052964133" sldId="266"/>
        </pc:sldMkLst>
        <pc:spChg chg="mod">
          <ac:chgData name="Jeff DeRemer" userId="a37f3d2d141577c5" providerId="Windows Live" clId="Web-{84FDC6C0-EB0C-48F3-B9B4-1D7FAE88DCC6}" dt="2023-07-27T18:30:02.499" v="326" actId="20577"/>
          <ac:spMkLst>
            <pc:docMk/>
            <pc:sldMk cId="1052964133" sldId="266"/>
            <ac:spMk id="3" creationId="{FB20C80A-234C-1B92-533C-D58FA0A04C61}"/>
          </ac:spMkLst>
        </pc:spChg>
      </pc:sldChg>
      <pc:sldChg chg="modSp">
        <pc:chgData name="Jeff DeRemer" userId="a37f3d2d141577c5" providerId="Windows Live" clId="Web-{84FDC6C0-EB0C-48F3-B9B4-1D7FAE88DCC6}" dt="2023-07-27T18:38:23.597" v="365" actId="20577"/>
        <pc:sldMkLst>
          <pc:docMk/>
          <pc:sldMk cId="1079600738" sldId="267"/>
        </pc:sldMkLst>
        <pc:spChg chg="mod">
          <ac:chgData name="Jeff DeRemer" userId="a37f3d2d141577c5" providerId="Windows Live" clId="Web-{84FDC6C0-EB0C-48F3-B9B4-1D7FAE88DCC6}" dt="2023-07-27T18:38:23.597" v="365" actId="20577"/>
          <ac:spMkLst>
            <pc:docMk/>
            <pc:sldMk cId="1079600738" sldId="267"/>
            <ac:spMk id="3" creationId="{D5A21A21-6D25-B829-492F-6BC8C1ADA0ED}"/>
          </ac:spMkLst>
        </pc:spChg>
      </pc:sldChg>
      <pc:sldChg chg="del">
        <pc:chgData name="Jeff DeRemer" userId="a37f3d2d141577c5" providerId="Windows Live" clId="Web-{84FDC6C0-EB0C-48F3-B9B4-1D7FAE88DCC6}" dt="2023-07-27T18:40:33.524" v="366"/>
        <pc:sldMkLst>
          <pc:docMk/>
          <pc:sldMk cId="3059359370" sldId="268"/>
        </pc:sldMkLst>
      </pc:sldChg>
      <pc:sldChg chg="modSp">
        <pc:chgData name="Jeff DeRemer" userId="a37f3d2d141577c5" providerId="Windows Live" clId="Web-{84FDC6C0-EB0C-48F3-B9B4-1D7FAE88DCC6}" dt="2023-07-27T18:29:32.889" v="313" actId="20577"/>
        <pc:sldMkLst>
          <pc:docMk/>
          <pc:sldMk cId="4291219111" sldId="269"/>
        </pc:sldMkLst>
        <pc:spChg chg="mod">
          <ac:chgData name="Jeff DeRemer" userId="a37f3d2d141577c5" providerId="Windows Live" clId="Web-{84FDC6C0-EB0C-48F3-B9B4-1D7FAE88DCC6}" dt="2023-07-27T18:29:32.889" v="313" actId="20577"/>
          <ac:spMkLst>
            <pc:docMk/>
            <pc:sldMk cId="4291219111" sldId="269"/>
            <ac:spMk id="3" creationId="{0F18B9B2-A879-82B3-D71E-0BA6774BC0F8}"/>
          </ac:spMkLst>
        </pc:spChg>
      </pc:sldChg>
      <pc:sldChg chg="modSp">
        <pc:chgData name="Jeff DeRemer" userId="a37f3d2d141577c5" providerId="Windows Live" clId="Web-{84FDC6C0-EB0C-48F3-B9B4-1D7FAE88DCC6}" dt="2023-07-27T18:22:33.841" v="248" actId="20577"/>
        <pc:sldMkLst>
          <pc:docMk/>
          <pc:sldMk cId="3628189326" sldId="270"/>
        </pc:sldMkLst>
        <pc:spChg chg="mod">
          <ac:chgData name="Jeff DeRemer" userId="a37f3d2d141577c5" providerId="Windows Live" clId="Web-{84FDC6C0-EB0C-48F3-B9B4-1D7FAE88DCC6}" dt="2023-07-27T18:22:33.841" v="248" actId="20577"/>
          <ac:spMkLst>
            <pc:docMk/>
            <pc:sldMk cId="3628189326" sldId="270"/>
            <ac:spMk id="3" creationId="{6F7476CC-B0F5-EBA0-A09C-F0614C089CE5}"/>
          </ac:spMkLst>
        </pc:spChg>
      </pc:sldChg>
      <pc:sldChg chg="modSp">
        <pc:chgData name="Jeff DeRemer" userId="a37f3d2d141577c5" providerId="Windows Live" clId="Web-{84FDC6C0-EB0C-48F3-B9B4-1D7FAE88DCC6}" dt="2023-07-27T18:41:28.088" v="371" actId="20577"/>
        <pc:sldMkLst>
          <pc:docMk/>
          <pc:sldMk cId="4094167011" sldId="271"/>
        </pc:sldMkLst>
        <pc:spChg chg="mod">
          <ac:chgData name="Jeff DeRemer" userId="a37f3d2d141577c5" providerId="Windows Live" clId="Web-{84FDC6C0-EB0C-48F3-B9B4-1D7FAE88DCC6}" dt="2023-07-27T18:41:28.088" v="371" actId="20577"/>
          <ac:spMkLst>
            <pc:docMk/>
            <pc:sldMk cId="4094167011" sldId="271"/>
            <ac:spMk id="3" creationId="{1149A847-D5C9-8EA2-01EB-CE8AF3A606C7}"/>
          </ac:spMkLst>
        </pc:spChg>
      </pc:sldChg>
      <pc:sldChg chg="modSp">
        <pc:chgData name="Jeff DeRemer" userId="a37f3d2d141577c5" providerId="Windows Live" clId="Web-{84FDC6C0-EB0C-48F3-B9B4-1D7FAE88DCC6}" dt="2023-07-27T18:47:34.837" v="396" actId="20577"/>
        <pc:sldMkLst>
          <pc:docMk/>
          <pc:sldMk cId="517718756" sldId="274"/>
        </pc:sldMkLst>
        <pc:spChg chg="mod">
          <ac:chgData name="Jeff DeRemer" userId="a37f3d2d141577c5" providerId="Windows Live" clId="Web-{84FDC6C0-EB0C-48F3-B9B4-1D7FAE88DCC6}" dt="2023-07-27T18:47:34.837" v="396" actId="20577"/>
          <ac:spMkLst>
            <pc:docMk/>
            <pc:sldMk cId="517718756" sldId="274"/>
            <ac:spMk id="3" creationId="{36AB1BDB-E2A1-4202-92E8-6D3885AAD11B}"/>
          </ac:spMkLst>
        </pc:spChg>
      </pc:sldChg>
      <pc:sldChg chg="modSp">
        <pc:chgData name="Jeff DeRemer" userId="a37f3d2d141577c5" providerId="Windows Live" clId="Web-{84FDC6C0-EB0C-48F3-B9B4-1D7FAE88DCC6}" dt="2023-07-27T18:42:45.670" v="381" actId="20577"/>
        <pc:sldMkLst>
          <pc:docMk/>
          <pc:sldMk cId="494778731" sldId="275"/>
        </pc:sldMkLst>
        <pc:spChg chg="mod">
          <ac:chgData name="Jeff DeRemer" userId="a37f3d2d141577c5" providerId="Windows Live" clId="Web-{84FDC6C0-EB0C-48F3-B9B4-1D7FAE88DCC6}" dt="2023-07-27T18:42:45.670" v="381" actId="20577"/>
          <ac:spMkLst>
            <pc:docMk/>
            <pc:sldMk cId="494778731" sldId="275"/>
            <ac:spMk id="3" creationId="{62D247C3-81E2-E2CD-1A32-6248E469CEAD}"/>
          </ac:spMkLst>
        </pc:spChg>
      </pc:sldChg>
      <pc:sldChg chg="modSp">
        <pc:chgData name="Jeff DeRemer" userId="a37f3d2d141577c5" providerId="Windows Live" clId="Web-{84FDC6C0-EB0C-48F3-B9B4-1D7FAE88DCC6}" dt="2023-07-27T18:44:04.735" v="394" actId="20577"/>
        <pc:sldMkLst>
          <pc:docMk/>
          <pc:sldMk cId="3591501101" sldId="276"/>
        </pc:sldMkLst>
        <pc:spChg chg="mod">
          <ac:chgData name="Jeff DeRemer" userId="a37f3d2d141577c5" providerId="Windows Live" clId="Web-{84FDC6C0-EB0C-48F3-B9B4-1D7FAE88DCC6}" dt="2023-07-27T18:44:04.735" v="394" actId="20577"/>
          <ac:spMkLst>
            <pc:docMk/>
            <pc:sldMk cId="3591501101" sldId="276"/>
            <ac:spMk id="3" creationId="{0398F67A-659A-3AB8-CBA9-89F233418F8E}"/>
          </ac:spMkLst>
        </pc:spChg>
      </pc:sldChg>
      <pc:sldChg chg="modSp">
        <pc:chgData name="Jeff DeRemer" userId="a37f3d2d141577c5" providerId="Windows Live" clId="Web-{84FDC6C0-EB0C-48F3-B9B4-1D7FAE88DCC6}" dt="2023-07-27T18:48:04.557" v="400" actId="20577"/>
        <pc:sldMkLst>
          <pc:docMk/>
          <pc:sldMk cId="2990784307" sldId="277"/>
        </pc:sldMkLst>
        <pc:spChg chg="mod">
          <ac:chgData name="Jeff DeRemer" userId="a37f3d2d141577c5" providerId="Windows Live" clId="Web-{84FDC6C0-EB0C-48F3-B9B4-1D7FAE88DCC6}" dt="2023-07-27T18:48:04.557" v="400" actId="20577"/>
          <ac:spMkLst>
            <pc:docMk/>
            <pc:sldMk cId="2990784307" sldId="277"/>
            <ac:spMk id="3" creationId="{8505100E-6EFE-B8B7-5E92-053F23902331}"/>
          </ac:spMkLst>
        </pc:spChg>
      </pc:sldChg>
      <pc:sldChg chg="modSp">
        <pc:chgData name="Jeff DeRemer" userId="a37f3d2d141577c5" providerId="Windows Live" clId="Web-{84FDC6C0-EB0C-48F3-B9B4-1D7FAE88DCC6}" dt="2023-07-27T18:53:15.241" v="414" actId="20577"/>
        <pc:sldMkLst>
          <pc:docMk/>
          <pc:sldMk cId="3744251568" sldId="278"/>
        </pc:sldMkLst>
        <pc:spChg chg="mod">
          <ac:chgData name="Jeff DeRemer" userId="a37f3d2d141577c5" providerId="Windows Live" clId="Web-{84FDC6C0-EB0C-48F3-B9B4-1D7FAE88DCC6}" dt="2023-07-27T18:53:15.241" v="414" actId="20577"/>
          <ac:spMkLst>
            <pc:docMk/>
            <pc:sldMk cId="3744251568" sldId="278"/>
            <ac:spMk id="3" creationId="{FB490085-442A-F459-46C4-DE49E5A3B707}"/>
          </ac:spMkLst>
        </pc:spChg>
      </pc:sldChg>
      <pc:sldChg chg="del">
        <pc:chgData name="Jeff DeRemer" userId="a37f3d2d141577c5" providerId="Windows Live" clId="Web-{84FDC6C0-EB0C-48F3-B9B4-1D7FAE88DCC6}" dt="2023-07-27T18:48:55.559" v="403"/>
        <pc:sldMkLst>
          <pc:docMk/>
          <pc:sldMk cId="1741603341" sldId="281"/>
        </pc:sldMkLst>
      </pc:sldChg>
      <pc:sldChg chg="modSp">
        <pc:chgData name="Jeff DeRemer" userId="a37f3d2d141577c5" providerId="Windows Live" clId="Web-{84FDC6C0-EB0C-48F3-B9B4-1D7FAE88DCC6}" dt="2023-07-27T18:53:33.523" v="422" actId="20577"/>
        <pc:sldMkLst>
          <pc:docMk/>
          <pc:sldMk cId="204965760" sldId="282"/>
        </pc:sldMkLst>
        <pc:spChg chg="mod">
          <ac:chgData name="Jeff DeRemer" userId="a37f3d2d141577c5" providerId="Windows Live" clId="Web-{84FDC6C0-EB0C-48F3-B9B4-1D7FAE88DCC6}" dt="2023-07-27T18:53:33.523" v="422" actId="20577"/>
          <ac:spMkLst>
            <pc:docMk/>
            <pc:sldMk cId="204965760" sldId="282"/>
            <ac:spMk id="3" creationId="{214B1D8D-63BD-DD0B-C0F5-8839FC6374EC}"/>
          </ac:spMkLst>
        </pc:spChg>
      </pc:sldChg>
      <pc:sldChg chg="modSp">
        <pc:chgData name="Jeff DeRemer" userId="a37f3d2d141577c5" providerId="Windows Live" clId="Web-{84FDC6C0-EB0C-48F3-B9B4-1D7FAE88DCC6}" dt="2023-07-27T18:40:42.930" v="368" actId="20577"/>
        <pc:sldMkLst>
          <pc:docMk/>
          <pc:sldMk cId="1861732289" sldId="283"/>
        </pc:sldMkLst>
        <pc:spChg chg="mod">
          <ac:chgData name="Jeff DeRemer" userId="a37f3d2d141577c5" providerId="Windows Live" clId="Web-{84FDC6C0-EB0C-48F3-B9B4-1D7FAE88DCC6}" dt="2023-07-27T18:40:42.930" v="368" actId="20577"/>
          <ac:spMkLst>
            <pc:docMk/>
            <pc:sldMk cId="1861732289" sldId="283"/>
            <ac:spMk id="3" creationId="{A4DD8A52-93C3-307C-94F8-99CD4F67B3B0}"/>
          </ac:spMkLst>
        </pc:spChg>
      </pc:sldChg>
      <pc:sldChg chg="modSp ord">
        <pc:chgData name="Jeff DeRemer" userId="a37f3d2d141577c5" providerId="Windows Live" clId="Web-{84FDC6C0-EB0C-48F3-B9B4-1D7FAE88DCC6}" dt="2023-07-27T18:41:44.120" v="377" actId="20577"/>
        <pc:sldMkLst>
          <pc:docMk/>
          <pc:sldMk cId="1987841433" sldId="284"/>
        </pc:sldMkLst>
        <pc:spChg chg="mod">
          <ac:chgData name="Jeff DeRemer" userId="a37f3d2d141577c5" providerId="Windows Live" clId="Web-{84FDC6C0-EB0C-48F3-B9B4-1D7FAE88DCC6}" dt="2023-07-27T18:41:44.120" v="377" actId="20577"/>
          <ac:spMkLst>
            <pc:docMk/>
            <pc:sldMk cId="1987841433" sldId="284"/>
            <ac:spMk id="3" creationId="{167EB91F-F6C9-4B4F-90F3-7CA2D46122AE}"/>
          </ac:spMkLst>
        </pc:spChg>
      </pc:sldChg>
      <pc:sldChg chg="modSp">
        <pc:chgData name="Jeff DeRemer" userId="a37f3d2d141577c5" providerId="Windows Live" clId="Web-{84FDC6C0-EB0C-48F3-B9B4-1D7FAE88DCC6}" dt="2023-07-27T18:22:49.498" v="250" actId="20577"/>
        <pc:sldMkLst>
          <pc:docMk/>
          <pc:sldMk cId="1112612059" sldId="285"/>
        </pc:sldMkLst>
        <pc:spChg chg="mod">
          <ac:chgData name="Jeff DeRemer" userId="a37f3d2d141577c5" providerId="Windows Live" clId="Web-{84FDC6C0-EB0C-48F3-B9B4-1D7FAE88DCC6}" dt="2023-07-27T18:22:49.498" v="250" actId="20577"/>
          <ac:spMkLst>
            <pc:docMk/>
            <pc:sldMk cId="1112612059" sldId="285"/>
            <ac:spMk id="3" creationId="{2C233C5D-AE6E-EE9D-E247-48CB088754FF}"/>
          </ac:spMkLst>
        </pc:spChg>
      </pc:sldChg>
      <pc:sldChg chg="modSp">
        <pc:chgData name="Jeff DeRemer" userId="a37f3d2d141577c5" providerId="Windows Live" clId="Web-{84FDC6C0-EB0C-48F3-B9B4-1D7FAE88DCC6}" dt="2023-07-27T18:48:12.026" v="402" actId="20577"/>
        <pc:sldMkLst>
          <pc:docMk/>
          <pc:sldMk cId="1175048660" sldId="288"/>
        </pc:sldMkLst>
        <pc:spChg chg="mod">
          <ac:chgData name="Jeff DeRemer" userId="a37f3d2d141577c5" providerId="Windows Live" clId="Web-{84FDC6C0-EB0C-48F3-B9B4-1D7FAE88DCC6}" dt="2023-07-27T18:48:12.026" v="402" actId="20577"/>
          <ac:spMkLst>
            <pc:docMk/>
            <pc:sldMk cId="1175048660" sldId="288"/>
            <ac:spMk id="3" creationId="{E35BB5F5-DEF6-901B-798D-F75EF1BEE6C3}"/>
          </ac:spMkLst>
        </pc:spChg>
      </pc:sldChg>
      <pc:sldChg chg="modSp">
        <pc:chgData name="Jeff DeRemer" userId="a37f3d2d141577c5" providerId="Windows Live" clId="Web-{84FDC6C0-EB0C-48F3-B9B4-1D7FAE88DCC6}" dt="2023-07-27T18:54:37.885" v="426" actId="20577"/>
        <pc:sldMkLst>
          <pc:docMk/>
          <pc:sldMk cId="1487085672" sldId="289"/>
        </pc:sldMkLst>
        <pc:spChg chg="mod">
          <ac:chgData name="Jeff DeRemer" userId="a37f3d2d141577c5" providerId="Windows Live" clId="Web-{84FDC6C0-EB0C-48F3-B9B4-1D7FAE88DCC6}" dt="2023-07-27T18:54:37.885" v="426" actId="20577"/>
          <ac:spMkLst>
            <pc:docMk/>
            <pc:sldMk cId="1487085672" sldId="289"/>
            <ac:spMk id="3" creationId="{35D0BBDA-8803-BE37-2613-0EDAF02F44B8}"/>
          </ac:spMkLst>
        </pc:spChg>
      </pc:sldChg>
      <pc:sldChg chg="modSp">
        <pc:chgData name="Jeff DeRemer" userId="a37f3d2d141577c5" providerId="Windows Live" clId="Web-{84FDC6C0-EB0C-48F3-B9B4-1D7FAE88DCC6}" dt="2023-07-27T18:19:29.693" v="219" actId="20577"/>
        <pc:sldMkLst>
          <pc:docMk/>
          <pc:sldMk cId="4076531934" sldId="290"/>
        </pc:sldMkLst>
        <pc:spChg chg="mod">
          <ac:chgData name="Jeff DeRemer" userId="a37f3d2d141577c5" providerId="Windows Live" clId="Web-{84FDC6C0-EB0C-48F3-B9B4-1D7FAE88DCC6}" dt="2023-07-27T18:19:29.693" v="219" actId="20577"/>
          <ac:spMkLst>
            <pc:docMk/>
            <pc:sldMk cId="4076531934" sldId="290"/>
            <ac:spMk id="3" creationId="{960B53B4-EA2F-EDEB-811E-08923203A428}"/>
          </ac:spMkLst>
        </pc:spChg>
      </pc:sldChg>
      <pc:sldChg chg="del">
        <pc:chgData name="Jeff DeRemer" userId="a37f3d2d141577c5" providerId="Windows Live" clId="Web-{84FDC6C0-EB0C-48F3-B9B4-1D7FAE88DCC6}" dt="2023-07-27T18:23:11.999" v="256"/>
        <pc:sldMkLst>
          <pc:docMk/>
          <pc:sldMk cId="117291877" sldId="291"/>
        </pc:sldMkLst>
      </pc:sldChg>
      <pc:sldChg chg="modSp">
        <pc:chgData name="Jeff DeRemer" userId="a37f3d2d141577c5" providerId="Windows Live" clId="Web-{84FDC6C0-EB0C-48F3-B9B4-1D7FAE88DCC6}" dt="2023-07-27T18:22:09.090" v="239" actId="20577"/>
        <pc:sldMkLst>
          <pc:docMk/>
          <pc:sldMk cId="2803421184" sldId="292"/>
        </pc:sldMkLst>
        <pc:spChg chg="mod">
          <ac:chgData name="Jeff DeRemer" userId="a37f3d2d141577c5" providerId="Windows Live" clId="Web-{84FDC6C0-EB0C-48F3-B9B4-1D7FAE88DCC6}" dt="2023-07-27T18:22:09.090" v="239" actId="20577"/>
          <ac:spMkLst>
            <pc:docMk/>
            <pc:sldMk cId="2803421184" sldId="292"/>
            <ac:spMk id="3" creationId="{DABAC2CE-B759-65A2-A9AA-973000EA0D14}"/>
          </ac:spMkLst>
        </pc:spChg>
      </pc:sldChg>
      <pc:sldChg chg="modSp">
        <pc:chgData name="Jeff DeRemer" userId="a37f3d2d141577c5" providerId="Windows Live" clId="Web-{84FDC6C0-EB0C-48F3-B9B4-1D7FAE88DCC6}" dt="2023-07-27T18:20:02.038" v="227" actId="20577"/>
        <pc:sldMkLst>
          <pc:docMk/>
          <pc:sldMk cId="3257431584" sldId="296"/>
        </pc:sldMkLst>
        <pc:spChg chg="mod">
          <ac:chgData name="Jeff DeRemer" userId="a37f3d2d141577c5" providerId="Windows Live" clId="Web-{84FDC6C0-EB0C-48F3-B9B4-1D7FAE88DCC6}" dt="2023-07-27T18:20:02.038" v="227" actId="20577"/>
          <ac:spMkLst>
            <pc:docMk/>
            <pc:sldMk cId="3257431584" sldId="296"/>
            <ac:spMk id="3" creationId="{796CF47D-9B0B-ECCF-6644-4B8820451995}"/>
          </ac:spMkLst>
        </pc:spChg>
      </pc:sldChg>
      <pc:sldChg chg="modSp">
        <pc:chgData name="Jeff DeRemer" userId="a37f3d2d141577c5" providerId="Windows Live" clId="Web-{84FDC6C0-EB0C-48F3-B9B4-1D7FAE88DCC6}" dt="2023-07-27T18:21:52.793" v="231" actId="20577"/>
        <pc:sldMkLst>
          <pc:docMk/>
          <pc:sldMk cId="3916907533" sldId="297"/>
        </pc:sldMkLst>
        <pc:spChg chg="mod">
          <ac:chgData name="Jeff DeRemer" userId="a37f3d2d141577c5" providerId="Windows Live" clId="Web-{84FDC6C0-EB0C-48F3-B9B4-1D7FAE88DCC6}" dt="2023-07-27T18:21:52.793" v="231" actId="20577"/>
          <ac:spMkLst>
            <pc:docMk/>
            <pc:sldMk cId="3916907533" sldId="297"/>
            <ac:spMk id="3" creationId="{44445D3B-2A71-A9CA-450D-9A629D66162C}"/>
          </ac:spMkLst>
        </pc:spChg>
      </pc:sldChg>
      <pc:sldChg chg="del mod modShow">
        <pc:chgData name="Jeff DeRemer" userId="a37f3d2d141577c5" providerId="Windows Live" clId="Web-{84FDC6C0-EB0C-48F3-B9B4-1D7FAE88DCC6}" dt="2023-07-27T18:23:07.217" v="255"/>
        <pc:sldMkLst>
          <pc:docMk/>
          <pc:sldMk cId="4013399894" sldId="298"/>
        </pc:sldMkLst>
      </pc:sldChg>
      <pc:sldChg chg="modSp">
        <pc:chgData name="Jeff DeRemer" userId="a37f3d2d141577c5" providerId="Windows Live" clId="Web-{84FDC6C0-EB0C-48F3-B9B4-1D7FAE88DCC6}" dt="2023-07-27T18:35:02.417" v="333" actId="20577"/>
        <pc:sldMkLst>
          <pc:docMk/>
          <pc:sldMk cId="2145870571" sldId="307"/>
        </pc:sldMkLst>
        <pc:spChg chg="mod">
          <ac:chgData name="Jeff DeRemer" userId="a37f3d2d141577c5" providerId="Windows Live" clId="Web-{84FDC6C0-EB0C-48F3-B9B4-1D7FAE88DCC6}" dt="2023-07-27T18:35:02.417" v="333" actId="20577"/>
          <ac:spMkLst>
            <pc:docMk/>
            <pc:sldMk cId="2145870571" sldId="307"/>
            <ac:spMk id="3" creationId="{E16765E4-91CB-D7BB-72DE-17157CA29AE6}"/>
          </ac:spMkLst>
        </pc:spChg>
      </pc:sldChg>
      <pc:sldChg chg="modSp">
        <pc:chgData name="Jeff DeRemer" userId="a37f3d2d141577c5" providerId="Windows Live" clId="Web-{84FDC6C0-EB0C-48F3-B9B4-1D7FAE88DCC6}" dt="2023-07-27T18:35:41.184" v="347" actId="20577"/>
        <pc:sldMkLst>
          <pc:docMk/>
          <pc:sldMk cId="1173428035" sldId="308"/>
        </pc:sldMkLst>
        <pc:spChg chg="mod">
          <ac:chgData name="Jeff DeRemer" userId="a37f3d2d141577c5" providerId="Windows Live" clId="Web-{84FDC6C0-EB0C-48F3-B9B4-1D7FAE88DCC6}" dt="2023-07-27T18:35:41.184" v="347" actId="20577"/>
          <ac:spMkLst>
            <pc:docMk/>
            <pc:sldMk cId="1173428035" sldId="308"/>
            <ac:spMk id="3" creationId="{D8401FEB-2B12-65C9-4AB5-92E8C061DEA6}"/>
          </ac:spMkLst>
        </pc:spChg>
      </pc:sldChg>
      <pc:sldChg chg="modSp">
        <pc:chgData name="Jeff DeRemer" userId="a37f3d2d141577c5" providerId="Windows Live" clId="Web-{84FDC6C0-EB0C-48F3-B9B4-1D7FAE88DCC6}" dt="2023-07-27T18:05:29.411" v="12" actId="20577"/>
        <pc:sldMkLst>
          <pc:docMk/>
          <pc:sldMk cId="3630277452" sldId="309"/>
        </pc:sldMkLst>
        <pc:spChg chg="mod">
          <ac:chgData name="Jeff DeRemer" userId="a37f3d2d141577c5" providerId="Windows Live" clId="Web-{84FDC6C0-EB0C-48F3-B9B4-1D7FAE88DCC6}" dt="2023-07-27T18:05:29.411" v="12" actId="20577"/>
          <ac:spMkLst>
            <pc:docMk/>
            <pc:sldMk cId="3630277452" sldId="309"/>
            <ac:spMk id="3" creationId="{667CAB59-D103-80B2-8972-BA950EE5CE80}"/>
          </ac:spMkLst>
        </pc:spChg>
      </pc:sldChg>
      <pc:sldChg chg="modSp">
        <pc:chgData name="Jeff DeRemer" userId="a37f3d2d141577c5" providerId="Windows Live" clId="Web-{84FDC6C0-EB0C-48F3-B9B4-1D7FAE88DCC6}" dt="2023-07-27T18:19:06.943" v="210" actId="20577"/>
        <pc:sldMkLst>
          <pc:docMk/>
          <pc:sldMk cId="588049691" sldId="314"/>
        </pc:sldMkLst>
        <pc:spChg chg="mod">
          <ac:chgData name="Jeff DeRemer" userId="a37f3d2d141577c5" providerId="Windows Live" clId="Web-{84FDC6C0-EB0C-48F3-B9B4-1D7FAE88DCC6}" dt="2023-07-27T18:19:06.943" v="210" actId="20577"/>
          <ac:spMkLst>
            <pc:docMk/>
            <pc:sldMk cId="588049691" sldId="314"/>
            <ac:spMk id="3" creationId="{8AED796B-6634-4BD1-1D8D-60652409EDCF}"/>
          </ac:spMkLst>
        </pc:spChg>
      </pc:sldChg>
      <pc:sldChg chg="modSp">
        <pc:chgData name="Jeff DeRemer" userId="a37f3d2d141577c5" providerId="Windows Live" clId="Web-{84FDC6C0-EB0C-48F3-B9B4-1D7FAE88DCC6}" dt="2023-07-27T18:08:00.963" v="106" actId="20577"/>
        <pc:sldMkLst>
          <pc:docMk/>
          <pc:sldMk cId="3588194236" sldId="315"/>
        </pc:sldMkLst>
        <pc:spChg chg="mod">
          <ac:chgData name="Jeff DeRemer" userId="a37f3d2d141577c5" providerId="Windows Live" clId="Web-{84FDC6C0-EB0C-48F3-B9B4-1D7FAE88DCC6}" dt="2023-07-27T18:08:00.963" v="106" actId="20577"/>
          <ac:spMkLst>
            <pc:docMk/>
            <pc:sldMk cId="3588194236" sldId="315"/>
            <ac:spMk id="3" creationId="{8797E62F-9EFE-7982-AA44-CA6ED395C745}"/>
          </ac:spMkLst>
        </pc:spChg>
      </pc:sldChg>
      <pc:sldChg chg="modSp">
        <pc:chgData name="Jeff DeRemer" userId="a37f3d2d141577c5" providerId="Windows Live" clId="Web-{84FDC6C0-EB0C-48F3-B9B4-1D7FAE88DCC6}" dt="2023-07-27T18:43:45.922" v="390" actId="20577"/>
        <pc:sldMkLst>
          <pc:docMk/>
          <pc:sldMk cId="3080211462" sldId="316"/>
        </pc:sldMkLst>
        <pc:spChg chg="mod">
          <ac:chgData name="Jeff DeRemer" userId="a37f3d2d141577c5" providerId="Windows Live" clId="Web-{84FDC6C0-EB0C-48F3-B9B4-1D7FAE88DCC6}" dt="2023-07-27T18:43:45.922" v="390" actId="20577"/>
          <ac:spMkLst>
            <pc:docMk/>
            <pc:sldMk cId="3080211462" sldId="316"/>
            <ac:spMk id="3" creationId="{22CFC226-DC8E-64BB-56E7-EA99E3243D7F}"/>
          </ac:spMkLst>
        </pc:spChg>
      </pc:sldChg>
    </pc:docChg>
  </pc:docChgLst>
  <pc:docChgLst>
    <pc:chgData name="Jeff DeRemer" userId="a37f3d2d141577c5" providerId="Windows Live" clId="Web-{440B02FF-CBA4-4939-A8C4-9DEDA1DD0B81}"/>
    <pc:docChg chg="addSld delSld modSld sldOrd addSection modSection">
      <pc:chgData name="Jeff DeRemer" userId="a37f3d2d141577c5" providerId="Windows Live" clId="Web-{440B02FF-CBA4-4939-A8C4-9DEDA1DD0B81}" dt="2023-07-23T18:16:14.708" v="897" actId="20577"/>
      <pc:docMkLst>
        <pc:docMk/>
      </pc:docMkLst>
      <pc:sldChg chg="modSp ord">
        <pc:chgData name="Jeff DeRemer" userId="a37f3d2d141577c5" providerId="Windows Live" clId="Web-{440B02FF-CBA4-4939-A8C4-9DEDA1DD0B81}" dt="2023-07-23T18:10:47.632" v="794" actId="20577"/>
        <pc:sldMkLst>
          <pc:docMk/>
          <pc:sldMk cId="436497126" sldId="257"/>
        </pc:sldMkLst>
        <pc:spChg chg="mod">
          <ac:chgData name="Jeff DeRemer" userId="a37f3d2d141577c5" providerId="Windows Live" clId="Web-{440B02FF-CBA4-4939-A8C4-9DEDA1DD0B81}" dt="2023-07-23T18:10:47.632" v="794" actId="20577"/>
          <ac:spMkLst>
            <pc:docMk/>
            <pc:sldMk cId="436497126" sldId="257"/>
            <ac:spMk id="3" creationId="{69F6AD24-2AA8-1769-5A4C-06990BD5C0B0}"/>
          </ac:spMkLst>
        </pc:spChg>
      </pc:sldChg>
      <pc:sldChg chg="modSp">
        <pc:chgData name="Jeff DeRemer" userId="a37f3d2d141577c5" providerId="Windows Live" clId="Web-{440B02FF-CBA4-4939-A8C4-9DEDA1DD0B81}" dt="2023-07-23T18:11:33.775" v="808" actId="20577"/>
        <pc:sldMkLst>
          <pc:docMk/>
          <pc:sldMk cId="3204198918" sldId="258"/>
        </pc:sldMkLst>
        <pc:spChg chg="mod">
          <ac:chgData name="Jeff DeRemer" userId="a37f3d2d141577c5" providerId="Windows Live" clId="Web-{440B02FF-CBA4-4939-A8C4-9DEDA1DD0B81}" dt="2023-07-23T18:11:33.775" v="808" actId="20577"/>
          <ac:spMkLst>
            <pc:docMk/>
            <pc:sldMk cId="3204198918" sldId="258"/>
            <ac:spMk id="3" creationId="{B6C27F68-3CFD-F860-DC38-DB6A07A7E802}"/>
          </ac:spMkLst>
        </pc:spChg>
      </pc:sldChg>
      <pc:sldChg chg="modSp">
        <pc:chgData name="Jeff DeRemer" userId="a37f3d2d141577c5" providerId="Windows Live" clId="Web-{440B02FF-CBA4-4939-A8C4-9DEDA1DD0B81}" dt="2023-07-23T18:16:14.708" v="897" actId="20577"/>
        <pc:sldMkLst>
          <pc:docMk/>
          <pc:sldMk cId="1537062186" sldId="259"/>
        </pc:sldMkLst>
        <pc:spChg chg="mod">
          <ac:chgData name="Jeff DeRemer" userId="a37f3d2d141577c5" providerId="Windows Live" clId="Web-{440B02FF-CBA4-4939-A8C4-9DEDA1DD0B81}" dt="2023-07-23T18:16:14.708" v="897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modSp ord">
        <pc:chgData name="Jeff DeRemer" userId="a37f3d2d141577c5" providerId="Windows Live" clId="Web-{440B02FF-CBA4-4939-A8C4-9DEDA1DD0B81}" dt="2023-07-23T17:24:41.676" v="169" actId="20577"/>
        <pc:sldMkLst>
          <pc:docMk/>
          <pc:sldMk cId="3800418244" sldId="260"/>
        </pc:sldMkLst>
        <pc:spChg chg="mod">
          <ac:chgData name="Jeff DeRemer" userId="a37f3d2d141577c5" providerId="Windows Live" clId="Web-{440B02FF-CBA4-4939-A8C4-9DEDA1DD0B81}" dt="2023-07-23T17:24:41.676" v="169" actId="20577"/>
          <ac:spMkLst>
            <pc:docMk/>
            <pc:sldMk cId="3800418244" sldId="260"/>
            <ac:spMk id="2" creationId="{B1D4C514-C7C7-BF2E-7E46-F8567E808013}"/>
          </ac:spMkLst>
        </pc:spChg>
      </pc:sldChg>
      <pc:sldChg chg="ord">
        <pc:chgData name="Jeff DeRemer" userId="a37f3d2d141577c5" providerId="Windows Live" clId="Web-{440B02FF-CBA4-4939-A8C4-9DEDA1DD0B81}" dt="2023-07-23T17:30:46.769" v="271"/>
        <pc:sldMkLst>
          <pc:docMk/>
          <pc:sldMk cId="4291219111" sldId="269"/>
        </pc:sldMkLst>
      </pc:sldChg>
      <pc:sldChg chg="modSp ord">
        <pc:chgData name="Jeff DeRemer" userId="a37f3d2d141577c5" providerId="Windows Live" clId="Web-{440B02FF-CBA4-4939-A8C4-9DEDA1DD0B81}" dt="2023-07-23T17:33:09.634" v="282" actId="20577"/>
        <pc:sldMkLst>
          <pc:docMk/>
          <pc:sldMk cId="3628189326" sldId="270"/>
        </pc:sldMkLst>
        <pc:spChg chg="mod">
          <ac:chgData name="Jeff DeRemer" userId="a37f3d2d141577c5" providerId="Windows Live" clId="Web-{440B02FF-CBA4-4939-A8C4-9DEDA1DD0B81}" dt="2023-07-23T17:33:09.634" v="282" actId="20577"/>
          <ac:spMkLst>
            <pc:docMk/>
            <pc:sldMk cId="3628189326" sldId="270"/>
            <ac:spMk id="2" creationId="{9DB831FD-D532-CC05-3979-A33DE6AA6F6E}"/>
          </ac:spMkLst>
        </pc:spChg>
      </pc:sldChg>
      <pc:sldChg chg="ord">
        <pc:chgData name="Jeff DeRemer" userId="a37f3d2d141577c5" providerId="Windows Live" clId="Web-{440B02FF-CBA4-4939-A8C4-9DEDA1DD0B81}" dt="2023-07-23T17:40:29.433" v="409"/>
        <pc:sldMkLst>
          <pc:docMk/>
          <pc:sldMk cId="1682394483" sldId="272"/>
        </pc:sldMkLst>
      </pc:sldChg>
      <pc:sldChg chg="ord">
        <pc:chgData name="Jeff DeRemer" userId="a37f3d2d141577c5" providerId="Windows Live" clId="Web-{440B02FF-CBA4-4939-A8C4-9DEDA1DD0B81}" dt="2023-07-23T18:02:52.598" v="727"/>
        <pc:sldMkLst>
          <pc:docMk/>
          <pc:sldMk cId="1966568967" sldId="273"/>
        </pc:sldMkLst>
      </pc:sldChg>
      <pc:sldChg chg="modSp ord">
        <pc:chgData name="Jeff DeRemer" userId="a37f3d2d141577c5" providerId="Windows Live" clId="Web-{440B02FF-CBA4-4939-A8C4-9DEDA1DD0B81}" dt="2023-07-23T17:42:16.610" v="435"/>
        <pc:sldMkLst>
          <pc:docMk/>
          <pc:sldMk cId="517718756" sldId="274"/>
        </pc:sldMkLst>
        <pc:spChg chg="mod">
          <ac:chgData name="Jeff DeRemer" userId="a37f3d2d141577c5" providerId="Windows Live" clId="Web-{440B02FF-CBA4-4939-A8C4-9DEDA1DD0B81}" dt="2023-07-23T17:42:12.547" v="434" actId="20577"/>
          <ac:spMkLst>
            <pc:docMk/>
            <pc:sldMk cId="517718756" sldId="274"/>
            <ac:spMk id="2" creationId="{DA44FD8D-74EE-A547-A9C3-112CE6388BDC}"/>
          </ac:spMkLst>
        </pc:spChg>
      </pc:sldChg>
      <pc:sldChg chg="ord">
        <pc:chgData name="Jeff DeRemer" userId="a37f3d2d141577c5" providerId="Windows Live" clId="Web-{440B02FF-CBA4-4939-A8C4-9DEDA1DD0B81}" dt="2023-07-23T17:42:34.907" v="436"/>
        <pc:sldMkLst>
          <pc:docMk/>
          <pc:sldMk cId="3591501101" sldId="276"/>
        </pc:sldMkLst>
      </pc:sldChg>
      <pc:sldChg chg="ord">
        <pc:chgData name="Jeff DeRemer" userId="a37f3d2d141577c5" providerId="Windows Live" clId="Web-{440B02FF-CBA4-4939-A8C4-9DEDA1DD0B81}" dt="2023-07-23T17:46:45.746" v="498"/>
        <pc:sldMkLst>
          <pc:docMk/>
          <pc:sldMk cId="2746935985" sldId="280"/>
        </pc:sldMkLst>
      </pc:sldChg>
      <pc:sldChg chg="ord">
        <pc:chgData name="Jeff DeRemer" userId="a37f3d2d141577c5" providerId="Windows Live" clId="Web-{440B02FF-CBA4-4939-A8C4-9DEDA1DD0B81}" dt="2023-07-23T17:47:02.793" v="499"/>
        <pc:sldMkLst>
          <pc:docMk/>
          <pc:sldMk cId="1741603341" sldId="281"/>
        </pc:sldMkLst>
      </pc:sldChg>
      <pc:sldChg chg="ord">
        <pc:chgData name="Jeff DeRemer" userId="a37f3d2d141577c5" providerId="Windows Live" clId="Web-{440B02FF-CBA4-4939-A8C4-9DEDA1DD0B81}" dt="2023-07-23T17:47:32.498" v="503"/>
        <pc:sldMkLst>
          <pc:docMk/>
          <pc:sldMk cId="1861732289" sldId="283"/>
        </pc:sldMkLst>
      </pc:sldChg>
      <pc:sldChg chg="ord">
        <pc:chgData name="Jeff DeRemer" userId="a37f3d2d141577c5" providerId="Windows Live" clId="Web-{440B02FF-CBA4-4939-A8C4-9DEDA1DD0B81}" dt="2023-07-23T17:51:16.288" v="548"/>
        <pc:sldMkLst>
          <pc:docMk/>
          <pc:sldMk cId="1987841433" sldId="284"/>
        </pc:sldMkLst>
      </pc:sldChg>
      <pc:sldChg chg="ord">
        <pc:chgData name="Jeff DeRemer" userId="a37f3d2d141577c5" providerId="Windows Live" clId="Web-{440B02FF-CBA4-4939-A8C4-9DEDA1DD0B81}" dt="2023-07-23T17:56:54.942" v="627"/>
        <pc:sldMkLst>
          <pc:docMk/>
          <pc:sldMk cId="1112612059" sldId="285"/>
        </pc:sldMkLst>
      </pc:sldChg>
      <pc:sldChg chg="ord">
        <pc:chgData name="Jeff DeRemer" userId="a37f3d2d141577c5" providerId="Windows Live" clId="Web-{440B02FF-CBA4-4939-A8C4-9DEDA1DD0B81}" dt="2023-07-23T17:57:47.507" v="636"/>
        <pc:sldMkLst>
          <pc:docMk/>
          <pc:sldMk cId="2771794891" sldId="286"/>
        </pc:sldMkLst>
      </pc:sldChg>
      <pc:sldChg chg="ord">
        <pc:chgData name="Jeff DeRemer" userId="a37f3d2d141577c5" providerId="Windows Live" clId="Web-{440B02FF-CBA4-4939-A8C4-9DEDA1DD0B81}" dt="2023-07-23T17:54:07.514" v="567"/>
        <pc:sldMkLst>
          <pc:docMk/>
          <pc:sldMk cId="4209612668" sldId="287"/>
        </pc:sldMkLst>
      </pc:sldChg>
      <pc:sldChg chg="ord">
        <pc:chgData name="Jeff DeRemer" userId="a37f3d2d141577c5" providerId="Windows Live" clId="Web-{440B02FF-CBA4-4939-A8C4-9DEDA1DD0B81}" dt="2023-07-23T17:58:26.837" v="638"/>
        <pc:sldMkLst>
          <pc:docMk/>
          <pc:sldMk cId="1175048660" sldId="288"/>
        </pc:sldMkLst>
      </pc:sldChg>
      <pc:sldChg chg="modSp">
        <pc:chgData name="Jeff DeRemer" userId="a37f3d2d141577c5" providerId="Windows Live" clId="Web-{440B02FF-CBA4-4939-A8C4-9DEDA1DD0B81}" dt="2023-07-23T18:12:42.903" v="835" actId="20577"/>
        <pc:sldMkLst>
          <pc:docMk/>
          <pc:sldMk cId="4076531934" sldId="290"/>
        </pc:sldMkLst>
        <pc:spChg chg="mod">
          <ac:chgData name="Jeff DeRemer" userId="a37f3d2d141577c5" providerId="Windows Live" clId="Web-{440B02FF-CBA4-4939-A8C4-9DEDA1DD0B81}" dt="2023-07-23T18:12:42.903" v="835" actId="20577"/>
          <ac:spMkLst>
            <pc:docMk/>
            <pc:sldMk cId="4076531934" sldId="290"/>
            <ac:spMk id="3" creationId="{960B53B4-EA2F-EDEB-811E-08923203A428}"/>
          </ac:spMkLst>
        </pc:spChg>
      </pc:sldChg>
      <pc:sldChg chg="modSp ord">
        <pc:chgData name="Jeff DeRemer" userId="a37f3d2d141577c5" providerId="Windows Live" clId="Web-{440B02FF-CBA4-4939-A8C4-9DEDA1DD0B81}" dt="2023-07-23T17:54:35.249" v="584" actId="20577"/>
        <pc:sldMkLst>
          <pc:docMk/>
          <pc:sldMk cId="117291877" sldId="291"/>
        </pc:sldMkLst>
        <pc:spChg chg="mod">
          <ac:chgData name="Jeff DeRemer" userId="a37f3d2d141577c5" providerId="Windows Live" clId="Web-{440B02FF-CBA4-4939-A8C4-9DEDA1DD0B81}" dt="2023-07-23T17:54:35.249" v="584" actId="20577"/>
          <ac:spMkLst>
            <pc:docMk/>
            <pc:sldMk cId="117291877" sldId="291"/>
            <ac:spMk id="2" creationId="{7C7FA624-06C1-58CB-6EBF-6A6E06B55AA5}"/>
          </ac:spMkLst>
        </pc:spChg>
      </pc:sldChg>
      <pc:sldChg chg="modSp ord">
        <pc:chgData name="Jeff DeRemer" userId="a37f3d2d141577c5" providerId="Windows Live" clId="Web-{440B02FF-CBA4-4939-A8C4-9DEDA1DD0B81}" dt="2023-07-23T17:29:30.813" v="258" actId="20577"/>
        <pc:sldMkLst>
          <pc:docMk/>
          <pc:sldMk cId="2373186645" sldId="294"/>
        </pc:sldMkLst>
        <pc:spChg chg="mod">
          <ac:chgData name="Jeff DeRemer" userId="a37f3d2d141577c5" providerId="Windows Live" clId="Web-{440B02FF-CBA4-4939-A8C4-9DEDA1DD0B81}" dt="2023-07-23T17:29:30.813" v="258" actId="20577"/>
          <ac:spMkLst>
            <pc:docMk/>
            <pc:sldMk cId="2373186645" sldId="294"/>
            <ac:spMk id="2" creationId="{B2222F7C-0144-814E-2BAD-01A1646151D4}"/>
          </ac:spMkLst>
        </pc:spChg>
      </pc:sldChg>
      <pc:sldChg chg="modSp">
        <pc:chgData name="Jeff DeRemer" userId="a37f3d2d141577c5" providerId="Windows Live" clId="Web-{440B02FF-CBA4-4939-A8C4-9DEDA1DD0B81}" dt="2023-07-23T18:14:05.594" v="865" actId="20577"/>
        <pc:sldMkLst>
          <pc:docMk/>
          <pc:sldMk cId="3257431584" sldId="296"/>
        </pc:sldMkLst>
        <pc:spChg chg="mod">
          <ac:chgData name="Jeff DeRemer" userId="a37f3d2d141577c5" providerId="Windows Live" clId="Web-{440B02FF-CBA4-4939-A8C4-9DEDA1DD0B81}" dt="2023-07-23T18:14:05.594" v="865" actId="20577"/>
          <ac:spMkLst>
            <pc:docMk/>
            <pc:sldMk cId="3257431584" sldId="296"/>
            <ac:spMk id="3" creationId="{796CF47D-9B0B-ECCF-6644-4B8820451995}"/>
          </ac:spMkLst>
        </pc:spChg>
      </pc:sldChg>
      <pc:sldChg chg="modSp">
        <pc:chgData name="Jeff DeRemer" userId="a37f3d2d141577c5" providerId="Windows Live" clId="Web-{440B02FF-CBA4-4939-A8C4-9DEDA1DD0B81}" dt="2023-07-23T18:14:39.345" v="870" actId="20577"/>
        <pc:sldMkLst>
          <pc:docMk/>
          <pc:sldMk cId="3916907533" sldId="297"/>
        </pc:sldMkLst>
        <pc:spChg chg="mod">
          <ac:chgData name="Jeff DeRemer" userId="a37f3d2d141577c5" providerId="Windows Live" clId="Web-{440B02FF-CBA4-4939-A8C4-9DEDA1DD0B81}" dt="2023-07-23T17:15:50.983" v="38" actId="20577"/>
          <ac:spMkLst>
            <pc:docMk/>
            <pc:sldMk cId="3916907533" sldId="297"/>
            <ac:spMk id="2" creationId="{5A685380-2386-9E47-2E6D-53289BC316F1}"/>
          </ac:spMkLst>
        </pc:spChg>
        <pc:spChg chg="mod">
          <ac:chgData name="Jeff DeRemer" userId="a37f3d2d141577c5" providerId="Windows Live" clId="Web-{440B02FF-CBA4-4939-A8C4-9DEDA1DD0B81}" dt="2023-07-23T18:14:39.345" v="870" actId="20577"/>
          <ac:spMkLst>
            <pc:docMk/>
            <pc:sldMk cId="3916907533" sldId="297"/>
            <ac:spMk id="3" creationId="{44445D3B-2A71-A9CA-450D-9A629D66162C}"/>
          </ac:spMkLst>
        </pc:spChg>
      </pc:sldChg>
      <pc:sldChg chg="modSp">
        <pc:chgData name="Jeff DeRemer" userId="a37f3d2d141577c5" providerId="Windows Live" clId="Web-{440B02FF-CBA4-4939-A8C4-9DEDA1DD0B81}" dt="2023-07-23T17:24:14.597" v="161" actId="20577"/>
        <pc:sldMkLst>
          <pc:docMk/>
          <pc:sldMk cId="4013399894" sldId="298"/>
        </pc:sldMkLst>
        <pc:spChg chg="mod">
          <ac:chgData name="Jeff DeRemer" userId="a37f3d2d141577c5" providerId="Windows Live" clId="Web-{440B02FF-CBA4-4939-A8C4-9DEDA1DD0B81}" dt="2023-07-23T17:24:14.597" v="161" actId="20577"/>
          <ac:spMkLst>
            <pc:docMk/>
            <pc:sldMk cId="4013399894" sldId="298"/>
            <ac:spMk id="2" creationId="{9FC04FDF-F6C6-A102-AAE8-320D1538DF86}"/>
          </ac:spMkLst>
        </pc:spChg>
      </pc:sldChg>
      <pc:sldChg chg="modSp ord">
        <pc:chgData name="Jeff DeRemer" userId="a37f3d2d141577c5" providerId="Windows Live" clId="Web-{440B02FF-CBA4-4939-A8C4-9DEDA1DD0B81}" dt="2023-07-23T17:41:17.732" v="420"/>
        <pc:sldMkLst>
          <pc:docMk/>
          <pc:sldMk cId="1935756779" sldId="305"/>
        </pc:sldMkLst>
        <pc:spChg chg="mod">
          <ac:chgData name="Jeff DeRemer" userId="a37f3d2d141577c5" providerId="Windows Live" clId="Web-{440B02FF-CBA4-4939-A8C4-9DEDA1DD0B81}" dt="2023-07-23T17:41:17.592" v="419" actId="20577"/>
          <ac:spMkLst>
            <pc:docMk/>
            <pc:sldMk cId="1935756779" sldId="305"/>
            <ac:spMk id="2" creationId="{3ACE7FED-C200-7B67-3E02-882BF64E67DD}"/>
          </ac:spMkLst>
        </pc:spChg>
      </pc:sldChg>
      <pc:sldChg chg="ord">
        <pc:chgData name="Jeff DeRemer" userId="a37f3d2d141577c5" providerId="Windows Live" clId="Web-{440B02FF-CBA4-4939-A8C4-9DEDA1DD0B81}" dt="2023-07-23T17:52:52.745" v="558"/>
        <pc:sldMkLst>
          <pc:docMk/>
          <pc:sldMk cId="3166782752" sldId="306"/>
        </pc:sldMkLst>
      </pc:sldChg>
      <pc:sldChg chg="modSp ord">
        <pc:chgData name="Jeff DeRemer" userId="a37f3d2d141577c5" providerId="Windows Live" clId="Web-{440B02FF-CBA4-4939-A8C4-9DEDA1DD0B81}" dt="2023-07-23T18:15:28.253" v="878" actId="20577"/>
        <pc:sldMkLst>
          <pc:docMk/>
          <pc:sldMk cId="3630277452" sldId="309"/>
        </pc:sldMkLst>
        <pc:spChg chg="mod">
          <ac:chgData name="Jeff DeRemer" userId="a37f3d2d141577c5" providerId="Windows Live" clId="Web-{440B02FF-CBA4-4939-A8C4-9DEDA1DD0B81}" dt="2023-07-23T17:17:36.440" v="56" actId="20577"/>
          <ac:spMkLst>
            <pc:docMk/>
            <pc:sldMk cId="3630277452" sldId="309"/>
            <ac:spMk id="2" creationId="{143E2224-8D2A-9674-3AB7-C33CFCD589D7}"/>
          </ac:spMkLst>
        </pc:spChg>
        <pc:spChg chg="mod">
          <ac:chgData name="Jeff DeRemer" userId="a37f3d2d141577c5" providerId="Windows Live" clId="Web-{440B02FF-CBA4-4939-A8C4-9DEDA1DD0B81}" dt="2023-07-23T18:15:28.253" v="878" actId="20577"/>
          <ac:spMkLst>
            <pc:docMk/>
            <pc:sldMk cId="3630277452" sldId="309"/>
            <ac:spMk id="3" creationId="{667CAB59-D103-80B2-8972-BA950EE5CE80}"/>
          </ac:spMkLst>
        </pc:spChg>
      </pc:sldChg>
      <pc:sldChg chg="ord">
        <pc:chgData name="Jeff DeRemer" userId="a37f3d2d141577c5" providerId="Windows Live" clId="Web-{440B02FF-CBA4-4939-A8C4-9DEDA1DD0B81}" dt="2023-07-23T17:13:30.336" v="7"/>
        <pc:sldMkLst>
          <pc:docMk/>
          <pc:sldMk cId="2940824636" sldId="310"/>
        </pc:sldMkLst>
      </pc:sldChg>
      <pc:sldChg chg="del">
        <pc:chgData name="Jeff DeRemer" userId="a37f3d2d141577c5" providerId="Windows Live" clId="Web-{440B02FF-CBA4-4939-A8C4-9DEDA1DD0B81}" dt="2023-07-23T17:20:55.776" v="96"/>
        <pc:sldMkLst>
          <pc:docMk/>
          <pc:sldMk cId="919761700" sldId="311"/>
        </pc:sldMkLst>
      </pc:sldChg>
      <pc:sldChg chg="modSp">
        <pc:chgData name="Jeff DeRemer" userId="a37f3d2d141577c5" providerId="Windows Live" clId="Web-{440B02FF-CBA4-4939-A8C4-9DEDA1DD0B81}" dt="2023-07-23T18:12:09.808" v="828" actId="20577"/>
        <pc:sldMkLst>
          <pc:docMk/>
          <pc:sldMk cId="588049691" sldId="314"/>
        </pc:sldMkLst>
        <pc:spChg chg="mod">
          <ac:chgData name="Jeff DeRemer" userId="a37f3d2d141577c5" providerId="Windows Live" clId="Web-{440B02FF-CBA4-4939-A8C4-9DEDA1DD0B81}" dt="2023-07-23T18:12:09.808" v="828" actId="20577"/>
          <ac:spMkLst>
            <pc:docMk/>
            <pc:sldMk cId="588049691" sldId="314"/>
            <ac:spMk id="2" creationId="{155F2CC8-9572-2144-062B-FABFE70C4A2C}"/>
          </ac:spMkLst>
        </pc:spChg>
        <pc:spChg chg="mod">
          <ac:chgData name="Jeff DeRemer" userId="a37f3d2d141577c5" providerId="Windows Live" clId="Web-{440B02FF-CBA4-4939-A8C4-9DEDA1DD0B81}" dt="2023-07-23T18:11:51.166" v="810" actId="20577"/>
          <ac:spMkLst>
            <pc:docMk/>
            <pc:sldMk cId="588049691" sldId="314"/>
            <ac:spMk id="3" creationId="{8AED796B-6634-4BD1-1D8D-60652409EDCF}"/>
          </ac:spMkLst>
        </pc:spChg>
      </pc:sldChg>
      <pc:sldChg chg="addSp delSp modSp new mod ord modClrScheme chgLayout">
        <pc:chgData name="Jeff DeRemer" userId="a37f3d2d141577c5" providerId="Windows Live" clId="Web-{440B02FF-CBA4-4939-A8C4-9DEDA1DD0B81}" dt="2023-07-23T18:01:11.250" v="726" actId="20577"/>
        <pc:sldMkLst>
          <pc:docMk/>
          <pc:sldMk cId="915020623" sldId="317"/>
        </pc:sldMkLst>
        <pc:spChg chg="mod ord">
          <ac:chgData name="Jeff DeRemer" userId="a37f3d2d141577c5" providerId="Windows Live" clId="Web-{440B02FF-CBA4-4939-A8C4-9DEDA1DD0B81}" dt="2023-07-23T17:25:22.287" v="176"/>
          <ac:spMkLst>
            <pc:docMk/>
            <pc:sldMk cId="915020623" sldId="317"/>
            <ac:spMk id="2" creationId="{65F11939-1EC1-1BF3-B0E1-3440CBC1F3D3}"/>
          </ac:spMkLst>
        </pc:spChg>
        <pc:spChg chg="mod ord">
          <ac:chgData name="Jeff DeRemer" userId="a37f3d2d141577c5" providerId="Windows Live" clId="Web-{440B02FF-CBA4-4939-A8C4-9DEDA1DD0B81}" dt="2023-07-23T18:01:11.250" v="726" actId="20577"/>
          <ac:spMkLst>
            <pc:docMk/>
            <pc:sldMk cId="915020623" sldId="317"/>
            <ac:spMk id="3" creationId="{594954C9-A707-69B0-D235-57E16BE68174}"/>
          </ac:spMkLst>
        </pc:spChg>
        <pc:spChg chg="mod ord">
          <ac:chgData name="Jeff DeRemer" userId="a37f3d2d141577c5" providerId="Windows Live" clId="Web-{440B02FF-CBA4-4939-A8C4-9DEDA1DD0B81}" dt="2023-07-23T17:25:22.287" v="176"/>
          <ac:spMkLst>
            <pc:docMk/>
            <pc:sldMk cId="915020623" sldId="317"/>
            <ac:spMk id="4" creationId="{A30A0D4B-262E-1FE0-1C19-F059B8114511}"/>
          </ac:spMkLst>
        </pc:spChg>
        <pc:spChg chg="mod ord">
          <ac:chgData name="Jeff DeRemer" userId="a37f3d2d141577c5" providerId="Windows Live" clId="Web-{440B02FF-CBA4-4939-A8C4-9DEDA1DD0B81}" dt="2023-07-23T17:25:22.287" v="176"/>
          <ac:spMkLst>
            <pc:docMk/>
            <pc:sldMk cId="915020623" sldId="317"/>
            <ac:spMk id="5" creationId="{9C47F7B9-CF6A-1293-C0A9-1561EF7BAA02}"/>
          </ac:spMkLst>
        </pc:spChg>
        <pc:spChg chg="add del mod ord">
          <ac:chgData name="Jeff DeRemer" userId="a37f3d2d141577c5" providerId="Windows Live" clId="Web-{440B02FF-CBA4-4939-A8C4-9DEDA1DD0B81}" dt="2023-07-23T17:25:33.663" v="177"/>
          <ac:spMkLst>
            <pc:docMk/>
            <pc:sldMk cId="915020623" sldId="317"/>
            <ac:spMk id="6" creationId="{0959453F-8CCD-A679-ADE0-7912AC98EEF8}"/>
          </ac:spMkLst>
        </pc:spChg>
        <pc:spChg chg="add del mod ord">
          <ac:chgData name="Jeff DeRemer" userId="a37f3d2d141577c5" providerId="Windows Live" clId="Web-{440B02FF-CBA4-4939-A8C4-9DEDA1DD0B81}" dt="2023-07-23T17:26:03.836" v="180"/>
          <ac:spMkLst>
            <pc:docMk/>
            <pc:sldMk cId="915020623" sldId="317"/>
            <ac:spMk id="7" creationId="{3C9FB7BD-BE21-C958-DBAF-9AE861477C1A}"/>
          </ac:spMkLst>
        </pc:spChg>
        <pc:spChg chg="add mod ord">
          <ac:chgData name="Jeff DeRemer" userId="a37f3d2d141577c5" providerId="Windows Live" clId="Web-{440B02FF-CBA4-4939-A8C4-9DEDA1DD0B81}" dt="2023-07-23T18:01:01.343" v="724" actId="20577"/>
          <ac:spMkLst>
            <pc:docMk/>
            <pc:sldMk cId="915020623" sldId="317"/>
            <ac:spMk id="8" creationId="{3938B658-D021-35F9-6892-A3ED33D1AD8C}"/>
          </ac:spMkLst>
        </pc:spChg>
      </pc:sldChg>
    </pc:docChg>
  </pc:docChgLst>
  <pc:docChgLst>
    <pc:chgData name="Jeff DeRemer" userId="a37f3d2d141577c5" providerId="Windows Live" clId="Web-{78709633-10D0-46A9-B600-506D0A837346}"/>
    <pc:docChg chg="addSld modSld sldOrd modSection">
      <pc:chgData name="Jeff DeRemer" userId="a37f3d2d141577c5" providerId="Windows Live" clId="Web-{78709633-10D0-46A9-B600-506D0A837346}" dt="2023-09-01T19:50:15.938" v="312"/>
      <pc:docMkLst>
        <pc:docMk/>
      </pc:docMkLst>
      <pc:sldChg chg="ord">
        <pc:chgData name="Jeff DeRemer" userId="a37f3d2d141577c5" providerId="Windows Live" clId="Web-{78709633-10D0-46A9-B600-506D0A837346}" dt="2023-09-01T19:50:15.938" v="312"/>
        <pc:sldMkLst>
          <pc:docMk/>
          <pc:sldMk cId="3056689765" sldId="293"/>
        </pc:sldMkLst>
      </pc:sldChg>
      <pc:sldChg chg="modSp">
        <pc:chgData name="Jeff DeRemer" userId="a37f3d2d141577c5" providerId="Windows Live" clId="Web-{78709633-10D0-46A9-B600-506D0A837346}" dt="2023-09-01T19:48:46.809" v="311" actId="20577"/>
        <pc:sldMkLst>
          <pc:docMk/>
          <pc:sldMk cId="588049691" sldId="314"/>
        </pc:sldMkLst>
        <pc:spChg chg="mod">
          <ac:chgData name="Jeff DeRemer" userId="a37f3d2d141577c5" providerId="Windows Live" clId="Web-{78709633-10D0-46A9-B600-506D0A837346}" dt="2023-09-01T19:34:37.575" v="49" actId="20577"/>
          <ac:spMkLst>
            <pc:docMk/>
            <pc:sldMk cId="588049691" sldId="314"/>
            <ac:spMk id="2" creationId="{155F2CC8-9572-2144-062B-FABFE70C4A2C}"/>
          </ac:spMkLst>
        </pc:spChg>
        <pc:spChg chg="mod">
          <ac:chgData name="Jeff DeRemer" userId="a37f3d2d141577c5" providerId="Windows Live" clId="Web-{78709633-10D0-46A9-B600-506D0A837346}" dt="2023-09-01T19:48:46.809" v="311" actId="20577"/>
          <ac:spMkLst>
            <pc:docMk/>
            <pc:sldMk cId="588049691" sldId="314"/>
            <ac:spMk id="3" creationId="{8AED796B-6634-4BD1-1D8D-60652409EDCF}"/>
          </ac:spMkLst>
        </pc:spChg>
      </pc:sldChg>
      <pc:sldChg chg="modSp">
        <pc:chgData name="Jeff DeRemer" userId="a37f3d2d141577c5" providerId="Windows Live" clId="Web-{78709633-10D0-46A9-B600-506D0A837346}" dt="2023-09-01T19:36:33.407" v="116" actId="20577"/>
        <pc:sldMkLst>
          <pc:docMk/>
          <pc:sldMk cId="2417779818" sldId="319"/>
        </pc:sldMkLst>
        <pc:spChg chg="mod">
          <ac:chgData name="Jeff DeRemer" userId="a37f3d2d141577c5" providerId="Windows Live" clId="Web-{78709633-10D0-46A9-B600-506D0A837346}" dt="2023-09-01T19:36:33.407" v="116" actId="20577"/>
          <ac:spMkLst>
            <pc:docMk/>
            <pc:sldMk cId="2417779818" sldId="319"/>
            <ac:spMk id="3" creationId="{12EED0E7-EAC5-B55A-2374-3C8714688BAE}"/>
          </ac:spMkLst>
        </pc:spChg>
      </pc:sldChg>
      <pc:sldChg chg="modSp new">
        <pc:chgData name="Jeff DeRemer" userId="a37f3d2d141577c5" providerId="Windows Live" clId="Web-{78709633-10D0-46A9-B600-506D0A837346}" dt="2023-09-01T19:42:06.904" v="232" actId="20577"/>
        <pc:sldMkLst>
          <pc:docMk/>
          <pc:sldMk cId="1363589781" sldId="320"/>
        </pc:sldMkLst>
        <pc:spChg chg="mod">
          <ac:chgData name="Jeff DeRemer" userId="a37f3d2d141577c5" providerId="Windows Live" clId="Web-{78709633-10D0-46A9-B600-506D0A837346}" dt="2023-09-01T19:42:06.904" v="232" actId="20577"/>
          <ac:spMkLst>
            <pc:docMk/>
            <pc:sldMk cId="1363589781" sldId="320"/>
            <ac:spMk id="2" creationId="{07EF102E-E259-88DD-3AD0-39AA23C1E14E}"/>
          </ac:spMkLst>
        </pc:spChg>
        <pc:spChg chg="mod">
          <ac:chgData name="Jeff DeRemer" userId="a37f3d2d141577c5" providerId="Windows Live" clId="Web-{78709633-10D0-46A9-B600-506D0A837346}" dt="2023-09-01T19:39:57.430" v="226" actId="20577"/>
          <ac:spMkLst>
            <pc:docMk/>
            <pc:sldMk cId="1363589781" sldId="320"/>
            <ac:spMk id="3" creationId="{C04151B2-B1AD-2D0C-5740-3000E828F1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760D8-DE18-3103-21DD-2AFB11BC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Terran Astra Parks – not-for-profit Terran side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2CC16-3AE7-DF35-254E-91CD4D63E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What they "are" - a hybrid / combo of Parks / Restaurants / Amusement Parks / Vacations / Events Halls / most of all – </a:t>
            </a:r>
            <a:r>
              <a:rPr lang="en-US" i="1" dirty="0">
                <a:cs typeface="Calibri"/>
              </a:rPr>
              <a:t>Dude Ranches</a:t>
            </a:r>
            <a:r>
              <a:rPr lang="en-US" dirty="0">
                <a:cs typeface="Calibri"/>
              </a:rPr>
              <a:t>!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Come and have dinner, enjoy some rides, events, etc.</a:t>
            </a:r>
          </a:p>
          <a:p>
            <a:pPr lvl="1"/>
            <a:r>
              <a:rPr lang="en-US" dirty="0">
                <a:cs typeface="Calibri"/>
              </a:rPr>
              <a:t>Each of those earns "Rewards Points" toward flying cars</a:t>
            </a:r>
          </a:p>
          <a:p>
            <a:pPr lvl="1"/>
            <a:r>
              <a:rPr lang="en-US" dirty="0">
                <a:cs typeface="Calibri"/>
              </a:rPr>
              <a:t>Help us grow these parks – and also the infrastructure of up – organically </a:t>
            </a:r>
            <a:endParaRPr lang="en-US" dirty="0"/>
          </a:p>
          <a:p>
            <a:r>
              <a:rPr lang="en-US" dirty="0">
                <a:cs typeface="Calibri"/>
              </a:rPr>
              <a:t>They will offer opportunities to explore places and 'things to do', even when that means things that others have thought of as "jobs"</a:t>
            </a:r>
          </a:p>
          <a:p>
            <a:pPr lvl="1"/>
            <a:r>
              <a:rPr lang="en-US" dirty="0">
                <a:cs typeface="Calibri"/>
              </a:rPr>
              <a:t>e.g. planting trees</a:t>
            </a:r>
          </a:p>
          <a:p>
            <a:r>
              <a:rPr lang="en-US" dirty="0">
                <a:cs typeface="Calibri"/>
              </a:rPr>
              <a:t>As with the infrastructure of up; there is no ownership...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FBE19-035B-066C-9F4F-0095FB65C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78D99-54C1-C7BC-2729-7037C8812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4027165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2F7C-0144-814E-2BAD-01A164615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EA9B4-6A65-9695-5C1B-998070458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What they're like - I want to try to paint you a picture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Sunsets &amp; Sunrises are of utmost importance to me. Building "cubby slots" for pods, with Sunrise &amp; sunset in mind is a primary consideration for location</a:t>
            </a:r>
            <a:endParaRPr lang="en-US"/>
          </a:p>
          <a:p>
            <a:r>
              <a:rPr lang="en-US" dirty="0">
                <a:cs typeface="Calibri"/>
              </a:rPr>
              <a:t>Stepping out onto a balcony that's loaded with fruit, nut, flowering trees is an Eden-level fantasy.. I want the cubbies to also double as big "victory gardens" .. each of the dozens | hundreds of locations should have access to plenty of locally grown | </a:t>
            </a:r>
            <a:r>
              <a:rPr lang="en-US" i="1" dirty="0">
                <a:cs typeface="Calibri"/>
              </a:rPr>
              <a:t>growing</a:t>
            </a:r>
            <a:r>
              <a:rPr lang="en-US" dirty="0">
                <a:cs typeface="Calibri"/>
              </a:rPr>
              <a:t> produce </a:t>
            </a:r>
            <a:endParaRPr lang="en-US" strike="sngStrike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CC03F6-4B65-3017-4CEA-B0CD82D0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A4EE9-0959-2A7D-B4E3-8BA534C15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2373186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4768E-42E5-3FF9-7510-ED67E4D80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Parks – "Restaurants"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C80A-234C-1B92-533C-D58FA0A04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Restaurants are applicable for 6-8 acre parks or the 2,000+ acre "mega-parks"</a:t>
            </a:r>
          </a:p>
          <a:p>
            <a:r>
              <a:rPr lang="en-US" dirty="0">
                <a:cs typeface="Calibri"/>
              </a:rPr>
              <a:t>Leased cooking / coffee spaces </a:t>
            </a:r>
            <a:endParaRPr lang="en-US">
              <a:cs typeface="Calibri" panose="020F0502020204030204"/>
            </a:endParaRPr>
          </a:p>
          <a:p>
            <a:pPr lvl="1"/>
            <a:r>
              <a:rPr lang="en-US" dirty="0">
                <a:cs typeface="Calibri"/>
              </a:rPr>
              <a:t>% for mom &amp; pop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% to be rotated among community restaurants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% that's prioritized for personal use / entertainment / hobby </a:t>
            </a:r>
          </a:p>
          <a:p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Available "Gazebos"</a:t>
            </a:r>
            <a:endParaRPr lang="en-US">
              <a:cs typeface="Calibri" panose="020F0502020204030204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MY preference; a leasable option for a private experience </a:t>
            </a:r>
          </a:p>
          <a:p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We'd still have large dining areas like typical restaurants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FB098-F80A-DF80-64BC-B6749779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DB5FED-CF43-0F62-B632-FDACAD69F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1052964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1577D-3269-B23F-3A8B-0D70D67FC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Parks – Riding through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765E4-91CB-D7BB-72DE-17157CA29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cs typeface="Calibri"/>
              </a:rPr>
              <a:t>Eating / visiting / working -- these activities can all be stationary, but sometimes – we want to ride through, using </a:t>
            </a:r>
            <a:r>
              <a:rPr lang="en-US" i="1" dirty="0">
                <a:cs typeface="Calibri"/>
              </a:rPr>
              <a:t>our</a:t>
            </a:r>
            <a:r>
              <a:rPr lang="en-US" dirty="0">
                <a:cs typeface="Calibri"/>
              </a:rPr>
              <a:t> infrastructure </a:t>
            </a:r>
          </a:p>
          <a:p>
            <a:r>
              <a:rPr lang="en-US" dirty="0">
                <a:cs typeface="Calibri"/>
              </a:rPr>
              <a:t>I want to explore different options of ground mobility.. Maybe batteries? wheels? </a:t>
            </a:r>
            <a:endParaRPr lang="en-US" dirty="0"/>
          </a:p>
          <a:p>
            <a:pPr lvl="1"/>
            <a:r>
              <a:rPr lang="en-US" dirty="0">
                <a:cs typeface="Calibri"/>
              </a:rPr>
              <a:t>Long-term I would love to explore new forms of rail</a:t>
            </a:r>
          </a:p>
          <a:p>
            <a:pPr lvl="1"/>
            <a:r>
              <a:rPr lang="en-US" dirty="0">
                <a:cs typeface="Calibri"/>
              </a:rPr>
              <a:t>I'd also </a:t>
            </a:r>
            <a:r>
              <a:rPr lang="en-US" i="1" dirty="0">
                <a:cs typeface="Calibri"/>
              </a:rPr>
              <a:t>love</a:t>
            </a:r>
            <a:r>
              <a:rPr lang="en-US" dirty="0">
                <a:cs typeface="Calibri"/>
              </a:rPr>
              <a:t> to see if we can invent fireplace-based mobility units for moving single efficiencies, in &amp; through and around these parks</a:t>
            </a:r>
          </a:p>
          <a:p>
            <a:pPr lvl="1"/>
            <a:r>
              <a:rPr lang="en-US" dirty="0">
                <a:cs typeface="Calibri"/>
              </a:rPr>
              <a:t>For me; this is one of the most </a:t>
            </a:r>
            <a:r>
              <a:rPr lang="en-US" i="1" dirty="0">
                <a:cs typeface="Calibri"/>
              </a:rPr>
              <a:t>exciting</a:t>
            </a:r>
            <a:r>
              <a:rPr lang="en-US" dirty="0">
                <a:cs typeface="Calibri"/>
              </a:rPr>
              <a:t> parts of all of this. I wonder if maybe one of you could capture some of this mental imagery into a Thomas Kincaide style pictures? </a:t>
            </a:r>
            <a:endParaRPr lang="en-US" dirty="0"/>
          </a:p>
          <a:p>
            <a:r>
              <a:rPr lang="en-US" dirty="0">
                <a:cs typeface="Calibri"/>
              </a:rPr>
              <a:t>Dreaming big - somehow incorporate trips up sides of mountains to waterfalls, crossing over rivers needlessly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13725-E4E6-177A-25E2-9DA2F75A4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AB627-1125-2E11-1F5F-79A54FE7A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2145870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81AB3-E6A2-4064-8E06-7E60A827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Parks – ride through pt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B9E20-E2BC-BC8A-09B4-2DFB8F48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32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These could be 2, 3, 5, 8+ hour nature trips. </a:t>
            </a:r>
          </a:p>
          <a:p>
            <a:r>
              <a:rPr lang="en-US" sz="2000" i="1" dirty="0">
                <a:cs typeface="Calibri"/>
              </a:rPr>
              <a:t>Perfect</a:t>
            </a:r>
            <a:r>
              <a:rPr lang="en-US" sz="2000" dirty="0">
                <a:cs typeface="Calibri"/>
              </a:rPr>
              <a:t> for days off, but also a pretty awesome setting for a "workday"</a:t>
            </a:r>
            <a:endParaRPr lang="en-US" dirty="0">
              <a:cs typeface="Calibri"/>
            </a:endParaRPr>
          </a:p>
          <a:p>
            <a:pPr lvl="1"/>
            <a:r>
              <a:rPr lang="en-US" sz="1600" dirty="0">
                <a:cs typeface="Calibri"/>
              </a:rPr>
              <a:t>if we suddenly had this as an option for where to work; I bet &gt;50% of office workers would say "Yes!!" Right now </a:t>
            </a:r>
          </a:p>
          <a:p>
            <a:pPr lvl="1"/>
            <a:r>
              <a:rPr lang="en-US" sz="1700" dirty="0">
                <a:cs typeface="Calibri"/>
              </a:rPr>
              <a:t>Your work can lease a "Cubicle-pod" for you - I would imagine for less than they're paying right now for that office cubicle which you are - right here &amp; now – officially sick of :) </a:t>
            </a:r>
          </a:p>
          <a:p>
            <a:pPr lvl="1"/>
            <a:r>
              <a:rPr lang="en-US" sz="1600" dirty="0">
                <a:cs typeface="Calibri"/>
              </a:rPr>
              <a:t>Market the heck out of this one.. </a:t>
            </a:r>
            <a:endParaRPr lang="en-US" sz="1700" dirty="0"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6DE72-9A07-1F80-9BE4-076A35C87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6D25FF-68AF-B160-8C01-E1C491D1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42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04C7-4354-2449-0C51-C807DAABA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Parks – Funding, Pricing, Work intro.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21A21-6D25-B829-492F-6BC8C1ADA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Everything in our parks will start out a bit more expensive. (Remember -- the goal of these parks is to be fund-raisers for "Up" but also for your community)</a:t>
            </a:r>
            <a:endParaRPr lang="en-US" dirty="0">
              <a:solidFill>
                <a:srgbClr val="FF0000"/>
              </a:solidFill>
              <a:cs typeface="Calibri"/>
            </a:endParaRPr>
          </a:p>
          <a:p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Equally important to know – "Credits" in the Parks are the primary means of compensating the people who will be completing tasks / roles throughout the system </a:t>
            </a:r>
            <a:endParaRPr lang="en-US" dirty="0"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ABBB7-59A0-D083-CC5C-DCFD0618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94ACD-CAE5-7A44-9D54-CC3788B75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1079600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7A437-3EC2-47AD-0CB0-00EE5C756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Parks – Excitement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8B9B2-A879-82B3-D71E-0BA6774BC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 panose="020F0502020204030204"/>
              </a:rPr>
              <a:t>Start something similar to the 80s' "I want my MTV" .. "I want my Terran Astral Parks" .. </a:t>
            </a:r>
            <a:endParaRPr lang="en-US"/>
          </a:p>
          <a:p>
            <a:r>
              <a:rPr lang="en-US" dirty="0">
                <a:cs typeface="Calibri"/>
              </a:rPr>
              <a:t>I don't care how much money you have in the bank.. If you want to pay with money, or pay through work .. these parks are for you!</a:t>
            </a:r>
          </a:p>
          <a:p>
            <a:r>
              <a:rPr lang="en-US" dirty="0">
                <a:cs typeface="Calibri"/>
              </a:rPr>
              <a:t>This can't just be a place for "customers" -- the parks &amp; the infrastructure will hopefully grow to a point of needing </a:t>
            </a:r>
            <a:r>
              <a:rPr lang="en-US" i="1" dirty="0">
                <a:cs typeface="Calibri"/>
              </a:rPr>
              <a:t>many</a:t>
            </a:r>
            <a:r>
              <a:rPr lang="en-US" dirty="0">
                <a:cs typeface="Calibri"/>
              </a:rPr>
              <a:t> of you to want to come and work -- Dude Ranch Style! </a:t>
            </a:r>
          </a:p>
          <a:p>
            <a:r>
              <a:rPr lang="en-US" dirty="0">
                <a:cs typeface="Calibri"/>
              </a:rPr>
              <a:t>More on that, next …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AA0B8-0EB0-3475-38F5-CDE49C1B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AD71F-C7CC-7B1C-CA3F-1FE637AC6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4291219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Terran Astra Parks – not-for-profit Terran side</vt:lpstr>
      <vt:lpstr>Parks</vt:lpstr>
      <vt:lpstr>Parks – "Restaurants"</vt:lpstr>
      <vt:lpstr>Parks – Riding through</vt:lpstr>
      <vt:lpstr>Parks – ride through pt 2</vt:lpstr>
      <vt:lpstr>Parks – Funding, Pricing, Work intro.</vt:lpstr>
      <vt:lpstr>Parks – Excitement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1298</cp:revision>
  <dcterms:created xsi:type="dcterms:W3CDTF">2023-07-01T11:10:24Z</dcterms:created>
  <dcterms:modified xsi:type="dcterms:W3CDTF">2023-09-02T21:45:07Z</dcterms:modified>
</cp:coreProperties>
</file>