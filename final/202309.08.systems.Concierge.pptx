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84" r:id="rId2"/>
    <p:sldId id="321" r:id="rId3"/>
    <p:sldId id="282" r:id="rId4"/>
    <p:sldId id="300" r:id="rId5"/>
    <p:sldId id="319" r:id="rId6"/>
    <p:sldId id="32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09F985-F149-4C5F-8B47-876A0F02611B}" v="196" dt="2023-07-09T16:56:03.518"/>
    <p1510:client id="{0BDED9F4-44CE-425C-96BA-E94E9F532312}" v="3584" dt="2023-07-08T15:38:03.634"/>
    <p1510:client id="{1223BCE1-4C89-41A7-8BEE-CB59582820A3}" v="249" dt="2023-07-08T16:16:33.004"/>
    <p1510:client id="{1D8C70B6-822F-45A3-9FA8-4D04D39FEA7F}" v="946" dt="2023-07-23T18:57:04.999"/>
    <p1510:client id="{2C89035A-D4C0-42E0-8F7B-602192D4449B}" v="18229" dt="2023-07-01T18:39:19.477"/>
    <p1510:client id="{42EDC90B-4339-41B8-BCE6-C8EF18E5B55E}" v="303" dt="2023-07-08T11:20:15.776"/>
    <p1510:client id="{437F9473-31E1-4FC1-A591-DF6B779AC242}" v="134" dt="2023-09-01T19:08:34.063"/>
    <p1510:client id="{440B02FF-CBA4-4939-A8C4-9DEDA1DD0B81}" v="898" dt="2023-07-23T18:16:14.708"/>
    <p1510:client id="{5BCE91C0-95A6-48B0-AF61-5AFECFED59A2}" v="118" dt="2023-07-09T15:04:15.203"/>
    <p1510:client id="{5C6E4524-31A1-481E-97F0-1CA74A24FAB6}" v="403" dt="2023-09-03T12:27:12.836"/>
    <p1510:client id="{737A9984-4C3A-4A06-A56A-38548B16413A}" v="10" dt="2023-07-23T15:35:43.637"/>
    <p1510:client id="{75DACE6C-8541-45F6-BC50-3594DC9DD107}" v="4958" dt="2023-07-02T15:25:35.437"/>
    <p1510:client id="{78709633-10D0-46A9-B600-506D0A837346}" v="317" dt="2023-09-01T19:50:15.938"/>
    <p1510:client id="{84FDC6C0-EB0C-48F3-B9B4-1D7FAE88DCC6}" v="373" dt="2023-07-27T18:54:37.885"/>
    <p1510:client id="{887904E5-101B-4198-B41C-CB7CF2220861}" v="32" dt="2023-07-09T14:50:25.165"/>
    <p1510:client id="{92EF2564-113B-429D-A8A2-071C7699B284}" v="11613" dt="2023-07-02T23:27:50.992"/>
    <p1510:client id="{9F28D5C8-2B8B-4C36-840A-84D9CE3ABDD9}" v="69" dt="2023-07-08T15:47:15.574"/>
    <p1510:client id="{A02B1756-540D-4FF5-8F87-EDC967067F05}" v="501" dt="2023-09-03T00:53:20.772"/>
    <p1510:client id="{A6BECA11-9D7C-43E7-A7C4-03BEAA99AD62}" v="78" dt="2023-07-08T17:19:20.380"/>
    <p1510:client id="{A79622ED-45C5-49CA-B4C5-3A324EB20FD8}" v="753" dt="2023-07-01T19:16:20.682"/>
    <p1510:client id="{B112B451-E381-4F5D-AF3A-0BB5EE72C01C}" v="4" dt="2023-09-16T17:03:15.353"/>
    <p1510:client id="{B26B62FC-1869-4897-87A8-C4D70978CF54}" v="236" dt="2023-07-24T00:03:48.680"/>
    <p1510:client id="{C25D37AE-4178-4684-A0D8-B620B95DFF11}" v="2" dt="2023-09-03T11:27:46.391"/>
    <p1510:client id="{C5C4C69A-C9AB-413A-9E04-A2ECC18226DA}" v="3" dt="2023-07-09T11:13:25.513"/>
    <p1510:client id="{D9BBC0EC-0D5B-42D0-A894-C3748449BDCD}" v="313" dt="2023-07-09T12:26:19.550"/>
    <p1510:client id="{F453DC0A-5A79-4B0E-A6BB-37057526593A}" v="50" dt="2023-07-09T18:22:19.420"/>
    <p1510:client id="{F53B665C-8E0F-4624-9FB6-6EF94641C9ED}" v="287" dt="2023-07-09T10:44:29.9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ff DeRemer" userId="a37f3d2d141577c5" providerId="Windows Live" clId="Web-{5C6E4524-31A1-481E-97F0-1CA74A24FAB6}"/>
    <pc:docChg chg="delSld modSld sldOrd">
      <pc:chgData name="Jeff DeRemer" userId="a37f3d2d141577c5" providerId="Windows Live" clId="Web-{5C6E4524-31A1-481E-97F0-1CA74A24FAB6}" dt="2023-09-03T12:27:12.836" v="402" actId="20577"/>
      <pc:docMkLst>
        <pc:docMk/>
      </pc:docMkLst>
      <pc:sldChg chg="modSp ord">
        <pc:chgData name="Jeff DeRemer" userId="a37f3d2d141577c5" providerId="Windows Live" clId="Web-{5C6E4524-31A1-481E-97F0-1CA74A24FAB6}" dt="2023-09-03T12:27:12.836" v="402" actId="20577"/>
        <pc:sldMkLst>
          <pc:docMk/>
          <pc:sldMk cId="1987841433" sldId="284"/>
        </pc:sldMkLst>
        <pc:spChg chg="mod">
          <ac:chgData name="Jeff DeRemer" userId="a37f3d2d141577c5" providerId="Windows Live" clId="Web-{5C6E4524-31A1-481E-97F0-1CA74A24FAB6}" dt="2023-09-03T12:27:12.836" v="402" actId="20577"/>
          <ac:spMkLst>
            <pc:docMk/>
            <pc:sldMk cId="1987841433" sldId="284"/>
            <ac:spMk id="3" creationId="{167EB91F-F6C9-4B4F-90F3-7CA2D46122AE}"/>
          </ac:spMkLst>
        </pc:spChg>
      </pc:sldChg>
      <pc:sldChg chg="modSp ord">
        <pc:chgData name="Jeff DeRemer" userId="a37f3d2d141577c5" providerId="Windows Live" clId="Web-{5C6E4524-31A1-481E-97F0-1CA74A24FAB6}" dt="2023-09-03T12:26:29.272" v="397"/>
        <pc:sldMkLst>
          <pc:docMk/>
          <pc:sldMk cId="2417779818" sldId="319"/>
        </pc:sldMkLst>
        <pc:spChg chg="mod">
          <ac:chgData name="Jeff DeRemer" userId="a37f3d2d141577c5" providerId="Windows Live" clId="Web-{5C6E4524-31A1-481E-97F0-1CA74A24FAB6}" dt="2023-09-03T12:18:22.979" v="174" actId="20577"/>
          <ac:spMkLst>
            <pc:docMk/>
            <pc:sldMk cId="2417779818" sldId="319"/>
            <ac:spMk id="3" creationId="{12EED0E7-EAC5-B55A-2374-3C8714688BAE}"/>
          </ac:spMkLst>
        </pc:spChg>
      </pc:sldChg>
      <pc:sldChg chg="modSp ord">
        <pc:chgData name="Jeff DeRemer" userId="a37f3d2d141577c5" providerId="Windows Live" clId="Web-{5C6E4524-31A1-481E-97F0-1CA74A24FAB6}" dt="2023-09-03T12:26:50.523" v="398"/>
        <pc:sldMkLst>
          <pc:docMk/>
          <pc:sldMk cId="1366548998" sldId="320"/>
        </pc:sldMkLst>
        <pc:spChg chg="mod">
          <ac:chgData name="Jeff DeRemer" userId="a37f3d2d141577c5" providerId="Windows Live" clId="Web-{5C6E4524-31A1-481E-97F0-1CA74A24FAB6}" dt="2023-09-03T12:13:38.972" v="40" actId="20577"/>
          <ac:spMkLst>
            <pc:docMk/>
            <pc:sldMk cId="1366548998" sldId="320"/>
            <ac:spMk id="3" creationId="{D6EBBCBC-4004-FC3D-A0C9-8EAC9B1CD435}"/>
          </ac:spMkLst>
        </pc:spChg>
      </pc:sldChg>
      <pc:sldChg chg="del">
        <pc:chgData name="Jeff DeRemer" userId="a37f3d2d141577c5" providerId="Windows Live" clId="Web-{5C6E4524-31A1-481E-97F0-1CA74A24FAB6}" dt="2023-09-03T12:26:10.491" v="396"/>
        <pc:sldMkLst>
          <pc:docMk/>
          <pc:sldMk cId="15454661" sldId="321"/>
        </pc:sldMkLst>
      </pc:sldChg>
    </pc:docChg>
  </pc:docChgLst>
  <pc:docChgLst>
    <pc:chgData name="Jeff DeRemer" userId="a37f3d2d141577c5" providerId="Windows Live" clId="Web-{1D8C70B6-822F-45A3-9FA8-4D04D39FEA7F}"/>
    <pc:docChg chg="addSld modSld sldOrd addSection delSection modSection">
      <pc:chgData name="Jeff DeRemer" userId="a37f3d2d141577c5" providerId="Windows Live" clId="Web-{1D8C70B6-822F-45A3-9FA8-4D04D39FEA7F}" dt="2023-07-23T18:57:04.999" v="959"/>
      <pc:docMkLst>
        <pc:docMk/>
      </pc:docMkLst>
      <pc:sldChg chg="modSp">
        <pc:chgData name="Jeff DeRemer" userId="a37f3d2d141577c5" providerId="Windows Live" clId="Web-{1D8C70B6-822F-45A3-9FA8-4D04D39FEA7F}" dt="2023-07-23T18:17:51.426" v="22" actId="20577"/>
        <pc:sldMkLst>
          <pc:docMk/>
          <pc:sldMk cId="1537062186" sldId="259"/>
        </pc:sldMkLst>
        <pc:spChg chg="mod">
          <ac:chgData name="Jeff DeRemer" userId="a37f3d2d141577c5" providerId="Windows Live" clId="Web-{1D8C70B6-822F-45A3-9FA8-4D04D39FEA7F}" dt="2023-07-23T18:17:51.426" v="22" actId="20577"/>
          <ac:spMkLst>
            <pc:docMk/>
            <pc:sldMk cId="1537062186" sldId="259"/>
            <ac:spMk id="3" creationId="{C94EAD4E-0DEF-F3E3-2CD3-304D0D8776E8}"/>
          </ac:spMkLst>
        </pc:spChg>
      </pc:sldChg>
      <pc:sldChg chg="modSp">
        <pc:chgData name="Jeff DeRemer" userId="a37f3d2d141577c5" providerId="Windows Live" clId="Web-{1D8C70B6-822F-45A3-9FA8-4D04D39FEA7F}" dt="2023-07-23T18:23:57.014" v="186" actId="20577"/>
        <pc:sldMkLst>
          <pc:docMk/>
          <pc:sldMk cId="3800418244" sldId="260"/>
        </pc:sldMkLst>
        <pc:spChg chg="mod">
          <ac:chgData name="Jeff DeRemer" userId="a37f3d2d141577c5" providerId="Windows Live" clId="Web-{1D8C70B6-822F-45A3-9FA8-4D04D39FEA7F}" dt="2023-07-23T18:23:57.014" v="186" actId="20577"/>
          <ac:spMkLst>
            <pc:docMk/>
            <pc:sldMk cId="3800418244" sldId="260"/>
            <ac:spMk id="3" creationId="{0C5B5C69-3010-67FC-1E38-ECFAC33F0253}"/>
          </ac:spMkLst>
        </pc:spChg>
      </pc:sldChg>
      <pc:sldChg chg="modSp">
        <pc:chgData name="Jeff DeRemer" userId="a37f3d2d141577c5" providerId="Windows Live" clId="Web-{1D8C70B6-822F-45A3-9FA8-4D04D39FEA7F}" dt="2023-07-23T18:19:50.226" v="90" actId="20577"/>
        <pc:sldMkLst>
          <pc:docMk/>
          <pc:sldMk cId="1862461135" sldId="261"/>
        </pc:sldMkLst>
        <pc:spChg chg="mod">
          <ac:chgData name="Jeff DeRemer" userId="a37f3d2d141577c5" providerId="Windows Live" clId="Web-{1D8C70B6-822F-45A3-9FA8-4D04D39FEA7F}" dt="2023-07-23T18:19:50.226" v="90" actId="20577"/>
          <ac:spMkLst>
            <pc:docMk/>
            <pc:sldMk cId="1862461135" sldId="261"/>
            <ac:spMk id="3" creationId="{4FA58D88-1C41-4DB8-50F5-C0148DF26DEC}"/>
          </ac:spMkLst>
        </pc:spChg>
      </pc:sldChg>
      <pc:sldChg chg="modSp ord">
        <pc:chgData name="Jeff DeRemer" userId="a37f3d2d141577c5" providerId="Windows Live" clId="Web-{1D8C70B6-822F-45A3-9FA8-4D04D39FEA7F}" dt="2023-07-23T18:24:14.780" v="190" actId="20577"/>
        <pc:sldMkLst>
          <pc:docMk/>
          <pc:sldMk cId="750474985" sldId="262"/>
        </pc:sldMkLst>
        <pc:spChg chg="mod">
          <ac:chgData name="Jeff DeRemer" userId="a37f3d2d141577c5" providerId="Windows Live" clId="Web-{1D8C70B6-822F-45A3-9FA8-4D04D39FEA7F}" dt="2023-07-23T18:22:51.091" v="180" actId="20577"/>
          <ac:spMkLst>
            <pc:docMk/>
            <pc:sldMk cId="750474985" sldId="262"/>
            <ac:spMk id="2" creationId="{720CAF6B-2713-2BF8-D39E-F92F43D744B3}"/>
          </ac:spMkLst>
        </pc:spChg>
        <pc:spChg chg="mod">
          <ac:chgData name="Jeff DeRemer" userId="a37f3d2d141577c5" providerId="Windows Live" clId="Web-{1D8C70B6-822F-45A3-9FA8-4D04D39FEA7F}" dt="2023-07-23T18:24:14.780" v="190" actId="20577"/>
          <ac:spMkLst>
            <pc:docMk/>
            <pc:sldMk cId="750474985" sldId="262"/>
            <ac:spMk id="3" creationId="{429D0DB0-413D-C8AB-1A23-F9C01F950E4C}"/>
          </ac:spMkLst>
        </pc:spChg>
      </pc:sldChg>
      <pc:sldChg chg="modSp">
        <pc:chgData name="Jeff DeRemer" userId="a37f3d2d141577c5" providerId="Windows Live" clId="Web-{1D8C70B6-822F-45A3-9FA8-4D04D39FEA7F}" dt="2023-07-23T18:21:50.230" v="165" actId="20577"/>
        <pc:sldMkLst>
          <pc:docMk/>
          <pc:sldMk cId="1604463162" sldId="263"/>
        </pc:sldMkLst>
        <pc:spChg chg="mod">
          <ac:chgData name="Jeff DeRemer" userId="a37f3d2d141577c5" providerId="Windows Live" clId="Web-{1D8C70B6-822F-45A3-9FA8-4D04D39FEA7F}" dt="2023-07-23T18:21:50.230" v="165" actId="20577"/>
          <ac:spMkLst>
            <pc:docMk/>
            <pc:sldMk cId="1604463162" sldId="263"/>
            <ac:spMk id="3" creationId="{FF35C628-9ED1-48A4-98A5-A82E3566925E}"/>
          </ac:spMkLst>
        </pc:spChg>
      </pc:sldChg>
      <pc:sldChg chg="modSp">
        <pc:chgData name="Jeff DeRemer" userId="a37f3d2d141577c5" providerId="Windows Live" clId="Web-{1D8C70B6-822F-45A3-9FA8-4D04D39FEA7F}" dt="2023-07-23T18:25:19.797" v="202" actId="20577"/>
        <pc:sldMkLst>
          <pc:docMk/>
          <pc:sldMk cId="98002227" sldId="264"/>
        </pc:sldMkLst>
        <pc:spChg chg="mod">
          <ac:chgData name="Jeff DeRemer" userId="a37f3d2d141577c5" providerId="Windows Live" clId="Web-{1D8C70B6-822F-45A3-9FA8-4D04D39FEA7F}" dt="2023-07-23T18:25:19.797" v="202" actId="20577"/>
          <ac:spMkLst>
            <pc:docMk/>
            <pc:sldMk cId="98002227" sldId="264"/>
            <ac:spMk id="3" creationId="{18544897-D0A9-DA82-41A4-10CBB57ECE59}"/>
          </ac:spMkLst>
        </pc:spChg>
      </pc:sldChg>
      <pc:sldChg chg="modSp">
        <pc:chgData name="Jeff DeRemer" userId="a37f3d2d141577c5" providerId="Windows Live" clId="Web-{1D8C70B6-822F-45A3-9FA8-4D04D39FEA7F}" dt="2023-07-23T18:26:20.424" v="208" actId="20577"/>
        <pc:sldMkLst>
          <pc:docMk/>
          <pc:sldMk cId="4027165043" sldId="265"/>
        </pc:sldMkLst>
        <pc:spChg chg="mod">
          <ac:chgData name="Jeff DeRemer" userId="a37f3d2d141577c5" providerId="Windows Live" clId="Web-{1D8C70B6-822F-45A3-9FA8-4D04D39FEA7F}" dt="2023-07-23T18:26:20.424" v="208" actId="20577"/>
          <ac:spMkLst>
            <pc:docMk/>
            <pc:sldMk cId="4027165043" sldId="265"/>
            <ac:spMk id="3" creationId="{4182CC16-3AE7-DF35-254E-91CD4D63E479}"/>
          </ac:spMkLst>
        </pc:spChg>
      </pc:sldChg>
      <pc:sldChg chg="modSp">
        <pc:chgData name="Jeff DeRemer" userId="a37f3d2d141577c5" providerId="Windows Live" clId="Web-{1D8C70B6-822F-45A3-9FA8-4D04D39FEA7F}" dt="2023-07-23T18:26:49.956" v="212" actId="20577"/>
        <pc:sldMkLst>
          <pc:docMk/>
          <pc:sldMk cId="1052964133" sldId="266"/>
        </pc:sldMkLst>
        <pc:spChg chg="mod">
          <ac:chgData name="Jeff DeRemer" userId="a37f3d2d141577c5" providerId="Windows Live" clId="Web-{1D8C70B6-822F-45A3-9FA8-4D04D39FEA7F}" dt="2023-07-23T18:26:49.956" v="212" actId="20577"/>
          <ac:spMkLst>
            <pc:docMk/>
            <pc:sldMk cId="1052964133" sldId="266"/>
            <ac:spMk id="3" creationId="{FB20C80A-234C-1B92-533C-D58FA0A04C61}"/>
          </ac:spMkLst>
        </pc:spChg>
      </pc:sldChg>
      <pc:sldChg chg="modSp">
        <pc:chgData name="Jeff DeRemer" userId="a37f3d2d141577c5" providerId="Windows Live" clId="Web-{1D8C70B6-822F-45A3-9FA8-4D04D39FEA7F}" dt="2023-07-23T18:29:39.116" v="357" actId="20577"/>
        <pc:sldMkLst>
          <pc:docMk/>
          <pc:sldMk cId="1079600738" sldId="267"/>
        </pc:sldMkLst>
        <pc:spChg chg="mod">
          <ac:chgData name="Jeff DeRemer" userId="a37f3d2d141577c5" providerId="Windows Live" clId="Web-{1D8C70B6-822F-45A3-9FA8-4D04D39FEA7F}" dt="2023-07-23T18:29:39.116" v="357" actId="20577"/>
          <ac:spMkLst>
            <pc:docMk/>
            <pc:sldMk cId="1079600738" sldId="267"/>
            <ac:spMk id="3" creationId="{D5A21A21-6D25-B829-492F-6BC8C1ADA0ED}"/>
          </ac:spMkLst>
        </pc:spChg>
      </pc:sldChg>
      <pc:sldChg chg="modSp">
        <pc:chgData name="Jeff DeRemer" userId="a37f3d2d141577c5" providerId="Windows Live" clId="Web-{1D8C70B6-822F-45A3-9FA8-4D04D39FEA7F}" dt="2023-07-23T18:30:00.710" v="362" actId="20577"/>
        <pc:sldMkLst>
          <pc:docMk/>
          <pc:sldMk cId="3059359370" sldId="268"/>
        </pc:sldMkLst>
        <pc:spChg chg="mod">
          <ac:chgData name="Jeff DeRemer" userId="a37f3d2d141577c5" providerId="Windows Live" clId="Web-{1D8C70B6-822F-45A3-9FA8-4D04D39FEA7F}" dt="2023-07-23T18:30:00.710" v="362" actId="20577"/>
          <ac:spMkLst>
            <pc:docMk/>
            <pc:sldMk cId="3059359370" sldId="268"/>
            <ac:spMk id="2" creationId="{BAE2503A-0488-D5C7-B302-07BABE5BDEFC}"/>
          </ac:spMkLst>
        </pc:spChg>
        <pc:spChg chg="mod">
          <ac:chgData name="Jeff DeRemer" userId="a37f3d2d141577c5" providerId="Windows Live" clId="Web-{1D8C70B6-822F-45A3-9FA8-4D04D39FEA7F}" dt="2023-07-23T18:29:53.148" v="359" actId="20577"/>
          <ac:spMkLst>
            <pc:docMk/>
            <pc:sldMk cId="3059359370" sldId="268"/>
            <ac:spMk id="3" creationId="{73345575-4215-69DF-BAC1-57E514E491CD}"/>
          </ac:spMkLst>
        </pc:spChg>
      </pc:sldChg>
      <pc:sldChg chg="modSp">
        <pc:chgData name="Jeff DeRemer" userId="a37f3d2d141577c5" providerId="Windows Live" clId="Web-{1D8C70B6-822F-45A3-9FA8-4D04D39FEA7F}" dt="2023-07-23T18:30:40.727" v="386" actId="20577"/>
        <pc:sldMkLst>
          <pc:docMk/>
          <pc:sldMk cId="4291219111" sldId="269"/>
        </pc:sldMkLst>
        <pc:spChg chg="mod">
          <ac:chgData name="Jeff DeRemer" userId="a37f3d2d141577c5" providerId="Windows Live" clId="Web-{1D8C70B6-822F-45A3-9FA8-4D04D39FEA7F}" dt="2023-07-23T18:30:31.242" v="384" actId="20577"/>
          <ac:spMkLst>
            <pc:docMk/>
            <pc:sldMk cId="4291219111" sldId="269"/>
            <ac:spMk id="2" creationId="{9247A437-3EC2-47AD-0CB0-00EE5C7560CD}"/>
          </ac:spMkLst>
        </pc:spChg>
        <pc:spChg chg="mod">
          <ac:chgData name="Jeff DeRemer" userId="a37f3d2d141577c5" providerId="Windows Live" clId="Web-{1D8C70B6-822F-45A3-9FA8-4D04D39FEA7F}" dt="2023-07-23T18:30:40.727" v="386" actId="20577"/>
          <ac:spMkLst>
            <pc:docMk/>
            <pc:sldMk cId="4291219111" sldId="269"/>
            <ac:spMk id="3" creationId="{0F18B9B2-A879-82B3-D71E-0BA6774BC0F8}"/>
          </ac:spMkLst>
        </pc:spChg>
      </pc:sldChg>
      <pc:sldChg chg="modSp">
        <pc:chgData name="Jeff DeRemer" userId="a37f3d2d141577c5" providerId="Windows Live" clId="Web-{1D8C70B6-822F-45A3-9FA8-4D04D39FEA7F}" dt="2023-07-23T18:39:31.474" v="707" actId="20577"/>
        <pc:sldMkLst>
          <pc:docMk/>
          <pc:sldMk cId="3628189326" sldId="270"/>
        </pc:sldMkLst>
        <pc:spChg chg="mod">
          <ac:chgData name="Jeff DeRemer" userId="a37f3d2d141577c5" providerId="Windows Live" clId="Web-{1D8C70B6-822F-45A3-9FA8-4D04D39FEA7F}" dt="2023-07-23T18:39:31.474" v="707" actId="20577"/>
          <ac:spMkLst>
            <pc:docMk/>
            <pc:sldMk cId="3628189326" sldId="270"/>
            <ac:spMk id="2" creationId="{9DB831FD-D532-CC05-3979-A33DE6AA6F6E}"/>
          </ac:spMkLst>
        </pc:spChg>
        <pc:spChg chg="mod">
          <ac:chgData name="Jeff DeRemer" userId="a37f3d2d141577c5" providerId="Windows Live" clId="Web-{1D8C70B6-822F-45A3-9FA8-4D04D39FEA7F}" dt="2023-07-23T18:39:29.115" v="705" actId="20577"/>
          <ac:spMkLst>
            <pc:docMk/>
            <pc:sldMk cId="3628189326" sldId="270"/>
            <ac:spMk id="3" creationId="{6F7476CC-B0F5-EBA0-A09C-F0614C089CE5}"/>
          </ac:spMkLst>
        </pc:spChg>
      </pc:sldChg>
      <pc:sldChg chg="modSp">
        <pc:chgData name="Jeff DeRemer" userId="a37f3d2d141577c5" providerId="Windows Live" clId="Web-{1D8C70B6-822F-45A3-9FA8-4D04D39FEA7F}" dt="2023-07-23T18:32:29.542" v="484" actId="20577"/>
        <pc:sldMkLst>
          <pc:docMk/>
          <pc:sldMk cId="4094167011" sldId="271"/>
        </pc:sldMkLst>
        <pc:spChg chg="mod">
          <ac:chgData name="Jeff DeRemer" userId="a37f3d2d141577c5" providerId="Windows Live" clId="Web-{1D8C70B6-822F-45A3-9FA8-4D04D39FEA7F}" dt="2023-07-23T18:32:29.542" v="484" actId="20577"/>
          <ac:spMkLst>
            <pc:docMk/>
            <pc:sldMk cId="4094167011" sldId="271"/>
            <ac:spMk id="3" creationId="{1149A847-D5C9-8EA2-01EB-CE8AF3A606C7}"/>
          </ac:spMkLst>
        </pc:spChg>
      </pc:sldChg>
      <pc:sldChg chg="modSp">
        <pc:chgData name="Jeff DeRemer" userId="a37f3d2d141577c5" providerId="Windows Live" clId="Web-{1D8C70B6-822F-45A3-9FA8-4D04D39FEA7F}" dt="2023-07-23T18:37:38.940" v="664" actId="20577"/>
        <pc:sldMkLst>
          <pc:docMk/>
          <pc:sldMk cId="1966568967" sldId="273"/>
        </pc:sldMkLst>
        <pc:spChg chg="mod">
          <ac:chgData name="Jeff DeRemer" userId="a37f3d2d141577c5" providerId="Windows Live" clId="Web-{1D8C70B6-822F-45A3-9FA8-4D04D39FEA7F}" dt="2023-07-23T18:37:38.940" v="664" actId="20577"/>
          <ac:spMkLst>
            <pc:docMk/>
            <pc:sldMk cId="1966568967" sldId="273"/>
            <ac:spMk id="2" creationId="{C4C77302-4BF8-065B-0985-42ED6C4A094E}"/>
          </ac:spMkLst>
        </pc:spChg>
        <pc:spChg chg="mod">
          <ac:chgData name="Jeff DeRemer" userId="a37f3d2d141577c5" providerId="Windows Live" clId="Web-{1D8C70B6-822F-45A3-9FA8-4D04D39FEA7F}" dt="2023-07-23T18:37:19.612" v="633" actId="20577"/>
          <ac:spMkLst>
            <pc:docMk/>
            <pc:sldMk cId="1966568967" sldId="273"/>
            <ac:spMk id="3" creationId="{FEC97AF6-D0E5-6CFC-5087-727547E76E49}"/>
          </ac:spMkLst>
        </pc:spChg>
      </pc:sldChg>
      <pc:sldChg chg="modSp">
        <pc:chgData name="Jeff DeRemer" userId="a37f3d2d141577c5" providerId="Windows Live" clId="Web-{1D8C70B6-822F-45A3-9FA8-4D04D39FEA7F}" dt="2023-07-23T18:40:21.647" v="713" actId="20577"/>
        <pc:sldMkLst>
          <pc:docMk/>
          <pc:sldMk cId="517718756" sldId="274"/>
        </pc:sldMkLst>
        <pc:spChg chg="mod">
          <ac:chgData name="Jeff DeRemer" userId="a37f3d2d141577c5" providerId="Windows Live" clId="Web-{1D8C70B6-822F-45A3-9FA8-4D04D39FEA7F}" dt="2023-07-23T18:40:21.647" v="713" actId="20577"/>
          <ac:spMkLst>
            <pc:docMk/>
            <pc:sldMk cId="517718756" sldId="274"/>
            <ac:spMk id="2" creationId="{DA44FD8D-74EE-A547-A9C3-112CE6388BDC}"/>
          </ac:spMkLst>
        </pc:spChg>
        <pc:spChg chg="mod">
          <ac:chgData name="Jeff DeRemer" userId="a37f3d2d141577c5" providerId="Windows Live" clId="Web-{1D8C70B6-822F-45A3-9FA8-4D04D39FEA7F}" dt="2023-07-23T18:40:14.975" v="710" actId="20577"/>
          <ac:spMkLst>
            <pc:docMk/>
            <pc:sldMk cId="517718756" sldId="274"/>
            <ac:spMk id="3" creationId="{36AB1BDB-E2A1-4202-92E8-6D3885AAD11B}"/>
          </ac:spMkLst>
        </pc:spChg>
      </pc:sldChg>
      <pc:sldChg chg="modSp">
        <pc:chgData name="Jeff DeRemer" userId="a37f3d2d141577c5" providerId="Windows Live" clId="Web-{1D8C70B6-822F-45A3-9FA8-4D04D39FEA7F}" dt="2023-07-23T18:36:56.298" v="631" actId="20577"/>
        <pc:sldMkLst>
          <pc:docMk/>
          <pc:sldMk cId="494778731" sldId="275"/>
        </pc:sldMkLst>
        <pc:spChg chg="mod">
          <ac:chgData name="Jeff DeRemer" userId="a37f3d2d141577c5" providerId="Windows Live" clId="Web-{1D8C70B6-822F-45A3-9FA8-4D04D39FEA7F}" dt="2023-07-23T18:36:56.298" v="631" actId="20577"/>
          <ac:spMkLst>
            <pc:docMk/>
            <pc:sldMk cId="494778731" sldId="275"/>
            <ac:spMk id="3" creationId="{62D247C3-81E2-E2CD-1A32-6248E469CEAD}"/>
          </ac:spMkLst>
        </pc:spChg>
      </pc:sldChg>
      <pc:sldChg chg="modSp">
        <pc:chgData name="Jeff DeRemer" userId="a37f3d2d141577c5" providerId="Windows Live" clId="Web-{1D8C70B6-822F-45A3-9FA8-4D04D39FEA7F}" dt="2023-07-23T18:41:12.414" v="728" actId="20577"/>
        <pc:sldMkLst>
          <pc:docMk/>
          <pc:sldMk cId="3591501101" sldId="276"/>
        </pc:sldMkLst>
        <pc:spChg chg="mod">
          <ac:chgData name="Jeff DeRemer" userId="a37f3d2d141577c5" providerId="Windows Live" clId="Web-{1D8C70B6-822F-45A3-9FA8-4D04D39FEA7F}" dt="2023-07-23T18:41:12.414" v="728" actId="20577"/>
          <ac:spMkLst>
            <pc:docMk/>
            <pc:sldMk cId="3591501101" sldId="276"/>
            <ac:spMk id="3" creationId="{0398F67A-659A-3AB8-CBA9-89F233418F8E}"/>
          </ac:spMkLst>
        </pc:spChg>
      </pc:sldChg>
      <pc:sldChg chg="modSp">
        <pc:chgData name="Jeff DeRemer" userId="a37f3d2d141577c5" providerId="Windows Live" clId="Web-{1D8C70B6-822F-45A3-9FA8-4D04D39FEA7F}" dt="2023-07-23T18:41:44.759" v="735" actId="20577"/>
        <pc:sldMkLst>
          <pc:docMk/>
          <pc:sldMk cId="2990784307" sldId="277"/>
        </pc:sldMkLst>
        <pc:spChg chg="mod">
          <ac:chgData name="Jeff DeRemer" userId="a37f3d2d141577c5" providerId="Windows Live" clId="Web-{1D8C70B6-822F-45A3-9FA8-4D04D39FEA7F}" dt="2023-07-23T18:41:44.759" v="735" actId="20577"/>
          <ac:spMkLst>
            <pc:docMk/>
            <pc:sldMk cId="2990784307" sldId="277"/>
            <ac:spMk id="3" creationId="{8505100E-6EFE-B8B7-5E92-053F23902331}"/>
          </ac:spMkLst>
        </pc:spChg>
      </pc:sldChg>
      <pc:sldChg chg="modSp">
        <pc:chgData name="Jeff DeRemer" userId="a37f3d2d141577c5" providerId="Windows Live" clId="Web-{1D8C70B6-822F-45A3-9FA8-4D04D39FEA7F}" dt="2023-07-23T18:42:44.838" v="742" actId="20577"/>
        <pc:sldMkLst>
          <pc:docMk/>
          <pc:sldMk cId="3744251568" sldId="278"/>
        </pc:sldMkLst>
        <pc:spChg chg="mod">
          <ac:chgData name="Jeff DeRemer" userId="a37f3d2d141577c5" providerId="Windows Live" clId="Web-{1D8C70B6-822F-45A3-9FA8-4D04D39FEA7F}" dt="2023-07-23T18:42:44.838" v="742" actId="20577"/>
          <ac:spMkLst>
            <pc:docMk/>
            <pc:sldMk cId="3744251568" sldId="278"/>
            <ac:spMk id="3" creationId="{FB490085-442A-F459-46C4-DE49E5A3B707}"/>
          </ac:spMkLst>
        </pc:spChg>
      </pc:sldChg>
      <pc:sldChg chg="modSp">
        <pc:chgData name="Jeff DeRemer" userId="a37f3d2d141577c5" providerId="Windows Live" clId="Web-{1D8C70B6-822F-45A3-9FA8-4D04D39FEA7F}" dt="2023-07-23T18:43:55.949" v="765" actId="20577"/>
        <pc:sldMkLst>
          <pc:docMk/>
          <pc:sldMk cId="3982399502" sldId="279"/>
        </pc:sldMkLst>
        <pc:spChg chg="mod">
          <ac:chgData name="Jeff DeRemer" userId="a37f3d2d141577c5" providerId="Windows Live" clId="Web-{1D8C70B6-822F-45A3-9FA8-4D04D39FEA7F}" dt="2023-07-23T18:43:55.949" v="765" actId="20577"/>
          <ac:spMkLst>
            <pc:docMk/>
            <pc:sldMk cId="3982399502" sldId="279"/>
            <ac:spMk id="3" creationId="{E9946A79-B7B2-74E9-63F9-ED6A04F68C26}"/>
          </ac:spMkLst>
        </pc:spChg>
      </pc:sldChg>
      <pc:sldChg chg="modSp">
        <pc:chgData name="Jeff DeRemer" userId="a37f3d2d141577c5" providerId="Windows Live" clId="Web-{1D8C70B6-822F-45A3-9FA8-4D04D39FEA7F}" dt="2023-07-23T18:44:08.403" v="768" actId="20577"/>
        <pc:sldMkLst>
          <pc:docMk/>
          <pc:sldMk cId="2746935985" sldId="280"/>
        </pc:sldMkLst>
        <pc:spChg chg="mod">
          <ac:chgData name="Jeff DeRemer" userId="a37f3d2d141577c5" providerId="Windows Live" clId="Web-{1D8C70B6-822F-45A3-9FA8-4D04D39FEA7F}" dt="2023-07-23T18:44:08.403" v="768" actId="20577"/>
          <ac:spMkLst>
            <pc:docMk/>
            <pc:sldMk cId="2746935985" sldId="280"/>
            <ac:spMk id="3" creationId="{2CC19F36-1038-F57E-91F2-B8DE49592B97}"/>
          </ac:spMkLst>
        </pc:spChg>
      </pc:sldChg>
      <pc:sldChg chg="modSp">
        <pc:chgData name="Jeff DeRemer" userId="a37f3d2d141577c5" providerId="Windows Live" clId="Web-{1D8C70B6-822F-45A3-9FA8-4D04D39FEA7F}" dt="2023-07-23T18:44:28.809" v="786" actId="20577"/>
        <pc:sldMkLst>
          <pc:docMk/>
          <pc:sldMk cId="1741603341" sldId="281"/>
        </pc:sldMkLst>
        <pc:spChg chg="mod">
          <ac:chgData name="Jeff DeRemer" userId="a37f3d2d141577c5" providerId="Windows Live" clId="Web-{1D8C70B6-822F-45A3-9FA8-4D04D39FEA7F}" dt="2023-07-23T18:44:28.809" v="786" actId="20577"/>
          <ac:spMkLst>
            <pc:docMk/>
            <pc:sldMk cId="1741603341" sldId="281"/>
            <ac:spMk id="2" creationId="{76059A4D-C0FA-3742-CB0A-83B93BEC2BE4}"/>
          </ac:spMkLst>
        </pc:spChg>
        <pc:spChg chg="mod">
          <ac:chgData name="Jeff DeRemer" userId="a37f3d2d141577c5" providerId="Windows Live" clId="Web-{1D8C70B6-822F-45A3-9FA8-4D04D39FEA7F}" dt="2023-07-23T18:44:19.059" v="770" actId="20577"/>
          <ac:spMkLst>
            <pc:docMk/>
            <pc:sldMk cId="1741603341" sldId="281"/>
            <ac:spMk id="3" creationId="{AE93F422-6E43-9151-FE4B-8F3515273467}"/>
          </ac:spMkLst>
        </pc:spChg>
      </pc:sldChg>
      <pc:sldChg chg="modSp">
        <pc:chgData name="Jeff DeRemer" userId="a37f3d2d141577c5" providerId="Windows Live" clId="Web-{1D8C70B6-822F-45A3-9FA8-4D04D39FEA7F}" dt="2023-07-23T18:45:46.343" v="804" actId="20577"/>
        <pc:sldMkLst>
          <pc:docMk/>
          <pc:sldMk cId="204965760" sldId="282"/>
        </pc:sldMkLst>
        <pc:spChg chg="mod">
          <ac:chgData name="Jeff DeRemer" userId="a37f3d2d141577c5" providerId="Windows Live" clId="Web-{1D8C70B6-822F-45A3-9FA8-4D04D39FEA7F}" dt="2023-07-23T18:45:46.343" v="804" actId="20577"/>
          <ac:spMkLst>
            <pc:docMk/>
            <pc:sldMk cId="204965760" sldId="282"/>
            <ac:spMk id="3" creationId="{214B1D8D-63BD-DD0B-C0F5-8839FC6374EC}"/>
          </ac:spMkLst>
        </pc:spChg>
      </pc:sldChg>
      <pc:sldChg chg="modSp">
        <pc:chgData name="Jeff DeRemer" userId="a37f3d2d141577c5" providerId="Windows Live" clId="Web-{1D8C70B6-822F-45A3-9FA8-4D04D39FEA7F}" dt="2023-07-23T18:45:07.404" v="791" actId="20577"/>
        <pc:sldMkLst>
          <pc:docMk/>
          <pc:sldMk cId="1861732289" sldId="283"/>
        </pc:sldMkLst>
        <pc:spChg chg="mod">
          <ac:chgData name="Jeff DeRemer" userId="a37f3d2d141577c5" providerId="Windows Live" clId="Web-{1D8C70B6-822F-45A3-9FA8-4D04D39FEA7F}" dt="2023-07-23T18:45:07.404" v="791" actId="20577"/>
          <ac:spMkLst>
            <pc:docMk/>
            <pc:sldMk cId="1861732289" sldId="283"/>
            <ac:spMk id="3" creationId="{A4DD8A52-93C3-307C-94F8-99CD4F67B3B0}"/>
          </ac:spMkLst>
        </pc:spChg>
      </pc:sldChg>
      <pc:sldChg chg="modSp">
        <pc:chgData name="Jeff DeRemer" userId="a37f3d2d141577c5" providerId="Windows Live" clId="Web-{1D8C70B6-822F-45A3-9FA8-4D04D39FEA7F}" dt="2023-07-23T18:47:01.563" v="867" actId="20577"/>
        <pc:sldMkLst>
          <pc:docMk/>
          <pc:sldMk cId="1987841433" sldId="284"/>
        </pc:sldMkLst>
        <pc:spChg chg="mod">
          <ac:chgData name="Jeff DeRemer" userId="a37f3d2d141577c5" providerId="Windows Live" clId="Web-{1D8C70B6-822F-45A3-9FA8-4D04D39FEA7F}" dt="2023-07-23T18:47:01.563" v="867" actId="20577"/>
          <ac:spMkLst>
            <pc:docMk/>
            <pc:sldMk cId="1987841433" sldId="284"/>
            <ac:spMk id="3" creationId="{167EB91F-F6C9-4B4F-90F3-7CA2D46122AE}"/>
          </ac:spMkLst>
        </pc:spChg>
      </pc:sldChg>
      <pc:sldChg chg="modSp">
        <pc:chgData name="Jeff DeRemer" userId="a37f3d2d141577c5" providerId="Windows Live" clId="Web-{1D8C70B6-822F-45A3-9FA8-4D04D39FEA7F}" dt="2023-07-23T18:48:25.612" v="921" actId="20577"/>
        <pc:sldMkLst>
          <pc:docMk/>
          <pc:sldMk cId="1112612059" sldId="285"/>
        </pc:sldMkLst>
        <pc:spChg chg="mod">
          <ac:chgData name="Jeff DeRemer" userId="a37f3d2d141577c5" providerId="Windows Live" clId="Web-{1D8C70B6-822F-45A3-9FA8-4D04D39FEA7F}" dt="2023-07-23T18:48:25.612" v="921" actId="20577"/>
          <ac:spMkLst>
            <pc:docMk/>
            <pc:sldMk cId="1112612059" sldId="285"/>
            <ac:spMk id="3" creationId="{2C233C5D-AE6E-EE9D-E247-48CB088754FF}"/>
          </ac:spMkLst>
        </pc:spChg>
      </pc:sldChg>
      <pc:sldChg chg="modSp">
        <pc:chgData name="Jeff DeRemer" userId="a37f3d2d141577c5" providerId="Windows Live" clId="Web-{1D8C70B6-822F-45A3-9FA8-4D04D39FEA7F}" dt="2023-07-23T18:48:39.925" v="924" actId="20577"/>
        <pc:sldMkLst>
          <pc:docMk/>
          <pc:sldMk cId="2771794891" sldId="286"/>
        </pc:sldMkLst>
        <pc:spChg chg="mod">
          <ac:chgData name="Jeff DeRemer" userId="a37f3d2d141577c5" providerId="Windows Live" clId="Web-{1D8C70B6-822F-45A3-9FA8-4D04D39FEA7F}" dt="2023-07-23T18:48:39.925" v="924" actId="20577"/>
          <ac:spMkLst>
            <pc:docMk/>
            <pc:sldMk cId="2771794891" sldId="286"/>
            <ac:spMk id="3" creationId="{E43A48AF-984B-687B-AB99-A4749E13FE18}"/>
          </ac:spMkLst>
        </pc:spChg>
      </pc:sldChg>
      <pc:sldChg chg="modSp">
        <pc:chgData name="Jeff DeRemer" userId="a37f3d2d141577c5" providerId="Windows Live" clId="Web-{1D8C70B6-822F-45A3-9FA8-4D04D39FEA7F}" dt="2023-07-23T18:48:01.393" v="918" actId="20577"/>
        <pc:sldMkLst>
          <pc:docMk/>
          <pc:sldMk cId="4209612668" sldId="287"/>
        </pc:sldMkLst>
        <pc:spChg chg="mod">
          <ac:chgData name="Jeff DeRemer" userId="a37f3d2d141577c5" providerId="Windows Live" clId="Web-{1D8C70B6-822F-45A3-9FA8-4D04D39FEA7F}" dt="2023-07-23T18:48:01.393" v="918" actId="20577"/>
          <ac:spMkLst>
            <pc:docMk/>
            <pc:sldMk cId="4209612668" sldId="287"/>
            <ac:spMk id="2" creationId="{2EF7659A-F540-6B95-C923-EA9F9DA2FDC8}"/>
          </ac:spMkLst>
        </pc:spChg>
      </pc:sldChg>
      <pc:sldChg chg="modSp">
        <pc:chgData name="Jeff DeRemer" userId="a37f3d2d141577c5" providerId="Windows Live" clId="Web-{1D8C70B6-822F-45A3-9FA8-4D04D39FEA7F}" dt="2023-07-23T18:49:14.644" v="927" actId="20577"/>
        <pc:sldMkLst>
          <pc:docMk/>
          <pc:sldMk cId="1175048660" sldId="288"/>
        </pc:sldMkLst>
        <pc:spChg chg="mod">
          <ac:chgData name="Jeff DeRemer" userId="a37f3d2d141577c5" providerId="Windows Live" clId="Web-{1D8C70B6-822F-45A3-9FA8-4D04D39FEA7F}" dt="2023-07-23T18:49:14.644" v="927" actId="20577"/>
          <ac:spMkLst>
            <pc:docMk/>
            <pc:sldMk cId="1175048660" sldId="288"/>
            <ac:spMk id="3" creationId="{E35BB5F5-DEF6-901B-798D-F75EF1BEE6C3}"/>
          </ac:spMkLst>
        </pc:spChg>
      </pc:sldChg>
      <pc:sldChg chg="modSp">
        <pc:chgData name="Jeff DeRemer" userId="a37f3d2d141577c5" providerId="Windows Live" clId="Web-{1D8C70B6-822F-45A3-9FA8-4D04D39FEA7F}" dt="2023-07-23T18:50:02.536" v="949" actId="20577"/>
        <pc:sldMkLst>
          <pc:docMk/>
          <pc:sldMk cId="1487085672" sldId="289"/>
        </pc:sldMkLst>
        <pc:spChg chg="mod">
          <ac:chgData name="Jeff DeRemer" userId="a37f3d2d141577c5" providerId="Windows Live" clId="Web-{1D8C70B6-822F-45A3-9FA8-4D04D39FEA7F}" dt="2023-07-23T18:50:02.536" v="949" actId="20577"/>
          <ac:spMkLst>
            <pc:docMk/>
            <pc:sldMk cId="1487085672" sldId="289"/>
            <ac:spMk id="3" creationId="{35D0BBDA-8803-BE37-2613-0EDAF02F44B8}"/>
          </ac:spMkLst>
        </pc:spChg>
      </pc:sldChg>
      <pc:sldChg chg="modSp">
        <pc:chgData name="Jeff DeRemer" userId="a37f3d2d141577c5" providerId="Windows Live" clId="Web-{1D8C70B6-822F-45A3-9FA8-4D04D39FEA7F}" dt="2023-07-23T18:46:05.390" v="827" actId="20577"/>
        <pc:sldMkLst>
          <pc:docMk/>
          <pc:sldMk cId="117291877" sldId="291"/>
        </pc:sldMkLst>
        <pc:spChg chg="mod">
          <ac:chgData name="Jeff DeRemer" userId="a37f3d2d141577c5" providerId="Windows Live" clId="Web-{1D8C70B6-822F-45A3-9FA8-4D04D39FEA7F}" dt="2023-07-23T18:45:59.671" v="825" actId="20577"/>
          <ac:spMkLst>
            <pc:docMk/>
            <pc:sldMk cId="117291877" sldId="291"/>
            <ac:spMk id="2" creationId="{7C7FA624-06C1-58CB-6EBF-6A6E06B55AA5}"/>
          </ac:spMkLst>
        </pc:spChg>
        <pc:spChg chg="mod">
          <ac:chgData name="Jeff DeRemer" userId="a37f3d2d141577c5" providerId="Windows Live" clId="Web-{1D8C70B6-822F-45A3-9FA8-4D04D39FEA7F}" dt="2023-07-23T18:46:05.390" v="827" actId="20577"/>
          <ac:spMkLst>
            <pc:docMk/>
            <pc:sldMk cId="117291877" sldId="291"/>
            <ac:spMk id="3" creationId="{64E1AC00-5F6F-8A57-76A4-5BD2487C9873}"/>
          </ac:spMkLst>
        </pc:spChg>
      </pc:sldChg>
      <pc:sldChg chg="modSp">
        <pc:chgData name="Jeff DeRemer" userId="a37f3d2d141577c5" providerId="Windows Live" clId="Web-{1D8C70B6-822F-45A3-9FA8-4D04D39FEA7F}" dt="2023-07-23T18:22:21.137" v="176" actId="20577"/>
        <pc:sldMkLst>
          <pc:docMk/>
          <pc:sldMk cId="2803421184" sldId="292"/>
        </pc:sldMkLst>
        <pc:spChg chg="mod">
          <ac:chgData name="Jeff DeRemer" userId="a37f3d2d141577c5" providerId="Windows Live" clId="Web-{1D8C70B6-822F-45A3-9FA8-4D04D39FEA7F}" dt="2023-07-23T18:22:21.137" v="176" actId="20577"/>
          <ac:spMkLst>
            <pc:docMk/>
            <pc:sldMk cId="2803421184" sldId="292"/>
            <ac:spMk id="3" creationId="{DABAC2CE-B759-65A2-A9AA-973000EA0D14}"/>
          </ac:spMkLst>
        </pc:spChg>
      </pc:sldChg>
      <pc:sldChg chg="modSp">
        <pc:chgData name="Jeff DeRemer" userId="a37f3d2d141577c5" providerId="Windows Live" clId="Web-{1D8C70B6-822F-45A3-9FA8-4D04D39FEA7F}" dt="2023-07-23T18:28:05.801" v="240" actId="20577"/>
        <pc:sldMkLst>
          <pc:docMk/>
          <pc:sldMk cId="2373186645" sldId="294"/>
        </pc:sldMkLst>
        <pc:spChg chg="mod">
          <ac:chgData name="Jeff DeRemer" userId="a37f3d2d141577c5" providerId="Windows Live" clId="Web-{1D8C70B6-822F-45A3-9FA8-4D04D39FEA7F}" dt="2023-07-23T18:27:53.692" v="238" actId="20577"/>
          <ac:spMkLst>
            <pc:docMk/>
            <pc:sldMk cId="2373186645" sldId="294"/>
            <ac:spMk id="2" creationId="{B2222F7C-0144-814E-2BAD-01A1646151D4}"/>
          </ac:spMkLst>
        </pc:spChg>
        <pc:spChg chg="mod">
          <ac:chgData name="Jeff DeRemer" userId="a37f3d2d141577c5" providerId="Windows Live" clId="Web-{1D8C70B6-822F-45A3-9FA8-4D04D39FEA7F}" dt="2023-07-23T18:28:05.801" v="240" actId="20577"/>
          <ac:spMkLst>
            <pc:docMk/>
            <pc:sldMk cId="2373186645" sldId="294"/>
            <ac:spMk id="3" creationId="{044EA9B4-6A65-9695-5C1B-998070458920}"/>
          </ac:spMkLst>
        </pc:spChg>
      </pc:sldChg>
      <pc:sldChg chg="modSp">
        <pc:chgData name="Jeff DeRemer" userId="a37f3d2d141577c5" providerId="Windows Live" clId="Web-{1D8C70B6-822F-45A3-9FA8-4D04D39FEA7F}" dt="2023-07-23T18:24:58.594" v="199" actId="20577"/>
        <pc:sldMkLst>
          <pc:docMk/>
          <pc:sldMk cId="4013399894" sldId="298"/>
        </pc:sldMkLst>
        <pc:spChg chg="mod">
          <ac:chgData name="Jeff DeRemer" userId="a37f3d2d141577c5" providerId="Windows Live" clId="Web-{1D8C70B6-822F-45A3-9FA8-4D04D39FEA7F}" dt="2023-07-23T18:24:58.594" v="199" actId="20577"/>
          <ac:spMkLst>
            <pc:docMk/>
            <pc:sldMk cId="4013399894" sldId="298"/>
            <ac:spMk id="2" creationId="{9FC04FDF-F6C6-A102-AAE8-320D1538DF86}"/>
          </ac:spMkLst>
        </pc:spChg>
        <pc:spChg chg="mod">
          <ac:chgData name="Jeff DeRemer" userId="a37f3d2d141577c5" providerId="Windows Live" clId="Web-{1D8C70B6-822F-45A3-9FA8-4D04D39FEA7F}" dt="2023-07-23T18:24:46.562" v="193" actId="20577"/>
          <ac:spMkLst>
            <pc:docMk/>
            <pc:sldMk cId="4013399894" sldId="298"/>
            <ac:spMk id="3" creationId="{6743DE19-7F4F-73A0-DA1F-334D05FC2A93}"/>
          </ac:spMkLst>
        </pc:spChg>
      </pc:sldChg>
      <pc:sldChg chg="modSp">
        <pc:chgData name="Jeff DeRemer" userId="a37f3d2d141577c5" providerId="Windows Live" clId="Web-{1D8C70B6-822F-45A3-9FA8-4D04D39FEA7F}" dt="2023-07-23T18:49:29.629" v="946" actId="20577"/>
        <pc:sldMkLst>
          <pc:docMk/>
          <pc:sldMk cId="586689482" sldId="300"/>
        </pc:sldMkLst>
        <pc:spChg chg="mod">
          <ac:chgData name="Jeff DeRemer" userId="a37f3d2d141577c5" providerId="Windows Live" clId="Web-{1D8C70B6-822F-45A3-9FA8-4D04D39FEA7F}" dt="2023-07-23T18:49:29.629" v="946" actId="20577"/>
          <ac:spMkLst>
            <pc:docMk/>
            <pc:sldMk cId="586689482" sldId="300"/>
            <ac:spMk id="2" creationId="{E396FD66-0FAC-C93C-0BC0-9B32126BDF21}"/>
          </ac:spMkLst>
        </pc:spChg>
      </pc:sldChg>
      <pc:sldChg chg="modSp">
        <pc:chgData name="Jeff DeRemer" userId="a37f3d2d141577c5" providerId="Windows Live" clId="Web-{1D8C70B6-822F-45A3-9FA8-4D04D39FEA7F}" dt="2023-07-23T18:34:50.858" v="530" actId="20577"/>
        <pc:sldMkLst>
          <pc:docMk/>
          <pc:sldMk cId="1935756779" sldId="305"/>
        </pc:sldMkLst>
        <pc:spChg chg="mod">
          <ac:chgData name="Jeff DeRemer" userId="a37f3d2d141577c5" providerId="Windows Live" clId="Web-{1D8C70B6-822F-45A3-9FA8-4D04D39FEA7F}" dt="2023-07-23T18:34:50.858" v="530" actId="20577"/>
          <ac:spMkLst>
            <pc:docMk/>
            <pc:sldMk cId="1935756779" sldId="305"/>
            <ac:spMk id="2" creationId="{3ACE7FED-C200-7B67-3E02-882BF64E67DD}"/>
          </ac:spMkLst>
        </pc:spChg>
      </pc:sldChg>
      <pc:sldChg chg="modSp">
        <pc:chgData name="Jeff DeRemer" userId="a37f3d2d141577c5" providerId="Windows Live" clId="Web-{1D8C70B6-822F-45A3-9FA8-4D04D39FEA7F}" dt="2023-07-23T18:47:37.783" v="898" actId="20577"/>
        <pc:sldMkLst>
          <pc:docMk/>
          <pc:sldMk cId="3166782752" sldId="306"/>
        </pc:sldMkLst>
        <pc:spChg chg="mod">
          <ac:chgData name="Jeff DeRemer" userId="a37f3d2d141577c5" providerId="Windows Live" clId="Web-{1D8C70B6-822F-45A3-9FA8-4D04D39FEA7F}" dt="2023-07-23T18:47:37.783" v="898" actId="20577"/>
          <ac:spMkLst>
            <pc:docMk/>
            <pc:sldMk cId="3166782752" sldId="306"/>
            <ac:spMk id="2" creationId="{772C3B8A-BFCD-230B-87C2-C9526DBB601C}"/>
          </ac:spMkLst>
        </pc:spChg>
      </pc:sldChg>
      <pc:sldChg chg="modSp">
        <pc:chgData name="Jeff DeRemer" userId="a37f3d2d141577c5" providerId="Windows Live" clId="Web-{1D8C70B6-822F-45A3-9FA8-4D04D39FEA7F}" dt="2023-07-23T18:27:13.784" v="219" actId="20577"/>
        <pc:sldMkLst>
          <pc:docMk/>
          <pc:sldMk cId="2145870571" sldId="307"/>
        </pc:sldMkLst>
        <pc:spChg chg="mod">
          <ac:chgData name="Jeff DeRemer" userId="a37f3d2d141577c5" providerId="Windows Live" clId="Web-{1D8C70B6-822F-45A3-9FA8-4D04D39FEA7F}" dt="2023-07-23T18:27:13.784" v="219" actId="20577"/>
          <ac:spMkLst>
            <pc:docMk/>
            <pc:sldMk cId="2145870571" sldId="307"/>
            <ac:spMk id="3" creationId="{E16765E4-91CB-D7BB-72DE-17157CA29AE6}"/>
          </ac:spMkLst>
        </pc:spChg>
      </pc:sldChg>
      <pc:sldChg chg="modSp">
        <pc:chgData name="Jeff DeRemer" userId="a37f3d2d141577c5" providerId="Windows Live" clId="Web-{1D8C70B6-822F-45A3-9FA8-4D04D39FEA7F}" dt="2023-07-23T18:27:40.832" v="236" actId="20577"/>
        <pc:sldMkLst>
          <pc:docMk/>
          <pc:sldMk cId="1173428035" sldId="308"/>
        </pc:sldMkLst>
        <pc:spChg chg="mod">
          <ac:chgData name="Jeff DeRemer" userId="a37f3d2d141577c5" providerId="Windows Live" clId="Web-{1D8C70B6-822F-45A3-9FA8-4D04D39FEA7F}" dt="2023-07-23T18:27:40.832" v="236" actId="20577"/>
          <ac:spMkLst>
            <pc:docMk/>
            <pc:sldMk cId="1173428035" sldId="308"/>
            <ac:spMk id="2" creationId="{7905709C-0522-4331-5D4F-CCBE2BEF0D9D}"/>
          </ac:spMkLst>
        </pc:spChg>
        <pc:spChg chg="mod">
          <ac:chgData name="Jeff DeRemer" userId="a37f3d2d141577c5" providerId="Windows Live" clId="Web-{1D8C70B6-822F-45A3-9FA8-4D04D39FEA7F}" dt="2023-07-23T18:27:28.941" v="221" actId="20577"/>
          <ac:spMkLst>
            <pc:docMk/>
            <pc:sldMk cId="1173428035" sldId="308"/>
            <ac:spMk id="3" creationId="{D8401FEB-2B12-65C9-4AB5-92E8C061DEA6}"/>
          </ac:spMkLst>
        </pc:spChg>
      </pc:sldChg>
      <pc:sldChg chg="modSp">
        <pc:chgData name="Jeff DeRemer" userId="a37f3d2d141577c5" providerId="Windows Live" clId="Web-{1D8C70B6-822F-45A3-9FA8-4D04D39FEA7F}" dt="2023-07-23T18:33:14.809" v="495" actId="20577"/>
        <pc:sldMkLst>
          <pc:docMk/>
          <pc:sldMk cId="322086555" sldId="312"/>
        </pc:sldMkLst>
        <pc:spChg chg="mod">
          <ac:chgData name="Jeff DeRemer" userId="a37f3d2d141577c5" providerId="Windows Live" clId="Web-{1D8C70B6-822F-45A3-9FA8-4D04D39FEA7F}" dt="2023-07-23T18:32:53.277" v="492" actId="20577"/>
          <ac:spMkLst>
            <pc:docMk/>
            <pc:sldMk cId="322086555" sldId="312"/>
            <ac:spMk id="2" creationId="{5FF6EBCF-D7C6-7D4F-E1F5-F35CACAB2D0A}"/>
          </ac:spMkLst>
        </pc:spChg>
        <pc:spChg chg="mod">
          <ac:chgData name="Jeff DeRemer" userId="a37f3d2d141577c5" providerId="Windows Live" clId="Web-{1D8C70B6-822F-45A3-9FA8-4D04D39FEA7F}" dt="2023-07-23T18:33:14.809" v="495" actId="20577"/>
          <ac:spMkLst>
            <pc:docMk/>
            <pc:sldMk cId="322086555" sldId="312"/>
            <ac:spMk id="3" creationId="{0167575D-D147-EA22-F445-19C81CCD42A4}"/>
          </ac:spMkLst>
        </pc:spChg>
      </pc:sldChg>
      <pc:sldChg chg="modSp">
        <pc:chgData name="Jeff DeRemer" userId="a37f3d2d141577c5" providerId="Windows Live" clId="Web-{1D8C70B6-822F-45A3-9FA8-4D04D39FEA7F}" dt="2023-07-23T18:18:06.692" v="24" actId="20577"/>
        <pc:sldMkLst>
          <pc:docMk/>
          <pc:sldMk cId="3588194236" sldId="315"/>
        </pc:sldMkLst>
        <pc:spChg chg="mod">
          <ac:chgData name="Jeff DeRemer" userId="a37f3d2d141577c5" providerId="Windows Live" clId="Web-{1D8C70B6-822F-45A3-9FA8-4D04D39FEA7F}" dt="2023-07-23T18:18:06.692" v="24" actId="20577"/>
          <ac:spMkLst>
            <pc:docMk/>
            <pc:sldMk cId="3588194236" sldId="315"/>
            <ac:spMk id="3" creationId="{8797E62F-9EFE-7982-AA44-CA6ED395C745}"/>
          </ac:spMkLst>
        </pc:spChg>
      </pc:sldChg>
      <pc:sldChg chg="modSp">
        <pc:chgData name="Jeff DeRemer" userId="a37f3d2d141577c5" providerId="Windows Live" clId="Web-{1D8C70B6-822F-45A3-9FA8-4D04D39FEA7F}" dt="2023-07-23T18:34:34.592" v="529" actId="20577"/>
        <pc:sldMkLst>
          <pc:docMk/>
          <pc:sldMk cId="3080211462" sldId="316"/>
        </pc:sldMkLst>
        <pc:spChg chg="mod">
          <ac:chgData name="Jeff DeRemer" userId="a37f3d2d141577c5" providerId="Windows Live" clId="Web-{1D8C70B6-822F-45A3-9FA8-4D04D39FEA7F}" dt="2023-07-23T18:34:34.592" v="529" actId="20577"/>
          <ac:spMkLst>
            <pc:docMk/>
            <pc:sldMk cId="3080211462" sldId="316"/>
            <ac:spMk id="3" creationId="{22CFC226-DC8E-64BB-56E7-EA99E3243D7F}"/>
          </ac:spMkLst>
        </pc:spChg>
      </pc:sldChg>
      <pc:sldChg chg="modSp">
        <pc:chgData name="Jeff DeRemer" userId="a37f3d2d141577c5" providerId="Windows Live" clId="Web-{1D8C70B6-822F-45A3-9FA8-4D04D39FEA7F}" dt="2023-07-23T18:53:09.509" v="952" actId="20577"/>
        <pc:sldMkLst>
          <pc:docMk/>
          <pc:sldMk cId="915020623" sldId="317"/>
        </pc:sldMkLst>
        <pc:spChg chg="mod">
          <ac:chgData name="Jeff DeRemer" userId="a37f3d2d141577c5" providerId="Windows Live" clId="Web-{1D8C70B6-822F-45A3-9FA8-4D04D39FEA7F}" dt="2023-07-23T18:53:09.509" v="952" actId="20577"/>
          <ac:spMkLst>
            <pc:docMk/>
            <pc:sldMk cId="915020623" sldId="317"/>
            <ac:spMk id="3" creationId="{594954C9-A707-69B0-D235-57E16BE68174}"/>
          </ac:spMkLst>
        </pc:spChg>
      </pc:sldChg>
      <pc:sldChg chg="new">
        <pc:chgData name="Jeff DeRemer" userId="a37f3d2d141577c5" providerId="Windows Live" clId="Web-{1D8C70B6-822F-45A3-9FA8-4D04D39FEA7F}" dt="2023-07-23T18:56:51.264" v="957"/>
        <pc:sldMkLst>
          <pc:docMk/>
          <pc:sldMk cId="1712350636" sldId="318"/>
        </pc:sldMkLst>
      </pc:sldChg>
    </pc:docChg>
  </pc:docChgLst>
  <pc:docChgLst>
    <pc:chgData name="Jeff DeRemer" userId="a37f3d2d141577c5" providerId="Windows Live" clId="Web-{B26B62FC-1869-4897-87A8-C4D70978CF54}"/>
    <pc:docChg chg="modSld sldOrd modSection">
      <pc:chgData name="Jeff DeRemer" userId="a37f3d2d141577c5" providerId="Windows Live" clId="Web-{B26B62FC-1869-4897-87A8-C4D70978CF54}" dt="2023-07-24T00:03:48.680" v="236" actId="20577"/>
      <pc:docMkLst>
        <pc:docMk/>
      </pc:docMkLst>
      <pc:sldChg chg="modSp">
        <pc:chgData name="Jeff DeRemer" userId="a37f3d2d141577c5" providerId="Windows Live" clId="Web-{B26B62FC-1869-4897-87A8-C4D70978CF54}" dt="2023-07-23T23:06:32.103" v="61" actId="20577"/>
        <pc:sldMkLst>
          <pc:docMk/>
          <pc:sldMk cId="1537062186" sldId="259"/>
        </pc:sldMkLst>
        <pc:spChg chg="mod">
          <ac:chgData name="Jeff DeRemer" userId="a37f3d2d141577c5" providerId="Windows Live" clId="Web-{B26B62FC-1869-4897-87A8-C4D70978CF54}" dt="2023-07-23T23:06:32.103" v="61" actId="20577"/>
          <ac:spMkLst>
            <pc:docMk/>
            <pc:sldMk cId="1537062186" sldId="259"/>
            <ac:spMk id="3" creationId="{C94EAD4E-0DEF-F3E3-2CD3-304D0D8776E8}"/>
          </ac:spMkLst>
        </pc:spChg>
      </pc:sldChg>
      <pc:sldChg chg="ord">
        <pc:chgData name="Jeff DeRemer" userId="a37f3d2d141577c5" providerId="Windows Live" clId="Web-{B26B62FC-1869-4897-87A8-C4D70978CF54}" dt="2023-07-23T23:25:23.738" v="101"/>
        <pc:sldMkLst>
          <pc:docMk/>
          <pc:sldMk cId="3800418244" sldId="260"/>
        </pc:sldMkLst>
      </pc:sldChg>
      <pc:sldChg chg="modSp">
        <pc:chgData name="Jeff DeRemer" userId="a37f3d2d141577c5" providerId="Windows Live" clId="Web-{B26B62FC-1869-4897-87A8-C4D70978CF54}" dt="2023-07-23T23:09:16.624" v="69" actId="20577"/>
        <pc:sldMkLst>
          <pc:docMk/>
          <pc:sldMk cId="1862461135" sldId="261"/>
        </pc:sldMkLst>
        <pc:spChg chg="mod">
          <ac:chgData name="Jeff DeRemer" userId="a37f3d2d141577c5" providerId="Windows Live" clId="Web-{B26B62FC-1869-4897-87A8-C4D70978CF54}" dt="2023-07-23T23:09:16.624" v="69" actId="20577"/>
          <ac:spMkLst>
            <pc:docMk/>
            <pc:sldMk cId="1862461135" sldId="261"/>
            <ac:spMk id="3" creationId="{4FA58D88-1C41-4DB8-50F5-C0148DF26DEC}"/>
          </ac:spMkLst>
        </pc:spChg>
      </pc:sldChg>
      <pc:sldChg chg="modSp ord">
        <pc:chgData name="Jeff DeRemer" userId="a37f3d2d141577c5" providerId="Windows Live" clId="Web-{B26B62FC-1869-4897-87A8-C4D70978CF54}" dt="2023-07-23T23:29:38.465" v="111"/>
        <pc:sldMkLst>
          <pc:docMk/>
          <pc:sldMk cId="750474985" sldId="262"/>
        </pc:sldMkLst>
        <pc:spChg chg="mod">
          <ac:chgData name="Jeff DeRemer" userId="a37f3d2d141577c5" providerId="Windows Live" clId="Web-{B26B62FC-1869-4897-87A8-C4D70978CF54}" dt="2023-07-23T23:24:27.704" v="96" actId="20577"/>
          <ac:spMkLst>
            <pc:docMk/>
            <pc:sldMk cId="750474985" sldId="262"/>
            <ac:spMk id="3" creationId="{429D0DB0-413D-C8AB-1A23-F9C01F950E4C}"/>
          </ac:spMkLst>
        </pc:spChg>
      </pc:sldChg>
      <pc:sldChg chg="ord">
        <pc:chgData name="Jeff DeRemer" userId="a37f3d2d141577c5" providerId="Windows Live" clId="Web-{B26B62FC-1869-4897-87A8-C4D70978CF54}" dt="2023-07-23T23:38:37.546" v="124"/>
        <pc:sldMkLst>
          <pc:docMk/>
          <pc:sldMk cId="3059359370" sldId="268"/>
        </pc:sldMkLst>
      </pc:sldChg>
      <pc:sldChg chg="modSp">
        <pc:chgData name="Jeff DeRemer" userId="a37f3d2d141577c5" providerId="Windows Live" clId="Web-{B26B62FC-1869-4897-87A8-C4D70978CF54}" dt="2023-07-23T23:30:34.545" v="113" actId="20577"/>
        <pc:sldMkLst>
          <pc:docMk/>
          <pc:sldMk cId="4291219111" sldId="269"/>
        </pc:sldMkLst>
        <pc:spChg chg="mod">
          <ac:chgData name="Jeff DeRemer" userId="a37f3d2d141577c5" providerId="Windows Live" clId="Web-{B26B62FC-1869-4897-87A8-C4D70978CF54}" dt="2023-07-23T23:30:34.545" v="113" actId="20577"/>
          <ac:spMkLst>
            <pc:docMk/>
            <pc:sldMk cId="4291219111" sldId="269"/>
            <ac:spMk id="2" creationId="{9247A437-3EC2-47AD-0CB0-00EE5C7560CD}"/>
          </ac:spMkLst>
        </pc:spChg>
      </pc:sldChg>
      <pc:sldChg chg="modSp ord">
        <pc:chgData name="Jeff DeRemer" userId="a37f3d2d141577c5" providerId="Windows Live" clId="Web-{B26B62FC-1869-4897-87A8-C4D70978CF54}" dt="2023-07-23T23:25:05.924" v="98"/>
        <pc:sldMkLst>
          <pc:docMk/>
          <pc:sldMk cId="3628189326" sldId="270"/>
        </pc:sldMkLst>
        <pc:spChg chg="mod">
          <ac:chgData name="Jeff DeRemer" userId="a37f3d2d141577c5" providerId="Windows Live" clId="Web-{B26B62FC-1869-4897-87A8-C4D70978CF54}" dt="2023-07-23T23:14:35.963" v="72" actId="20577"/>
          <ac:spMkLst>
            <pc:docMk/>
            <pc:sldMk cId="3628189326" sldId="270"/>
            <ac:spMk id="2" creationId="{9DB831FD-D532-CC05-3979-A33DE6AA6F6E}"/>
          </ac:spMkLst>
        </pc:spChg>
      </pc:sldChg>
      <pc:sldChg chg="modSp">
        <pc:chgData name="Jeff DeRemer" userId="a37f3d2d141577c5" providerId="Windows Live" clId="Web-{B26B62FC-1869-4897-87A8-C4D70978CF54}" dt="2023-07-23T23:45:23.185" v="147" actId="20577"/>
        <pc:sldMkLst>
          <pc:docMk/>
          <pc:sldMk cId="1966568967" sldId="273"/>
        </pc:sldMkLst>
        <pc:spChg chg="mod">
          <ac:chgData name="Jeff DeRemer" userId="a37f3d2d141577c5" providerId="Windows Live" clId="Web-{B26B62FC-1869-4897-87A8-C4D70978CF54}" dt="2023-07-23T23:45:23.185" v="147" actId="20577"/>
          <ac:spMkLst>
            <pc:docMk/>
            <pc:sldMk cId="1966568967" sldId="273"/>
            <ac:spMk id="2" creationId="{C4C77302-4BF8-065B-0985-42ED6C4A094E}"/>
          </ac:spMkLst>
        </pc:spChg>
      </pc:sldChg>
      <pc:sldChg chg="modSp">
        <pc:chgData name="Jeff DeRemer" userId="a37f3d2d141577c5" providerId="Windows Live" clId="Web-{B26B62FC-1869-4897-87A8-C4D70978CF54}" dt="2023-07-23T23:48:23.050" v="166" actId="20577"/>
        <pc:sldMkLst>
          <pc:docMk/>
          <pc:sldMk cId="517718756" sldId="274"/>
        </pc:sldMkLst>
        <pc:spChg chg="mod">
          <ac:chgData name="Jeff DeRemer" userId="a37f3d2d141577c5" providerId="Windows Live" clId="Web-{B26B62FC-1869-4897-87A8-C4D70978CF54}" dt="2023-07-23T23:45:37.248" v="149" actId="20577"/>
          <ac:spMkLst>
            <pc:docMk/>
            <pc:sldMk cId="517718756" sldId="274"/>
            <ac:spMk id="2" creationId="{DA44FD8D-74EE-A547-A9C3-112CE6388BDC}"/>
          </ac:spMkLst>
        </pc:spChg>
        <pc:spChg chg="mod">
          <ac:chgData name="Jeff DeRemer" userId="a37f3d2d141577c5" providerId="Windows Live" clId="Web-{B26B62FC-1869-4897-87A8-C4D70978CF54}" dt="2023-07-23T23:48:23.050" v="166" actId="20577"/>
          <ac:spMkLst>
            <pc:docMk/>
            <pc:sldMk cId="517718756" sldId="274"/>
            <ac:spMk id="3" creationId="{36AB1BDB-E2A1-4202-92E8-6D3885AAD11B}"/>
          </ac:spMkLst>
        </pc:spChg>
      </pc:sldChg>
      <pc:sldChg chg="modSp">
        <pc:chgData name="Jeff DeRemer" userId="a37f3d2d141577c5" providerId="Windows Live" clId="Web-{B26B62FC-1869-4897-87A8-C4D70978CF54}" dt="2023-07-23T23:50:19.445" v="185" actId="20577"/>
        <pc:sldMkLst>
          <pc:docMk/>
          <pc:sldMk cId="2990784307" sldId="277"/>
        </pc:sldMkLst>
        <pc:spChg chg="mod">
          <ac:chgData name="Jeff DeRemer" userId="a37f3d2d141577c5" providerId="Windows Live" clId="Web-{B26B62FC-1869-4897-87A8-C4D70978CF54}" dt="2023-07-23T23:50:19.445" v="185" actId="20577"/>
          <ac:spMkLst>
            <pc:docMk/>
            <pc:sldMk cId="2990784307" sldId="277"/>
            <ac:spMk id="3" creationId="{8505100E-6EFE-B8B7-5E92-053F23902331}"/>
          </ac:spMkLst>
        </pc:spChg>
      </pc:sldChg>
      <pc:sldChg chg="modSp ord">
        <pc:chgData name="Jeff DeRemer" userId="a37f3d2d141577c5" providerId="Windows Live" clId="Web-{B26B62FC-1869-4897-87A8-C4D70978CF54}" dt="2023-07-24T00:00:11.795" v="232"/>
        <pc:sldMkLst>
          <pc:docMk/>
          <pc:sldMk cId="3744251568" sldId="278"/>
        </pc:sldMkLst>
        <pc:spChg chg="mod">
          <ac:chgData name="Jeff DeRemer" userId="a37f3d2d141577c5" providerId="Windows Live" clId="Web-{B26B62FC-1869-4897-87A8-C4D70978CF54}" dt="2023-07-23T23:51:15.087" v="192" actId="20577"/>
          <ac:spMkLst>
            <pc:docMk/>
            <pc:sldMk cId="3744251568" sldId="278"/>
            <ac:spMk id="3" creationId="{FB490085-442A-F459-46C4-DE49E5A3B707}"/>
          </ac:spMkLst>
        </pc:spChg>
      </pc:sldChg>
      <pc:sldChg chg="modSp">
        <pc:chgData name="Jeff DeRemer" userId="a37f3d2d141577c5" providerId="Windows Live" clId="Web-{B26B62FC-1869-4897-87A8-C4D70978CF54}" dt="2023-07-23T23:53:55.968" v="208" actId="20577"/>
        <pc:sldMkLst>
          <pc:docMk/>
          <pc:sldMk cId="3982399502" sldId="279"/>
        </pc:sldMkLst>
        <pc:spChg chg="mod">
          <ac:chgData name="Jeff DeRemer" userId="a37f3d2d141577c5" providerId="Windows Live" clId="Web-{B26B62FC-1869-4897-87A8-C4D70978CF54}" dt="2023-07-23T23:53:55.968" v="208" actId="20577"/>
          <ac:spMkLst>
            <pc:docMk/>
            <pc:sldMk cId="3982399502" sldId="279"/>
            <ac:spMk id="3" creationId="{E9946A79-B7B2-74E9-63F9-ED6A04F68C26}"/>
          </ac:spMkLst>
        </pc:spChg>
      </pc:sldChg>
      <pc:sldChg chg="modSp">
        <pc:chgData name="Jeff DeRemer" userId="a37f3d2d141577c5" providerId="Windows Live" clId="Web-{B26B62FC-1869-4897-87A8-C4D70978CF54}" dt="2023-07-24T00:00:24.717" v="234" actId="20577"/>
        <pc:sldMkLst>
          <pc:docMk/>
          <pc:sldMk cId="2746935985" sldId="280"/>
        </pc:sldMkLst>
        <pc:spChg chg="mod">
          <ac:chgData name="Jeff DeRemer" userId="a37f3d2d141577c5" providerId="Windows Live" clId="Web-{B26B62FC-1869-4897-87A8-C4D70978CF54}" dt="2023-07-24T00:00:24.717" v="234" actId="20577"/>
          <ac:spMkLst>
            <pc:docMk/>
            <pc:sldMk cId="2746935985" sldId="280"/>
            <ac:spMk id="3" creationId="{2CC19F36-1038-F57E-91F2-B8DE49592B97}"/>
          </ac:spMkLst>
        </pc:spChg>
      </pc:sldChg>
      <pc:sldChg chg="modSp">
        <pc:chgData name="Jeff DeRemer" userId="a37f3d2d141577c5" providerId="Windows Live" clId="Web-{B26B62FC-1869-4897-87A8-C4D70978CF54}" dt="2023-07-23T23:33:16.144" v="118" actId="20577"/>
        <pc:sldMkLst>
          <pc:docMk/>
          <pc:sldMk cId="1861732289" sldId="283"/>
        </pc:sldMkLst>
        <pc:spChg chg="mod">
          <ac:chgData name="Jeff DeRemer" userId="a37f3d2d141577c5" providerId="Windows Live" clId="Web-{B26B62FC-1869-4897-87A8-C4D70978CF54}" dt="2023-07-23T23:33:16.144" v="118" actId="20577"/>
          <ac:spMkLst>
            <pc:docMk/>
            <pc:sldMk cId="1861732289" sldId="283"/>
            <ac:spMk id="3" creationId="{A4DD8A52-93C3-307C-94F8-99CD4F67B3B0}"/>
          </ac:spMkLst>
        </pc:spChg>
      </pc:sldChg>
      <pc:sldChg chg="modSp">
        <pc:chgData name="Jeff DeRemer" userId="a37f3d2d141577c5" providerId="Windows Live" clId="Web-{B26B62FC-1869-4897-87A8-C4D70978CF54}" dt="2023-07-23T23:17:30.922" v="74" actId="20577"/>
        <pc:sldMkLst>
          <pc:docMk/>
          <pc:sldMk cId="2771794891" sldId="286"/>
        </pc:sldMkLst>
        <pc:spChg chg="mod">
          <ac:chgData name="Jeff DeRemer" userId="a37f3d2d141577c5" providerId="Windows Live" clId="Web-{B26B62FC-1869-4897-87A8-C4D70978CF54}" dt="2023-07-23T23:17:30.922" v="74" actId="20577"/>
          <ac:spMkLst>
            <pc:docMk/>
            <pc:sldMk cId="2771794891" sldId="286"/>
            <ac:spMk id="3" creationId="{E43A48AF-984B-687B-AB99-A4749E13FE18}"/>
          </ac:spMkLst>
        </pc:spChg>
      </pc:sldChg>
      <pc:sldChg chg="modSp">
        <pc:chgData name="Jeff DeRemer" userId="a37f3d2d141577c5" providerId="Windows Live" clId="Web-{B26B62FC-1869-4897-87A8-C4D70978CF54}" dt="2023-07-23T23:00:59.357" v="1" actId="20577"/>
        <pc:sldMkLst>
          <pc:docMk/>
          <pc:sldMk cId="4076531934" sldId="290"/>
        </pc:sldMkLst>
        <pc:spChg chg="mod">
          <ac:chgData name="Jeff DeRemer" userId="a37f3d2d141577c5" providerId="Windows Live" clId="Web-{B26B62FC-1869-4897-87A8-C4D70978CF54}" dt="2023-07-23T23:00:59.357" v="1" actId="20577"/>
          <ac:spMkLst>
            <pc:docMk/>
            <pc:sldMk cId="4076531934" sldId="290"/>
            <ac:spMk id="3" creationId="{960B53B4-EA2F-EDEB-811E-08923203A428}"/>
          </ac:spMkLst>
        </pc:spChg>
      </pc:sldChg>
      <pc:sldChg chg="modSp ord">
        <pc:chgData name="Jeff DeRemer" userId="a37f3d2d141577c5" providerId="Windows Live" clId="Web-{B26B62FC-1869-4897-87A8-C4D70978CF54}" dt="2023-07-23T23:28:17.493" v="108" actId="20577"/>
        <pc:sldMkLst>
          <pc:docMk/>
          <pc:sldMk cId="117291877" sldId="291"/>
        </pc:sldMkLst>
        <pc:spChg chg="mod">
          <ac:chgData name="Jeff DeRemer" userId="a37f3d2d141577c5" providerId="Windows Live" clId="Web-{B26B62FC-1869-4897-87A8-C4D70978CF54}" dt="2023-07-23T23:28:17.493" v="108" actId="20577"/>
          <ac:spMkLst>
            <pc:docMk/>
            <pc:sldMk cId="117291877" sldId="291"/>
            <ac:spMk id="2" creationId="{7C7FA624-06C1-58CB-6EBF-6A6E06B55AA5}"/>
          </ac:spMkLst>
        </pc:spChg>
      </pc:sldChg>
      <pc:sldChg chg="ord">
        <pc:chgData name="Jeff DeRemer" userId="a37f3d2d141577c5" providerId="Windows Live" clId="Web-{B26B62FC-1869-4897-87A8-C4D70978CF54}" dt="2023-07-23T23:29:23.511" v="109"/>
        <pc:sldMkLst>
          <pc:docMk/>
          <pc:sldMk cId="3056689765" sldId="293"/>
        </pc:sldMkLst>
      </pc:sldChg>
      <pc:sldChg chg="modSp">
        <pc:chgData name="Jeff DeRemer" userId="a37f3d2d141577c5" providerId="Windows Live" clId="Web-{B26B62FC-1869-4897-87A8-C4D70978CF54}" dt="2023-07-23T23:30:30.310" v="112" actId="20577"/>
        <pc:sldMkLst>
          <pc:docMk/>
          <pc:sldMk cId="2373186645" sldId="294"/>
        </pc:sldMkLst>
        <pc:spChg chg="mod">
          <ac:chgData name="Jeff DeRemer" userId="a37f3d2d141577c5" providerId="Windows Live" clId="Web-{B26B62FC-1869-4897-87A8-C4D70978CF54}" dt="2023-07-23T23:30:30.310" v="112" actId="20577"/>
          <ac:spMkLst>
            <pc:docMk/>
            <pc:sldMk cId="2373186645" sldId="294"/>
            <ac:spMk id="2" creationId="{B2222F7C-0144-814E-2BAD-01A1646151D4}"/>
          </ac:spMkLst>
        </pc:spChg>
      </pc:sldChg>
      <pc:sldChg chg="modSp">
        <pc:chgData name="Jeff DeRemer" userId="a37f3d2d141577c5" providerId="Windows Live" clId="Web-{B26B62FC-1869-4897-87A8-C4D70978CF54}" dt="2023-07-23T23:34:45.132" v="122" actId="20577"/>
        <pc:sldMkLst>
          <pc:docMk/>
          <pc:sldMk cId="3916907533" sldId="297"/>
        </pc:sldMkLst>
        <pc:spChg chg="mod">
          <ac:chgData name="Jeff DeRemer" userId="a37f3d2d141577c5" providerId="Windows Live" clId="Web-{B26B62FC-1869-4897-87A8-C4D70978CF54}" dt="2023-07-23T23:34:45.132" v="122" actId="20577"/>
          <ac:spMkLst>
            <pc:docMk/>
            <pc:sldMk cId="3916907533" sldId="297"/>
            <ac:spMk id="3" creationId="{44445D3B-2A71-A9CA-450D-9A629D66162C}"/>
          </ac:spMkLst>
        </pc:spChg>
      </pc:sldChg>
      <pc:sldChg chg="modSp ord">
        <pc:chgData name="Jeff DeRemer" userId="a37f3d2d141577c5" providerId="Windows Live" clId="Web-{B26B62FC-1869-4897-87A8-C4D70978CF54}" dt="2023-07-23T23:27:59.977" v="104" actId="20577"/>
        <pc:sldMkLst>
          <pc:docMk/>
          <pc:sldMk cId="4013399894" sldId="298"/>
        </pc:sldMkLst>
        <pc:spChg chg="mod">
          <ac:chgData name="Jeff DeRemer" userId="a37f3d2d141577c5" providerId="Windows Live" clId="Web-{B26B62FC-1869-4897-87A8-C4D70978CF54}" dt="2023-07-23T23:27:59.977" v="104" actId="20577"/>
          <ac:spMkLst>
            <pc:docMk/>
            <pc:sldMk cId="4013399894" sldId="298"/>
            <ac:spMk id="2" creationId="{9FC04FDF-F6C6-A102-AAE8-320D1538DF86}"/>
          </ac:spMkLst>
        </pc:spChg>
      </pc:sldChg>
      <pc:sldChg chg="modSp">
        <pc:chgData name="Jeff DeRemer" userId="a37f3d2d141577c5" providerId="Windows Live" clId="Web-{B26B62FC-1869-4897-87A8-C4D70978CF54}" dt="2023-07-23T23:54:14.062" v="214" actId="20577"/>
        <pc:sldMkLst>
          <pc:docMk/>
          <pc:sldMk cId="586689482" sldId="300"/>
        </pc:sldMkLst>
        <pc:spChg chg="mod">
          <ac:chgData name="Jeff DeRemer" userId="a37f3d2d141577c5" providerId="Windows Live" clId="Web-{B26B62FC-1869-4897-87A8-C4D70978CF54}" dt="2023-07-23T23:54:14.062" v="214" actId="20577"/>
          <ac:spMkLst>
            <pc:docMk/>
            <pc:sldMk cId="586689482" sldId="300"/>
            <ac:spMk id="2" creationId="{E396FD66-0FAC-C93C-0BC0-9B32126BDF21}"/>
          </ac:spMkLst>
        </pc:spChg>
      </pc:sldChg>
      <pc:sldChg chg="modSp">
        <pc:chgData name="Jeff DeRemer" userId="a37f3d2d141577c5" providerId="Windows Live" clId="Web-{B26B62FC-1869-4897-87A8-C4D70978CF54}" dt="2023-07-23T23:42:07.506" v="129" actId="20577"/>
        <pc:sldMkLst>
          <pc:docMk/>
          <pc:sldMk cId="1935756779" sldId="305"/>
        </pc:sldMkLst>
        <pc:spChg chg="mod">
          <ac:chgData name="Jeff DeRemer" userId="a37f3d2d141577c5" providerId="Windows Live" clId="Web-{B26B62FC-1869-4897-87A8-C4D70978CF54}" dt="2023-07-23T23:42:07.506" v="129" actId="20577"/>
          <ac:spMkLst>
            <pc:docMk/>
            <pc:sldMk cId="1935756779" sldId="305"/>
            <ac:spMk id="2" creationId="{3ACE7FED-C200-7B67-3E02-882BF64E67DD}"/>
          </ac:spMkLst>
        </pc:spChg>
      </pc:sldChg>
      <pc:sldChg chg="modSp">
        <pc:chgData name="Jeff DeRemer" userId="a37f3d2d141577c5" providerId="Windows Live" clId="Web-{B26B62FC-1869-4897-87A8-C4D70978CF54}" dt="2023-07-23T23:31:34.516" v="114" actId="20577"/>
        <pc:sldMkLst>
          <pc:docMk/>
          <pc:sldMk cId="1173428035" sldId="308"/>
        </pc:sldMkLst>
        <pc:spChg chg="mod">
          <ac:chgData name="Jeff DeRemer" userId="a37f3d2d141577c5" providerId="Windows Live" clId="Web-{B26B62FC-1869-4897-87A8-C4D70978CF54}" dt="2023-07-23T23:31:34.516" v="114" actId="20577"/>
          <ac:spMkLst>
            <pc:docMk/>
            <pc:sldMk cId="1173428035" sldId="308"/>
            <ac:spMk id="2" creationId="{7905709C-0522-4331-5D4F-CCBE2BEF0D9D}"/>
          </ac:spMkLst>
        </pc:spChg>
      </pc:sldChg>
      <pc:sldChg chg="modSp">
        <pc:chgData name="Jeff DeRemer" userId="a37f3d2d141577c5" providerId="Windows Live" clId="Web-{B26B62FC-1869-4897-87A8-C4D70978CF54}" dt="2023-07-23T23:01:46.328" v="5" actId="20577"/>
        <pc:sldMkLst>
          <pc:docMk/>
          <pc:sldMk cId="3630277452" sldId="309"/>
        </pc:sldMkLst>
        <pc:spChg chg="mod">
          <ac:chgData name="Jeff DeRemer" userId="a37f3d2d141577c5" providerId="Windows Live" clId="Web-{B26B62FC-1869-4897-87A8-C4D70978CF54}" dt="2023-07-23T23:01:46.328" v="5" actId="20577"/>
          <ac:spMkLst>
            <pc:docMk/>
            <pc:sldMk cId="3630277452" sldId="309"/>
            <ac:spMk id="3" creationId="{667CAB59-D103-80B2-8972-BA950EE5CE80}"/>
          </ac:spMkLst>
        </pc:spChg>
      </pc:sldChg>
      <pc:sldChg chg="modSp">
        <pc:chgData name="Jeff DeRemer" userId="a37f3d2d141577c5" providerId="Windows Live" clId="Web-{B26B62FC-1869-4897-87A8-C4D70978CF54}" dt="2023-07-24T00:03:48.680" v="236" actId="20577"/>
        <pc:sldMkLst>
          <pc:docMk/>
          <pc:sldMk cId="3904009533" sldId="313"/>
        </pc:sldMkLst>
        <pc:spChg chg="mod">
          <ac:chgData name="Jeff DeRemer" userId="a37f3d2d141577c5" providerId="Windows Live" clId="Web-{B26B62FC-1869-4897-87A8-C4D70978CF54}" dt="2023-07-24T00:03:48.680" v="236" actId="20577"/>
          <ac:spMkLst>
            <pc:docMk/>
            <pc:sldMk cId="3904009533" sldId="313"/>
            <ac:spMk id="3" creationId="{2B48F1B9-BE18-2779-9783-44A7FC8F6204}"/>
          </ac:spMkLst>
        </pc:spChg>
      </pc:sldChg>
      <pc:sldChg chg="modSp">
        <pc:chgData name="Jeff DeRemer" userId="a37f3d2d141577c5" providerId="Windows Live" clId="Web-{B26B62FC-1869-4897-87A8-C4D70978CF54}" dt="2023-07-23T23:34:16.349" v="120" actId="20577"/>
        <pc:sldMkLst>
          <pc:docMk/>
          <pc:sldMk cId="588049691" sldId="314"/>
        </pc:sldMkLst>
        <pc:spChg chg="mod">
          <ac:chgData name="Jeff DeRemer" userId="a37f3d2d141577c5" providerId="Windows Live" clId="Web-{B26B62FC-1869-4897-87A8-C4D70978CF54}" dt="2023-07-23T23:34:16.349" v="120" actId="20577"/>
          <ac:spMkLst>
            <pc:docMk/>
            <pc:sldMk cId="588049691" sldId="314"/>
            <ac:spMk id="2" creationId="{155F2CC8-9572-2144-062B-FABFE70C4A2C}"/>
          </ac:spMkLst>
        </pc:spChg>
      </pc:sldChg>
      <pc:sldChg chg="modSp">
        <pc:chgData name="Jeff DeRemer" userId="a37f3d2d141577c5" providerId="Windows Live" clId="Web-{B26B62FC-1869-4897-87A8-C4D70978CF54}" dt="2023-07-23T23:44:27.323" v="144" actId="20577"/>
        <pc:sldMkLst>
          <pc:docMk/>
          <pc:sldMk cId="3080211462" sldId="316"/>
        </pc:sldMkLst>
        <pc:spChg chg="mod">
          <ac:chgData name="Jeff DeRemer" userId="a37f3d2d141577c5" providerId="Windows Live" clId="Web-{B26B62FC-1869-4897-87A8-C4D70978CF54}" dt="2023-07-23T23:44:27.323" v="144" actId="20577"/>
          <ac:spMkLst>
            <pc:docMk/>
            <pc:sldMk cId="3080211462" sldId="316"/>
            <ac:spMk id="3" creationId="{22CFC226-DC8E-64BB-56E7-EA99E3243D7F}"/>
          </ac:spMkLst>
        </pc:spChg>
      </pc:sldChg>
    </pc:docChg>
  </pc:docChgLst>
  <pc:docChgLst>
    <pc:chgData name="Jeff DeRemer" userId="a37f3d2d141577c5" providerId="Windows Live" clId="Web-{437F9473-31E1-4FC1-A591-DF6B779AC242}"/>
    <pc:docChg chg="addSld modSld sldOrd modSection">
      <pc:chgData name="Jeff DeRemer" userId="a37f3d2d141577c5" providerId="Windows Live" clId="Web-{437F9473-31E1-4FC1-A591-DF6B779AC242}" dt="2023-09-01T19:08:34.063" v="131" actId="20577"/>
      <pc:docMkLst>
        <pc:docMk/>
      </pc:docMkLst>
      <pc:sldChg chg="modSp">
        <pc:chgData name="Jeff DeRemer" userId="a37f3d2d141577c5" providerId="Windows Live" clId="Web-{437F9473-31E1-4FC1-A591-DF6B779AC242}" dt="2023-09-01T18:45:14.849" v="37" actId="20577"/>
        <pc:sldMkLst>
          <pc:docMk/>
          <pc:sldMk cId="3204198918" sldId="258"/>
        </pc:sldMkLst>
        <pc:spChg chg="mod">
          <ac:chgData name="Jeff DeRemer" userId="a37f3d2d141577c5" providerId="Windows Live" clId="Web-{437F9473-31E1-4FC1-A591-DF6B779AC242}" dt="2023-09-01T18:45:14.849" v="37" actId="20577"/>
          <ac:spMkLst>
            <pc:docMk/>
            <pc:sldMk cId="3204198918" sldId="258"/>
            <ac:spMk id="3" creationId="{B6C27F68-3CFD-F860-DC38-DB6A07A7E802}"/>
          </ac:spMkLst>
        </pc:spChg>
      </pc:sldChg>
      <pc:sldChg chg="modSp ord">
        <pc:chgData name="Jeff DeRemer" userId="a37f3d2d141577c5" providerId="Windows Live" clId="Web-{437F9473-31E1-4FC1-A591-DF6B779AC242}" dt="2023-09-01T18:56:35.541" v="50" actId="1076"/>
        <pc:sldMkLst>
          <pc:docMk/>
          <pc:sldMk cId="1862461135" sldId="261"/>
        </pc:sldMkLst>
        <pc:spChg chg="mod">
          <ac:chgData name="Jeff DeRemer" userId="a37f3d2d141577c5" providerId="Windows Live" clId="Web-{437F9473-31E1-4FC1-A591-DF6B779AC242}" dt="2023-09-01T18:56:35.541" v="50" actId="1076"/>
          <ac:spMkLst>
            <pc:docMk/>
            <pc:sldMk cId="1862461135" sldId="261"/>
            <ac:spMk id="2" creationId="{3C0A472B-B6FE-1E36-BAAA-CEFDE0D6E812}"/>
          </ac:spMkLst>
        </pc:spChg>
      </pc:sldChg>
      <pc:sldChg chg="modSp">
        <pc:chgData name="Jeff DeRemer" userId="a37f3d2d141577c5" providerId="Windows Live" clId="Web-{437F9473-31E1-4FC1-A591-DF6B779AC242}" dt="2023-09-01T19:07:49.155" v="126" actId="20577"/>
        <pc:sldMkLst>
          <pc:docMk/>
          <pc:sldMk cId="204965760" sldId="282"/>
        </pc:sldMkLst>
        <pc:spChg chg="mod">
          <ac:chgData name="Jeff DeRemer" userId="a37f3d2d141577c5" providerId="Windows Live" clId="Web-{437F9473-31E1-4FC1-A591-DF6B779AC242}" dt="2023-09-01T19:07:49.155" v="126" actId="20577"/>
          <ac:spMkLst>
            <pc:docMk/>
            <pc:sldMk cId="204965760" sldId="282"/>
            <ac:spMk id="3" creationId="{214B1D8D-63BD-DD0B-C0F5-8839FC6374EC}"/>
          </ac:spMkLst>
        </pc:spChg>
      </pc:sldChg>
      <pc:sldChg chg="modSp">
        <pc:chgData name="Jeff DeRemer" userId="a37f3d2d141577c5" providerId="Windows Live" clId="Web-{437F9473-31E1-4FC1-A591-DF6B779AC242}" dt="2023-09-01T18:53:35.302" v="40" actId="20577"/>
        <pc:sldMkLst>
          <pc:docMk/>
          <pc:sldMk cId="3257431584" sldId="296"/>
        </pc:sldMkLst>
        <pc:spChg chg="mod">
          <ac:chgData name="Jeff DeRemer" userId="a37f3d2d141577c5" providerId="Windows Live" clId="Web-{437F9473-31E1-4FC1-A591-DF6B779AC242}" dt="2023-09-01T18:53:35.302" v="40" actId="20577"/>
          <ac:spMkLst>
            <pc:docMk/>
            <pc:sldMk cId="3257431584" sldId="296"/>
            <ac:spMk id="3" creationId="{796CF47D-9B0B-ECCF-6644-4B8820451995}"/>
          </ac:spMkLst>
        </pc:spChg>
      </pc:sldChg>
      <pc:sldChg chg="modSp">
        <pc:chgData name="Jeff DeRemer" userId="a37f3d2d141577c5" providerId="Windows Live" clId="Web-{437F9473-31E1-4FC1-A591-DF6B779AC242}" dt="2023-09-01T18:44:54.380" v="34" actId="20577"/>
        <pc:sldMkLst>
          <pc:docMk/>
          <pc:sldMk cId="2940824636" sldId="310"/>
        </pc:sldMkLst>
        <pc:spChg chg="mod">
          <ac:chgData name="Jeff DeRemer" userId="a37f3d2d141577c5" providerId="Windows Live" clId="Web-{437F9473-31E1-4FC1-A591-DF6B779AC242}" dt="2023-09-01T18:44:54.380" v="34" actId="20577"/>
          <ac:spMkLst>
            <pc:docMk/>
            <pc:sldMk cId="2940824636" sldId="310"/>
            <ac:spMk id="3" creationId="{1E27FDFE-7CD7-2DFC-2F94-D0819ECC8141}"/>
          </ac:spMkLst>
        </pc:spChg>
      </pc:sldChg>
      <pc:sldChg chg="modSp new">
        <pc:chgData name="Jeff DeRemer" userId="a37f3d2d141577c5" providerId="Windows Live" clId="Web-{437F9473-31E1-4FC1-A591-DF6B779AC242}" dt="2023-09-01T19:08:34.063" v="131" actId="20577"/>
        <pc:sldMkLst>
          <pc:docMk/>
          <pc:sldMk cId="2417779818" sldId="319"/>
        </pc:sldMkLst>
        <pc:spChg chg="mod">
          <ac:chgData name="Jeff DeRemer" userId="a37f3d2d141577c5" providerId="Windows Live" clId="Web-{437F9473-31E1-4FC1-A591-DF6B779AC242}" dt="2023-09-01T18:57:07.870" v="53" actId="20577"/>
          <ac:spMkLst>
            <pc:docMk/>
            <pc:sldMk cId="2417779818" sldId="319"/>
            <ac:spMk id="2" creationId="{470EF524-55BF-DBF8-4D80-571128347465}"/>
          </ac:spMkLst>
        </pc:spChg>
        <pc:spChg chg="mod">
          <ac:chgData name="Jeff DeRemer" userId="a37f3d2d141577c5" providerId="Windows Live" clId="Web-{437F9473-31E1-4FC1-A591-DF6B779AC242}" dt="2023-09-01T19:08:34.063" v="131" actId="20577"/>
          <ac:spMkLst>
            <pc:docMk/>
            <pc:sldMk cId="2417779818" sldId="319"/>
            <ac:spMk id="3" creationId="{12EED0E7-EAC5-B55A-2374-3C8714688BAE}"/>
          </ac:spMkLst>
        </pc:spChg>
      </pc:sldChg>
    </pc:docChg>
  </pc:docChgLst>
  <pc:docChgLst>
    <pc:chgData name="Jeff DeRemer" userId="a37f3d2d141577c5" providerId="Windows Live" clId="Web-{84FDC6C0-EB0C-48F3-B9B4-1D7FAE88DCC6}"/>
    <pc:docChg chg="delSld modSld sldOrd modSection">
      <pc:chgData name="Jeff DeRemer" userId="a37f3d2d141577c5" providerId="Windows Live" clId="Web-{84FDC6C0-EB0C-48F3-B9B4-1D7FAE88DCC6}" dt="2023-07-27T18:54:37.885" v="426" actId="20577"/>
      <pc:docMkLst>
        <pc:docMk/>
      </pc:docMkLst>
      <pc:sldChg chg="modSp">
        <pc:chgData name="Jeff DeRemer" userId="a37f3d2d141577c5" providerId="Windows Live" clId="Web-{84FDC6C0-EB0C-48F3-B9B4-1D7FAE88DCC6}" dt="2023-07-27T18:15:51.435" v="163" actId="20577"/>
        <pc:sldMkLst>
          <pc:docMk/>
          <pc:sldMk cId="436497126" sldId="257"/>
        </pc:sldMkLst>
        <pc:spChg chg="mod">
          <ac:chgData name="Jeff DeRemer" userId="a37f3d2d141577c5" providerId="Windows Live" clId="Web-{84FDC6C0-EB0C-48F3-B9B4-1D7FAE88DCC6}" dt="2023-07-27T18:15:51.435" v="163" actId="20577"/>
          <ac:spMkLst>
            <pc:docMk/>
            <pc:sldMk cId="436497126" sldId="257"/>
            <ac:spMk id="3" creationId="{69F6AD24-2AA8-1769-5A4C-06990BD5C0B0}"/>
          </ac:spMkLst>
        </pc:spChg>
      </pc:sldChg>
      <pc:sldChg chg="modSp">
        <pc:chgData name="Jeff DeRemer" userId="a37f3d2d141577c5" providerId="Windows Live" clId="Web-{84FDC6C0-EB0C-48F3-B9B4-1D7FAE88DCC6}" dt="2023-07-27T18:17:04.500" v="168" actId="20577"/>
        <pc:sldMkLst>
          <pc:docMk/>
          <pc:sldMk cId="3204198918" sldId="258"/>
        </pc:sldMkLst>
        <pc:spChg chg="mod">
          <ac:chgData name="Jeff DeRemer" userId="a37f3d2d141577c5" providerId="Windows Live" clId="Web-{84FDC6C0-EB0C-48F3-B9B4-1D7FAE88DCC6}" dt="2023-07-27T18:17:04.500" v="168" actId="20577"/>
          <ac:spMkLst>
            <pc:docMk/>
            <pc:sldMk cId="3204198918" sldId="258"/>
            <ac:spMk id="3" creationId="{B6C27F68-3CFD-F860-DC38-DB6A07A7E802}"/>
          </ac:spMkLst>
        </pc:spChg>
      </pc:sldChg>
      <pc:sldChg chg="modSp">
        <pc:chgData name="Jeff DeRemer" userId="a37f3d2d141577c5" providerId="Windows Live" clId="Web-{84FDC6C0-EB0C-48F3-B9B4-1D7FAE88DCC6}" dt="2023-07-27T18:07:58.073" v="104" actId="20577"/>
        <pc:sldMkLst>
          <pc:docMk/>
          <pc:sldMk cId="1537062186" sldId="259"/>
        </pc:sldMkLst>
        <pc:spChg chg="mod">
          <ac:chgData name="Jeff DeRemer" userId="a37f3d2d141577c5" providerId="Windows Live" clId="Web-{84FDC6C0-EB0C-48F3-B9B4-1D7FAE88DCC6}" dt="2023-07-27T18:07:58.073" v="104" actId="20577"/>
          <ac:spMkLst>
            <pc:docMk/>
            <pc:sldMk cId="1537062186" sldId="259"/>
            <ac:spMk id="3" creationId="{C94EAD4E-0DEF-F3E3-2CD3-304D0D8776E8}"/>
          </ac:spMkLst>
        </pc:spChg>
      </pc:sldChg>
      <pc:sldChg chg="modSp">
        <pc:chgData name="Jeff DeRemer" userId="a37f3d2d141577c5" providerId="Windows Live" clId="Web-{84FDC6C0-EB0C-48F3-B9B4-1D7FAE88DCC6}" dt="2023-07-27T18:08:42.231" v="116" actId="20577"/>
        <pc:sldMkLst>
          <pc:docMk/>
          <pc:sldMk cId="3800418244" sldId="260"/>
        </pc:sldMkLst>
        <pc:spChg chg="mod">
          <ac:chgData name="Jeff DeRemer" userId="a37f3d2d141577c5" providerId="Windows Live" clId="Web-{84FDC6C0-EB0C-48F3-B9B4-1D7FAE88DCC6}" dt="2023-07-27T18:08:42.231" v="116" actId="20577"/>
          <ac:spMkLst>
            <pc:docMk/>
            <pc:sldMk cId="3800418244" sldId="260"/>
            <ac:spMk id="3" creationId="{0C5B5C69-3010-67FC-1E38-ECFAC33F0253}"/>
          </ac:spMkLst>
        </pc:spChg>
      </pc:sldChg>
      <pc:sldChg chg="modSp">
        <pc:chgData name="Jeff DeRemer" userId="a37f3d2d141577c5" providerId="Windows Live" clId="Web-{84FDC6C0-EB0C-48F3-B9B4-1D7FAE88DCC6}" dt="2023-07-27T18:15:40.091" v="157" actId="20577"/>
        <pc:sldMkLst>
          <pc:docMk/>
          <pc:sldMk cId="1862461135" sldId="261"/>
        </pc:sldMkLst>
        <pc:spChg chg="mod">
          <ac:chgData name="Jeff DeRemer" userId="a37f3d2d141577c5" providerId="Windows Live" clId="Web-{84FDC6C0-EB0C-48F3-B9B4-1D7FAE88DCC6}" dt="2023-07-27T18:15:40.091" v="157" actId="20577"/>
          <ac:spMkLst>
            <pc:docMk/>
            <pc:sldMk cId="1862461135" sldId="261"/>
            <ac:spMk id="3" creationId="{4FA58D88-1C41-4DB8-50F5-C0148DF26DEC}"/>
          </ac:spMkLst>
        </pc:spChg>
      </pc:sldChg>
      <pc:sldChg chg="modSp">
        <pc:chgData name="Jeff DeRemer" userId="a37f3d2d141577c5" providerId="Windows Live" clId="Web-{84FDC6C0-EB0C-48F3-B9B4-1D7FAE88DCC6}" dt="2023-07-27T18:22:15.809" v="242" actId="20577"/>
        <pc:sldMkLst>
          <pc:docMk/>
          <pc:sldMk cId="750474985" sldId="262"/>
        </pc:sldMkLst>
        <pc:spChg chg="mod">
          <ac:chgData name="Jeff DeRemer" userId="a37f3d2d141577c5" providerId="Windows Live" clId="Web-{84FDC6C0-EB0C-48F3-B9B4-1D7FAE88DCC6}" dt="2023-07-27T18:22:15.809" v="242" actId="20577"/>
          <ac:spMkLst>
            <pc:docMk/>
            <pc:sldMk cId="750474985" sldId="262"/>
            <ac:spMk id="3" creationId="{429D0DB0-413D-C8AB-1A23-F9C01F950E4C}"/>
          </ac:spMkLst>
        </pc:spChg>
      </pc:sldChg>
      <pc:sldChg chg="modSp">
        <pc:chgData name="Jeff DeRemer" userId="a37f3d2d141577c5" providerId="Windows Live" clId="Web-{84FDC6C0-EB0C-48F3-B9B4-1D7FAE88DCC6}" dt="2023-07-27T18:15:00.636" v="141" actId="20577"/>
        <pc:sldMkLst>
          <pc:docMk/>
          <pc:sldMk cId="1604463162" sldId="263"/>
        </pc:sldMkLst>
        <pc:spChg chg="mod">
          <ac:chgData name="Jeff DeRemer" userId="a37f3d2d141577c5" providerId="Windows Live" clId="Web-{84FDC6C0-EB0C-48F3-B9B4-1D7FAE88DCC6}" dt="2023-07-27T18:15:00.636" v="141" actId="20577"/>
          <ac:spMkLst>
            <pc:docMk/>
            <pc:sldMk cId="1604463162" sldId="263"/>
            <ac:spMk id="3" creationId="{FF35C628-9ED1-48A4-98A5-A82E3566925E}"/>
          </ac:spMkLst>
        </pc:spChg>
      </pc:sldChg>
      <pc:sldChg chg="modSp">
        <pc:chgData name="Jeff DeRemer" userId="a37f3d2d141577c5" providerId="Windows Live" clId="Web-{84FDC6C0-EB0C-48F3-B9B4-1D7FAE88DCC6}" dt="2023-07-27T18:22:56.076" v="252" actId="20577"/>
        <pc:sldMkLst>
          <pc:docMk/>
          <pc:sldMk cId="98002227" sldId="264"/>
        </pc:sldMkLst>
        <pc:spChg chg="mod">
          <ac:chgData name="Jeff DeRemer" userId="a37f3d2d141577c5" providerId="Windows Live" clId="Web-{84FDC6C0-EB0C-48F3-B9B4-1D7FAE88DCC6}" dt="2023-07-27T18:22:56.076" v="252" actId="20577"/>
          <ac:spMkLst>
            <pc:docMk/>
            <pc:sldMk cId="98002227" sldId="264"/>
            <ac:spMk id="3" creationId="{18544897-D0A9-DA82-41A4-10CBB57ECE59}"/>
          </ac:spMkLst>
        </pc:spChg>
      </pc:sldChg>
      <pc:sldChg chg="modSp">
        <pc:chgData name="Jeff DeRemer" userId="a37f3d2d141577c5" providerId="Windows Live" clId="Web-{84FDC6C0-EB0C-48F3-B9B4-1D7FAE88DCC6}" dt="2023-07-27T18:23:28.093" v="259" actId="20577"/>
        <pc:sldMkLst>
          <pc:docMk/>
          <pc:sldMk cId="4027165043" sldId="265"/>
        </pc:sldMkLst>
        <pc:spChg chg="mod">
          <ac:chgData name="Jeff DeRemer" userId="a37f3d2d141577c5" providerId="Windows Live" clId="Web-{84FDC6C0-EB0C-48F3-B9B4-1D7FAE88DCC6}" dt="2023-07-27T18:23:28.093" v="259" actId="20577"/>
          <ac:spMkLst>
            <pc:docMk/>
            <pc:sldMk cId="4027165043" sldId="265"/>
            <ac:spMk id="3" creationId="{4182CC16-3AE7-DF35-254E-91CD4D63E479}"/>
          </ac:spMkLst>
        </pc:spChg>
      </pc:sldChg>
      <pc:sldChg chg="modSp">
        <pc:chgData name="Jeff DeRemer" userId="a37f3d2d141577c5" providerId="Windows Live" clId="Web-{84FDC6C0-EB0C-48F3-B9B4-1D7FAE88DCC6}" dt="2023-07-27T18:30:02.499" v="326" actId="20577"/>
        <pc:sldMkLst>
          <pc:docMk/>
          <pc:sldMk cId="1052964133" sldId="266"/>
        </pc:sldMkLst>
        <pc:spChg chg="mod">
          <ac:chgData name="Jeff DeRemer" userId="a37f3d2d141577c5" providerId="Windows Live" clId="Web-{84FDC6C0-EB0C-48F3-B9B4-1D7FAE88DCC6}" dt="2023-07-27T18:30:02.499" v="326" actId="20577"/>
          <ac:spMkLst>
            <pc:docMk/>
            <pc:sldMk cId="1052964133" sldId="266"/>
            <ac:spMk id="3" creationId="{FB20C80A-234C-1B92-533C-D58FA0A04C61}"/>
          </ac:spMkLst>
        </pc:spChg>
      </pc:sldChg>
      <pc:sldChg chg="modSp">
        <pc:chgData name="Jeff DeRemer" userId="a37f3d2d141577c5" providerId="Windows Live" clId="Web-{84FDC6C0-EB0C-48F3-B9B4-1D7FAE88DCC6}" dt="2023-07-27T18:38:23.597" v="365" actId="20577"/>
        <pc:sldMkLst>
          <pc:docMk/>
          <pc:sldMk cId="1079600738" sldId="267"/>
        </pc:sldMkLst>
        <pc:spChg chg="mod">
          <ac:chgData name="Jeff DeRemer" userId="a37f3d2d141577c5" providerId="Windows Live" clId="Web-{84FDC6C0-EB0C-48F3-B9B4-1D7FAE88DCC6}" dt="2023-07-27T18:38:23.597" v="365" actId="20577"/>
          <ac:spMkLst>
            <pc:docMk/>
            <pc:sldMk cId="1079600738" sldId="267"/>
            <ac:spMk id="3" creationId="{D5A21A21-6D25-B829-492F-6BC8C1ADA0ED}"/>
          </ac:spMkLst>
        </pc:spChg>
      </pc:sldChg>
      <pc:sldChg chg="del">
        <pc:chgData name="Jeff DeRemer" userId="a37f3d2d141577c5" providerId="Windows Live" clId="Web-{84FDC6C0-EB0C-48F3-B9B4-1D7FAE88DCC6}" dt="2023-07-27T18:40:33.524" v="366"/>
        <pc:sldMkLst>
          <pc:docMk/>
          <pc:sldMk cId="3059359370" sldId="268"/>
        </pc:sldMkLst>
      </pc:sldChg>
      <pc:sldChg chg="modSp">
        <pc:chgData name="Jeff DeRemer" userId="a37f3d2d141577c5" providerId="Windows Live" clId="Web-{84FDC6C0-EB0C-48F3-B9B4-1D7FAE88DCC6}" dt="2023-07-27T18:29:32.889" v="313" actId="20577"/>
        <pc:sldMkLst>
          <pc:docMk/>
          <pc:sldMk cId="4291219111" sldId="269"/>
        </pc:sldMkLst>
        <pc:spChg chg="mod">
          <ac:chgData name="Jeff DeRemer" userId="a37f3d2d141577c5" providerId="Windows Live" clId="Web-{84FDC6C0-EB0C-48F3-B9B4-1D7FAE88DCC6}" dt="2023-07-27T18:29:32.889" v="313" actId="20577"/>
          <ac:spMkLst>
            <pc:docMk/>
            <pc:sldMk cId="4291219111" sldId="269"/>
            <ac:spMk id="3" creationId="{0F18B9B2-A879-82B3-D71E-0BA6774BC0F8}"/>
          </ac:spMkLst>
        </pc:spChg>
      </pc:sldChg>
      <pc:sldChg chg="modSp">
        <pc:chgData name="Jeff DeRemer" userId="a37f3d2d141577c5" providerId="Windows Live" clId="Web-{84FDC6C0-EB0C-48F3-B9B4-1D7FAE88DCC6}" dt="2023-07-27T18:22:33.841" v="248" actId="20577"/>
        <pc:sldMkLst>
          <pc:docMk/>
          <pc:sldMk cId="3628189326" sldId="270"/>
        </pc:sldMkLst>
        <pc:spChg chg="mod">
          <ac:chgData name="Jeff DeRemer" userId="a37f3d2d141577c5" providerId="Windows Live" clId="Web-{84FDC6C0-EB0C-48F3-B9B4-1D7FAE88DCC6}" dt="2023-07-27T18:22:33.841" v="248" actId="20577"/>
          <ac:spMkLst>
            <pc:docMk/>
            <pc:sldMk cId="3628189326" sldId="270"/>
            <ac:spMk id="3" creationId="{6F7476CC-B0F5-EBA0-A09C-F0614C089CE5}"/>
          </ac:spMkLst>
        </pc:spChg>
      </pc:sldChg>
      <pc:sldChg chg="modSp">
        <pc:chgData name="Jeff DeRemer" userId="a37f3d2d141577c5" providerId="Windows Live" clId="Web-{84FDC6C0-EB0C-48F3-B9B4-1D7FAE88DCC6}" dt="2023-07-27T18:41:28.088" v="371" actId="20577"/>
        <pc:sldMkLst>
          <pc:docMk/>
          <pc:sldMk cId="4094167011" sldId="271"/>
        </pc:sldMkLst>
        <pc:spChg chg="mod">
          <ac:chgData name="Jeff DeRemer" userId="a37f3d2d141577c5" providerId="Windows Live" clId="Web-{84FDC6C0-EB0C-48F3-B9B4-1D7FAE88DCC6}" dt="2023-07-27T18:41:28.088" v="371" actId="20577"/>
          <ac:spMkLst>
            <pc:docMk/>
            <pc:sldMk cId="4094167011" sldId="271"/>
            <ac:spMk id="3" creationId="{1149A847-D5C9-8EA2-01EB-CE8AF3A606C7}"/>
          </ac:spMkLst>
        </pc:spChg>
      </pc:sldChg>
      <pc:sldChg chg="modSp">
        <pc:chgData name="Jeff DeRemer" userId="a37f3d2d141577c5" providerId="Windows Live" clId="Web-{84FDC6C0-EB0C-48F3-B9B4-1D7FAE88DCC6}" dt="2023-07-27T18:47:34.837" v="396" actId="20577"/>
        <pc:sldMkLst>
          <pc:docMk/>
          <pc:sldMk cId="517718756" sldId="274"/>
        </pc:sldMkLst>
        <pc:spChg chg="mod">
          <ac:chgData name="Jeff DeRemer" userId="a37f3d2d141577c5" providerId="Windows Live" clId="Web-{84FDC6C0-EB0C-48F3-B9B4-1D7FAE88DCC6}" dt="2023-07-27T18:47:34.837" v="396" actId="20577"/>
          <ac:spMkLst>
            <pc:docMk/>
            <pc:sldMk cId="517718756" sldId="274"/>
            <ac:spMk id="3" creationId="{36AB1BDB-E2A1-4202-92E8-6D3885AAD11B}"/>
          </ac:spMkLst>
        </pc:spChg>
      </pc:sldChg>
      <pc:sldChg chg="modSp">
        <pc:chgData name="Jeff DeRemer" userId="a37f3d2d141577c5" providerId="Windows Live" clId="Web-{84FDC6C0-EB0C-48F3-B9B4-1D7FAE88DCC6}" dt="2023-07-27T18:42:45.670" v="381" actId="20577"/>
        <pc:sldMkLst>
          <pc:docMk/>
          <pc:sldMk cId="494778731" sldId="275"/>
        </pc:sldMkLst>
        <pc:spChg chg="mod">
          <ac:chgData name="Jeff DeRemer" userId="a37f3d2d141577c5" providerId="Windows Live" clId="Web-{84FDC6C0-EB0C-48F3-B9B4-1D7FAE88DCC6}" dt="2023-07-27T18:42:45.670" v="381" actId="20577"/>
          <ac:spMkLst>
            <pc:docMk/>
            <pc:sldMk cId="494778731" sldId="275"/>
            <ac:spMk id="3" creationId="{62D247C3-81E2-E2CD-1A32-6248E469CEAD}"/>
          </ac:spMkLst>
        </pc:spChg>
      </pc:sldChg>
      <pc:sldChg chg="modSp">
        <pc:chgData name="Jeff DeRemer" userId="a37f3d2d141577c5" providerId="Windows Live" clId="Web-{84FDC6C0-EB0C-48F3-B9B4-1D7FAE88DCC6}" dt="2023-07-27T18:44:04.735" v="394" actId="20577"/>
        <pc:sldMkLst>
          <pc:docMk/>
          <pc:sldMk cId="3591501101" sldId="276"/>
        </pc:sldMkLst>
        <pc:spChg chg="mod">
          <ac:chgData name="Jeff DeRemer" userId="a37f3d2d141577c5" providerId="Windows Live" clId="Web-{84FDC6C0-EB0C-48F3-B9B4-1D7FAE88DCC6}" dt="2023-07-27T18:44:04.735" v="394" actId="20577"/>
          <ac:spMkLst>
            <pc:docMk/>
            <pc:sldMk cId="3591501101" sldId="276"/>
            <ac:spMk id="3" creationId="{0398F67A-659A-3AB8-CBA9-89F233418F8E}"/>
          </ac:spMkLst>
        </pc:spChg>
      </pc:sldChg>
      <pc:sldChg chg="modSp">
        <pc:chgData name="Jeff DeRemer" userId="a37f3d2d141577c5" providerId="Windows Live" clId="Web-{84FDC6C0-EB0C-48F3-B9B4-1D7FAE88DCC6}" dt="2023-07-27T18:48:04.557" v="400" actId="20577"/>
        <pc:sldMkLst>
          <pc:docMk/>
          <pc:sldMk cId="2990784307" sldId="277"/>
        </pc:sldMkLst>
        <pc:spChg chg="mod">
          <ac:chgData name="Jeff DeRemer" userId="a37f3d2d141577c5" providerId="Windows Live" clId="Web-{84FDC6C0-EB0C-48F3-B9B4-1D7FAE88DCC6}" dt="2023-07-27T18:48:04.557" v="400" actId="20577"/>
          <ac:spMkLst>
            <pc:docMk/>
            <pc:sldMk cId="2990784307" sldId="277"/>
            <ac:spMk id="3" creationId="{8505100E-6EFE-B8B7-5E92-053F23902331}"/>
          </ac:spMkLst>
        </pc:spChg>
      </pc:sldChg>
      <pc:sldChg chg="modSp">
        <pc:chgData name="Jeff DeRemer" userId="a37f3d2d141577c5" providerId="Windows Live" clId="Web-{84FDC6C0-EB0C-48F3-B9B4-1D7FAE88DCC6}" dt="2023-07-27T18:53:15.241" v="414" actId="20577"/>
        <pc:sldMkLst>
          <pc:docMk/>
          <pc:sldMk cId="3744251568" sldId="278"/>
        </pc:sldMkLst>
        <pc:spChg chg="mod">
          <ac:chgData name="Jeff DeRemer" userId="a37f3d2d141577c5" providerId="Windows Live" clId="Web-{84FDC6C0-EB0C-48F3-B9B4-1D7FAE88DCC6}" dt="2023-07-27T18:53:15.241" v="414" actId="20577"/>
          <ac:spMkLst>
            <pc:docMk/>
            <pc:sldMk cId="3744251568" sldId="278"/>
            <ac:spMk id="3" creationId="{FB490085-442A-F459-46C4-DE49E5A3B707}"/>
          </ac:spMkLst>
        </pc:spChg>
      </pc:sldChg>
      <pc:sldChg chg="del">
        <pc:chgData name="Jeff DeRemer" userId="a37f3d2d141577c5" providerId="Windows Live" clId="Web-{84FDC6C0-EB0C-48F3-B9B4-1D7FAE88DCC6}" dt="2023-07-27T18:48:55.559" v="403"/>
        <pc:sldMkLst>
          <pc:docMk/>
          <pc:sldMk cId="1741603341" sldId="281"/>
        </pc:sldMkLst>
      </pc:sldChg>
      <pc:sldChg chg="modSp">
        <pc:chgData name="Jeff DeRemer" userId="a37f3d2d141577c5" providerId="Windows Live" clId="Web-{84FDC6C0-EB0C-48F3-B9B4-1D7FAE88DCC6}" dt="2023-07-27T18:53:33.523" v="422" actId="20577"/>
        <pc:sldMkLst>
          <pc:docMk/>
          <pc:sldMk cId="204965760" sldId="282"/>
        </pc:sldMkLst>
        <pc:spChg chg="mod">
          <ac:chgData name="Jeff DeRemer" userId="a37f3d2d141577c5" providerId="Windows Live" clId="Web-{84FDC6C0-EB0C-48F3-B9B4-1D7FAE88DCC6}" dt="2023-07-27T18:53:33.523" v="422" actId="20577"/>
          <ac:spMkLst>
            <pc:docMk/>
            <pc:sldMk cId="204965760" sldId="282"/>
            <ac:spMk id="3" creationId="{214B1D8D-63BD-DD0B-C0F5-8839FC6374EC}"/>
          </ac:spMkLst>
        </pc:spChg>
      </pc:sldChg>
      <pc:sldChg chg="modSp">
        <pc:chgData name="Jeff DeRemer" userId="a37f3d2d141577c5" providerId="Windows Live" clId="Web-{84FDC6C0-EB0C-48F3-B9B4-1D7FAE88DCC6}" dt="2023-07-27T18:40:42.930" v="368" actId="20577"/>
        <pc:sldMkLst>
          <pc:docMk/>
          <pc:sldMk cId="1861732289" sldId="283"/>
        </pc:sldMkLst>
        <pc:spChg chg="mod">
          <ac:chgData name="Jeff DeRemer" userId="a37f3d2d141577c5" providerId="Windows Live" clId="Web-{84FDC6C0-EB0C-48F3-B9B4-1D7FAE88DCC6}" dt="2023-07-27T18:40:42.930" v="368" actId="20577"/>
          <ac:spMkLst>
            <pc:docMk/>
            <pc:sldMk cId="1861732289" sldId="283"/>
            <ac:spMk id="3" creationId="{A4DD8A52-93C3-307C-94F8-99CD4F67B3B0}"/>
          </ac:spMkLst>
        </pc:spChg>
      </pc:sldChg>
      <pc:sldChg chg="modSp ord">
        <pc:chgData name="Jeff DeRemer" userId="a37f3d2d141577c5" providerId="Windows Live" clId="Web-{84FDC6C0-EB0C-48F3-B9B4-1D7FAE88DCC6}" dt="2023-07-27T18:41:44.120" v="377" actId="20577"/>
        <pc:sldMkLst>
          <pc:docMk/>
          <pc:sldMk cId="1987841433" sldId="284"/>
        </pc:sldMkLst>
        <pc:spChg chg="mod">
          <ac:chgData name="Jeff DeRemer" userId="a37f3d2d141577c5" providerId="Windows Live" clId="Web-{84FDC6C0-EB0C-48F3-B9B4-1D7FAE88DCC6}" dt="2023-07-27T18:41:44.120" v="377" actId="20577"/>
          <ac:spMkLst>
            <pc:docMk/>
            <pc:sldMk cId="1987841433" sldId="284"/>
            <ac:spMk id="3" creationId="{167EB91F-F6C9-4B4F-90F3-7CA2D46122AE}"/>
          </ac:spMkLst>
        </pc:spChg>
      </pc:sldChg>
      <pc:sldChg chg="modSp">
        <pc:chgData name="Jeff DeRemer" userId="a37f3d2d141577c5" providerId="Windows Live" clId="Web-{84FDC6C0-EB0C-48F3-B9B4-1D7FAE88DCC6}" dt="2023-07-27T18:22:49.498" v="250" actId="20577"/>
        <pc:sldMkLst>
          <pc:docMk/>
          <pc:sldMk cId="1112612059" sldId="285"/>
        </pc:sldMkLst>
        <pc:spChg chg="mod">
          <ac:chgData name="Jeff DeRemer" userId="a37f3d2d141577c5" providerId="Windows Live" clId="Web-{84FDC6C0-EB0C-48F3-B9B4-1D7FAE88DCC6}" dt="2023-07-27T18:22:49.498" v="250" actId="20577"/>
          <ac:spMkLst>
            <pc:docMk/>
            <pc:sldMk cId="1112612059" sldId="285"/>
            <ac:spMk id="3" creationId="{2C233C5D-AE6E-EE9D-E247-48CB088754FF}"/>
          </ac:spMkLst>
        </pc:spChg>
      </pc:sldChg>
      <pc:sldChg chg="modSp">
        <pc:chgData name="Jeff DeRemer" userId="a37f3d2d141577c5" providerId="Windows Live" clId="Web-{84FDC6C0-EB0C-48F3-B9B4-1D7FAE88DCC6}" dt="2023-07-27T18:48:12.026" v="402" actId="20577"/>
        <pc:sldMkLst>
          <pc:docMk/>
          <pc:sldMk cId="1175048660" sldId="288"/>
        </pc:sldMkLst>
        <pc:spChg chg="mod">
          <ac:chgData name="Jeff DeRemer" userId="a37f3d2d141577c5" providerId="Windows Live" clId="Web-{84FDC6C0-EB0C-48F3-B9B4-1D7FAE88DCC6}" dt="2023-07-27T18:48:12.026" v="402" actId="20577"/>
          <ac:spMkLst>
            <pc:docMk/>
            <pc:sldMk cId="1175048660" sldId="288"/>
            <ac:spMk id="3" creationId="{E35BB5F5-DEF6-901B-798D-F75EF1BEE6C3}"/>
          </ac:spMkLst>
        </pc:spChg>
      </pc:sldChg>
      <pc:sldChg chg="modSp">
        <pc:chgData name="Jeff DeRemer" userId="a37f3d2d141577c5" providerId="Windows Live" clId="Web-{84FDC6C0-EB0C-48F3-B9B4-1D7FAE88DCC6}" dt="2023-07-27T18:54:37.885" v="426" actId="20577"/>
        <pc:sldMkLst>
          <pc:docMk/>
          <pc:sldMk cId="1487085672" sldId="289"/>
        </pc:sldMkLst>
        <pc:spChg chg="mod">
          <ac:chgData name="Jeff DeRemer" userId="a37f3d2d141577c5" providerId="Windows Live" clId="Web-{84FDC6C0-EB0C-48F3-B9B4-1D7FAE88DCC6}" dt="2023-07-27T18:54:37.885" v="426" actId="20577"/>
          <ac:spMkLst>
            <pc:docMk/>
            <pc:sldMk cId="1487085672" sldId="289"/>
            <ac:spMk id="3" creationId="{35D0BBDA-8803-BE37-2613-0EDAF02F44B8}"/>
          </ac:spMkLst>
        </pc:spChg>
      </pc:sldChg>
      <pc:sldChg chg="modSp">
        <pc:chgData name="Jeff DeRemer" userId="a37f3d2d141577c5" providerId="Windows Live" clId="Web-{84FDC6C0-EB0C-48F3-B9B4-1D7FAE88DCC6}" dt="2023-07-27T18:19:29.693" v="219" actId="20577"/>
        <pc:sldMkLst>
          <pc:docMk/>
          <pc:sldMk cId="4076531934" sldId="290"/>
        </pc:sldMkLst>
        <pc:spChg chg="mod">
          <ac:chgData name="Jeff DeRemer" userId="a37f3d2d141577c5" providerId="Windows Live" clId="Web-{84FDC6C0-EB0C-48F3-B9B4-1D7FAE88DCC6}" dt="2023-07-27T18:19:29.693" v="219" actId="20577"/>
          <ac:spMkLst>
            <pc:docMk/>
            <pc:sldMk cId="4076531934" sldId="290"/>
            <ac:spMk id="3" creationId="{960B53B4-EA2F-EDEB-811E-08923203A428}"/>
          </ac:spMkLst>
        </pc:spChg>
      </pc:sldChg>
      <pc:sldChg chg="del">
        <pc:chgData name="Jeff DeRemer" userId="a37f3d2d141577c5" providerId="Windows Live" clId="Web-{84FDC6C0-EB0C-48F3-B9B4-1D7FAE88DCC6}" dt="2023-07-27T18:23:11.999" v="256"/>
        <pc:sldMkLst>
          <pc:docMk/>
          <pc:sldMk cId="117291877" sldId="291"/>
        </pc:sldMkLst>
      </pc:sldChg>
      <pc:sldChg chg="modSp">
        <pc:chgData name="Jeff DeRemer" userId="a37f3d2d141577c5" providerId="Windows Live" clId="Web-{84FDC6C0-EB0C-48F3-B9B4-1D7FAE88DCC6}" dt="2023-07-27T18:22:09.090" v="239" actId="20577"/>
        <pc:sldMkLst>
          <pc:docMk/>
          <pc:sldMk cId="2803421184" sldId="292"/>
        </pc:sldMkLst>
        <pc:spChg chg="mod">
          <ac:chgData name="Jeff DeRemer" userId="a37f3d2d141577c5" providerId="Windows Live" clId="Web-{84FDC6C0-EB0C-48F3-B9B4-1D7FAE88DCC6}" dt="2023-07-27T18:22:09.090" v="239" actId="20577"/>
          <ac:spMkLst>
            <pc:docMk/>
            <pc:sldMk cId="2803421184" sldId="292"/>
            <ac:spMk id="3" creationId="{DABAC2CE-B759-65A2-A9AA-973000EA0D14}"/>
          </ac:spMkLst>
        </pc:spChg>
      </pc:sldChg>
      <pc:sldChg chg="modSp">
        <pc:chgData name="Jeff DeRemer" userId="a37f3d2d141577c5" providerId="Windows Live" clId="Web-{84FDC6C0-EB0C-48F3-B9B4-1D7FAE88DCC6}" dt="2023-07-27T18:20:02.038" v="227" actId="20577"/>
        <pc:sldMkLst>
          <pc:docMk/>
          <pc:sldMk cId="3257431584" sldId="296"/>
        </pc:sldMkLst>
        <pc:spChg chg="mod">
          <ac:chgData name="Jeff DeRemer" userId="a37f3d2d141577c5" providerId="Windows Live" clId="Web-{84FDC6C0-EB0C-48F3-B9B4-1D7FAE88DCC6}" dt="2023-07-27T18:20:02.038" v="227" actId="20577"/>
          <ac:spMkLst>
            <pc:docMk/>
            <pc:sldMk cId="3257431584" sldId="296"/>
            <ac:spMk id="3" creationId="{796CF47D-9B0B-ECCF-6644-4B8820451995}"/>
          </ac:spMkLst>
        </pc:spChg>
      </pc:sldChg>
      <pc:sldChg chg="modSp">
        <pc:chgData name="Jeff DeRemer" userId="a37f3d2d141577c5" providerId="Windows Live" clId="Web-{84FDC6C0-EB0C-48F3-B9B4-1D7FAE88DCC6}" dt="2023-07-27T18:21:52.793" v="231" actId="20577"/>
        <pc:sldMkLst>
          <pc:docMk/>
          <pc:sldMk cId="3916907533" sldId="297"/>
        </pc:sldMkLst>
        <pc:spChg chg="mod">
          <ac:chgData name="Jeff DeRemer" userId="a37f3d2d141577c5" providerId="Windows Live" clId="Web-{84FDC6C0-EB0C-48F3-B9B4-1D7FAE88DCC6}" dt="2023-07-27T18:21:52.793" v="231" actId="20577"/>
          <ac:spMkLst>
            <pc:docMk/>
            <pc:sldMk cId="3916907533" sldId="297"/>
            <ac:spMk id="3" creationId="{44445D3B-2A71-A9CA-450D-9A629D66162C}"/>
          </ac:spMkLst>
        </pc:spChg>
      </pc:sldChg>
      <pc:sldChg chg="del mod modShow">
        <pc:chgData name="Jeff DeRemer" userId="a37f3d2d141577c5" providerId="Windows Live" clId="Web-{84FDC6C0-EB0C-48F3-B9B4-1D7FAE88DCC6}" dt="2023-07-27T18:23:07.217" v="255"/>
        <pc:sldMkLst>
          <pc:docMk/>
          <pc:sldMk cId="4013399894" sldId="298"/>
        </pc:sldMkLst>
      </pc:sldChg>
      <pc:sldChg chg="modSp">
        <pc:chgData name="Jeff DeRemer" userId="a37f3d2d141577c5" providerId="Windows Live" clId="Web-{84FDC6C0-EB0C-48F3-B9B4-1D7FAE88DCC6}" dt="2023-07-27T18:35:02.417" v="333" actId="20577"/>
        <pc:sldMkLst>
          <pc:docMk/>
          <pc:sldMk cId="2145870571" sldId="307"/>
        </pc:sldMkLst>
        <pc:spChg chg="mod">
          <ac:chgData name="Jeff DeRemer" userId="a37f3d2d141577c5" providerId="Windows Live" clId="Web-{84FDC6C0-EB0C-48F3-B9B4-1D7FAE88DCC6}" dt="2023-07-27T18:35:02.417" v="333" actId="20577"/>
          <ac:spMkLst>
            <pc:docMk/>
            <pc:sldMk cId="2145870571" sldId="307"/>
            <ac:spMk id="3" creationId="{E16765E4-91CB-D7BB-72DE-17157CA29AE6}"/>
          </ac:spMkLst>
        </pc:spChg>
      </pc:sldChg>
      <pc:sldChg chg="modSp">
        <pc:chgData name="Jeff DeRemer" userId="a37f3d2d141577c5" providerId="Windows Live" clId="Web-{84FDC6C0-EB0C-48F3-B9B4-1D7FAE88DCC6}" dt="2023-07-27T18:35:41.184" v="347" actId="20577"/>
        <pc:sldMkLst>
          <pc:docMk/>
          <pc:sldMk cId="1173428035" sldId="308"/>
        </pc:sldMkLst>
        <pc:spChg chg="mod">
          <ac:chgData name="Jeff DeRemer" userId="a37f3d2d141577c5" providerId="Windows Live" clId="Web-{84FDC6C0-EB0C-48F3-B9B4-1D7FAE88DCC6}" dt="2023-07-27T18:35:41.184" v="347" actId="20577"/>
          <ac:spMkLst>
            <pc:docMk/>
            <pc:sldMk cId="1173428035" sldId="308"/>
            <ac:spMk id="3" creationId="{D8401FEB-2B12-65C9-4AB5-92E8C061DEA6}"/>
          </ac:spMkLst>
        </pc:spChg>
      </pc:sldChg>
      <pc:sldChg chg="modSp">
        <pc:chgData name="Jeff DeRemer" userId="a37f3d2d141577c5" providerId="Windows Live" clId="Web-{84FDC6C0-EB0C-48F3-B9B4-1D7FAE88DCC6}" dt="2023-07-27T18:05:29.411" v="12" actId="20577"/>
        <pc:sldMkLst>
          <pc:docMk/>
          <pc:sldMk cId="3630277452" sldId="309"/>
        </pc:sldMkLst>
        <pc:spChg chg="mod">
          <ac:chgData name="Jeff DeRemer" userId="a37f3d2d141577c5" providerId="Windows Live" clId="Web-{84FDC6C0-EB0C-48F3-B9B4-1D7FAE88DCC6}" dt="2023-07-27T18:05:29.411" v="12" actId="20577"/>
          <ac:spMkLst>
            <pc:docMk/>
            <pc:sldMk cId="3630277452" sldId="309"/>
            <ac:spMk id="3" creationId="{667CAB59-D103-80B2-8972-BA950EE5CE80}"/>
          </ac:spMkLst>
        </pc:spChg>
      </pc:sldChg>
      <pc:sldChg chg="modSp">
        <pc:chgData name="Jeff DeRemer" userId="a37f3d2d141577c5" providerId="Windows Live" clId="Web-{84FDC6C0-EB0C-48F3-B9B4-1D7FAE88DCC6}" dt="2023-07-27T18:19:06.943" v="210" actId="20577"/>
        <pc:sldMkLst>
          <pc:docMk/>
          <pc:sldMk cId="588049691" sldId="314"/>
        </pc:sldMkLst>
        <pc:spChg chg="mod">
          <ac:chgData name="Jeff DeRemer" userId="a37f3d2d141577c5" providerId="Windows Live" clId="Web-{84FDC6C0-EB0C-48F3-B9B4-1D7FAE88DCC6}" dt="2023-07-27T18:19:06.943" v="210" actId="20577"/>
          <ac:spMkLst>
            <pc:docMk/>
            <pc:sldMk cId="588049691" sldId="314"/>
            <ac:spMk id="3" creationId="{8AED796B-6634-4BD1-1D8D-60652409EDCF}"/>
          </ac:spMkLst>
        </pc:spChg>
      </pc:sldChg>
      <pc:sldChg chg="modSp">
        <pc:chgData name="Jeff DeRemer" userId="a37f3d2d141577c5" providerId="Windows Live" clId="Web-{84FDC6C0-EB0C-48F3-B9B4-1D7FAE88DCC6}" dt="2023-07-27T18:08:00.963" v="106" actId="20577"/>
        <pc:sldMkLst>
          <pc:docMk/>
          <pc:sldMk cId="3588194236" sldId="315"/>
        </pc:sldMkLst>
        <pc:spChg chg="mod">
          <ac:chgData name="Jeff DeRemer" userId="a37f3d2d141577c5" providerId="Windows Live" clId="Web-{84FDC6C0-EB0C-48F3-B9B4-1D7FAE88DCC6}" dt="2023-07-27T18:08:00.963" v="106" actId="20577"/>
          <ac:spMkLst>
            <pc:docMk/>
            <pc:sldMk cId="3588194236" sldId="315"/>
            <ac:spMk id="3" creationId="{8797E62F-9EFE-7982-AA44-CA6ED395C745}"/>
          </ac:spMkLst>
        </pc:spChg>
      </pc:sldChg>
      <pc:sldChg chg="modSp">
        <pc:chgData name="Jeff DeRemer" userId="a37f3d2d141577c5" providerId="Windows Live" clId="Web-{84FDC6C0-EB0C-48F3-B9B4-1D7FAE88DCC6}" dt="2023-07-27T18:43:45.922" v="390" actId="20577"/>
        <pc:sldMkLst>
          <pc:docMk/>
          <pc:sldMk cId="3080211462" sldId="316"/>
        </pc:sldMkLst>
        <pc:spChg chg="mod">
          <ac:chgData name="Jeff DeRemer" userId="a37f3d2d141577c5" providerId="Windows Live" clId="Web-{84FDC6C0-EB0C-48F3-B9B4-1D7FAE88DCC6}" dt="2023-07-27T18:43:45.922" v="390" actId="20577"/>
          <ac:spMkLst>
            <pc:docMk/>
            <pc:sldMk cId="3080211462" sldId="316"/>
            <ac:spMk id="3" creationId="{22CFC226-DC8E-64BB-56E7-EA99E3243D7F}"/>
          </ac:spMkLst>
        </pc:spChg>
      </pc:sldChg>
    </pc:docChg>
  </pc:docChgLst>
  <pc:docChgLst>
    <pc:chgData name="Jeff DeRemer" userId="a37f3d2d141577c5" providerId="Windows Live" clId="Web-{B112B451-E381-4F5D-AF3A-0BB5EE72C01C}"/>
    <pc:docChg chg="addSld modSld">
      <pc:chgData name="Jeff DeRemer" userId="a37f3d2d141577c5" providerId="Windows Live" clId="Web-{B112B451-E381-4F5D-AF3A-0BB5EE72C01C}" dt="2023-09-16T17:03:15.353" v="5" actId="20577"/>
      <pc:docMkLst>
        <pc:docMk/>
      </pc:docMkLst>
      <pc:sldChg chg="modSp">
        <pc:chgData name="Jeff DeRemer" userId="a37f3d2d141577c5" providerId="Windows Live" clId="Web-{B112B451-E381-4F5D-AF3A-0BB5EE72C01C}" dt="2023-09-16T17:02:46.040" v="3" actId="20577"/>
        <pc:sldMkLst>
          <pc:docMk/>
          <pc:sldMk cId="1987841433" sldId="284"/>
        </pc:sldMkLst>
        <pc:spChg chg="mod">
          <ac:chgData name="Jeff DeRemer" userId="a37f3d2d141577c5" providerId="Windows Live" clId="Web-{B112B451-E381-4F5D-AF3A-0BB5EE72C01C}" dt="2023-09-16T17:02:46.040" v="3" actId="20577"/>
          <ac:spMkLst>
            <pc:docMk/>
            <pc:sldMk cId="1987841433" sldId="284"/>
            <ac:spMk id="3" creationId="{167EB91F-F6C9-4B4F-90F3-7CA2D46122AE}"/>
          </ac:spMkLst>
        </pc:spChg>
      </pc:sldChg>
      <pc:sldChg chg="modSp new">
        <pc:chgData name="Jeff DeRemer" userId="a37f3d2d141577c5" providerId="Windows Live" clId="Web-{B112B451-E381-4F5D-AF3A-0BB5EE72C01C}" dt="2023-09-16T17:03:15.353" v="5" actId="20577"/>
        <pc:sldMkLst>
          <pc:docMk/>
          <pc:sldMk cId="868807766" sldId="321"/>
        </pc:sldMkLst>
        <pc:spChg chg="mod">
          <ac:chgData name="Jeff DeRemer" userId="a37f3d2d141577c5" providerId="Windows Live" clId="Web-{B112B451-E381-4F5D-AF3A-0BB5EE72C01C}" dt="2023-09-16T17:03:15.353" v="5" actId="20577"/>
          <ac:spMkLst>
            <pc:docMk/>
            <pc:sldMk cId="868807766" sldId="321"/>
            <ac:spMk id="3" creationId="{7FF33CE0-0645-586F-39A0-B20C8E7F1765}"/>
          </ac:spMkLst>
        </pc:spChg>
      </pc:sldChg>
    </pc:docChg>
  </pc:docChgLst>
  <pc:docChgLst>
    <pc:chgData name="Jeff DeRemer" userId="a37f3d2d141577c5" providerId="Windows Live" clId="Web-{A02B1756-540D-4FF5-8F87-EDC967067F05}"/>
    <pc:docChg chg="addSld delSld modSld sldOrd delSection modSection">
      <pc:chgData name="Jeff DeRemer" userId="a37f3d2d141577c5" providerId="Windows Live" clId="Web-{A02B1756-540D-4FF5-8F87-EDC967067F05}" dt="2023-09-03T00:53:20.772" v="502" actId="20577"/>
      <pc:docMkLst>
        <pc:docMk/>
      </pc:docMkLst>
      <pc:sldChg chg="del">
        <pc:chgData name="Jeff DeRemer" userId="a37f3d2d141577c5" providerId="Windows Live" clId="Web-{A02B1756-540D-4FF5-8F87-EDC967067F05}" dt="2023-09-03T00:20:13.653" v="2"/>
        <pc:sldMkLst>
          <pc:docMk/>
          <pc:sldMk cId="436497126" sldId="257"/>
        </pc:sldMkLst>
      </pc:sldChg>
      <pc:sldChg chg="del">
        <pc:chgData name="Jeff DeRemer" userId="a37f3d2d141577c5" providerId="Windows Live" clId="Web-{A02B1756-540D-4FF5-8F87-EDC967067F05}" dt="2023-09-03T00:20:14.231" v="4"/>
        <pc:sldMkLst>
          <pc:docMk/>
          <pc:sldMk cId="3204198918" sldId="258"/>
        </pc:sldMkLst>
      </pc:sldChg>
      <pc:sldChg chg="del">
        <pc:chgData name="Jeff DeRemer" userId="a37f3d2d141577c5" providerId="Windows Live" clId="Web-{A02B1756-540D-4FF5-8F87-EDC967067F05}" dt="2023-09-03T00:20:16.450" v="10"/>
        <pc:sldMkLst>
          <pc:docMk/>
          <pc:sldMk cId="1537062186" sldId="259"/>
        </pc:sldMkLst>
      </pc:sldChg>
      <pc:sldChg chg="del">
        <pc:chgData name="Jeff DeRemer" userId="a37f3d2d141577c5" providerId="Windows Live" clId="Web-{A02B1756-540D-4FF5-8F87-EDC967067F05}" dt="2023-09-03T00:20:16.669" v="12"/>
        <pc:sldMkLst>
          <pc:docMk/>
          <pc:sldMk cId="3800418244" sldId="260"/>
        </pc:sldMkLst>
      </pc:sldChg>
      <pc:sldChg chg="del">
        <pc:chgData name="Jeff DeRemer" userId="a37f3d2d141577c5" providerId="Windows Live" clId="Web-{A02B1756-540D-4FF5-8F87-EDC967067F05}" dt="2023-09-03T00:20:17.903" v="14"/>
        <pc:sldMkLst>
          <pc:docMk/>
          <pc:sldMk cId="1862461135" sldId="261"/>
        </pc:sldMkLst>
      </pc:sldChg>
      <pc:sldChg chg="del">
        <pc:chgData name="Jeff DeRemer" userId="a37f3d2d141577c5" providerId="Windows Live" clId="Web-{A02B1756-540D-4FF5-8F87-EDC967067F05}" dt="2023-09-03T00:20:18.466" v="16"/>
        <pc:sldMkLst>
          <pc:docMk/>
          <pc:sldMk cId="750474985" sldId="262"/>
        </pc:sldMkLst>
      </pc:sldChg>
      <pc:sldChg chg="del">
        <pc:chgData name="Jeff DeRemer" userId="a37f3d2d141577c5" providerId="Windows Live" clId="Web-{A02B1756-540D-4FF5-8F87-EDC967067F05}" dt="2023-09-03T00:20:17.419" v="13"/>
        <pc:sldMkLst>
          <pc:docMk/>
          <pc:sldMk cId="1604463162" sldId="263"/>
        </pc:sldMkLst>
      </pc:sldChg>
      <pc:sldChg chg="del">
        <pc:chgData name="Jeff DeRemer" userId="a37f3d2d141577c5" providerId="Windows Live" clId="Web-{A02B1756-540D-4FF5-8F87-EDC967067F05}" dt="2023-09-03T00:20:20.309" v="22"/>
        <pc:sldMkLst>
          <pc:docMk/>
          <pc:sldMk cId="98002227" sldId="264"/>
        </pc:sldMkLst>
      </pc:sldChg>
      <pc:sldChg chg="del">
        <pc:chgData name="Jeff DeRemer" userId="a37f3d2d141577c5" providerId="Windows Live" clId="Web-{A02B1756-540D-4FF5-8F87-EDC967067F05}" dt="2023-09-03T00:20:20.684" v="23"/>
        <pc:sldMkLst>
          <pc:docMk/>
          <pc:sldMk cId="4027165043" sldId="265"/>
        </pc:sldMkLst>
      </pc:sldChg>
      <pc:sldChg chg="del">
        <pc:chgData name="Jeff DeRemer" userId="a37f3d2d141577c5" providerId="Windows Live" clId="Web-{A02B1756-540D-4FF5-8F87-EDC967067F05}" dt="2023-09-03T00:20:21.888" v="26"/>
        <pc:sldMkLst>
          <pc:docMk/>
          <pc:sldMk cId="1052964133" sldId="266"/>
        </pc:sldMkLst>
      </pc:sldChg>
      <pc:sldChg chg="del">
        <pc:chgData name="Jeff DeRemer" userId="a37f3d2d141577c5" providerId="Windows Live" clId="Web-{A02B1756-540D-4FF5-8F87-EDC967067F05}" dt="2023-09-03T00:20:25.060" v="29"/>
        <pc:sldMkLst>
          <pc:docMk/>
          <pc:sldMk cId="1079600738" sldId="267"/>
        </pc:sldMkLst>
      </pc:sldChg>
      <pc:sldChg chg="del">
        <pc:chgData name="Jeff DeRemer" userId="a37f3d2d141577c5" providerId="Windows Live" clId="Web-{A02B1756-540D-4FF5-8F87-EDC967067F05}" dt="2023-09-03T00:20:21.513" v="25"/>
        <pc:sldMkLst>
          <pc:docMk/>
          <pc:sldMk cId="4291219111" sldId="269"/>
        </pc:sldMkLst>
      </pc:sldChg>
      <pc:sldChg chg="del">
        <pc:chgData name="Jeff DeRemer" userId="a37f3d2d141577c5" providerId="Windows Live" clId="Web-{A02B1756-540D-4FF5-8F87-EDC967067F05}" dt="2023-09-03T00:20:18.934" v="17"/>
        <pc:sldMkLst>
          <pc:docMk/>
          <pc:sldMk cId="3628189326" sldId="270"/>
        </pc:sldMkLst>
      </pc:sldChg>
      <pc:sldChg chg="del">
        <pc:chgData name="Jeff DeRemer" userId="a37f3d2d141577c5" providerId="Windows Live" clId="Web-{A02B1756-540D-4FF5-8F87-EDC967067F05}" dt="2023-09-03T00:20:38.076" v="31"/>
        <pc:sldMkLst>
          <pc:docMk/>
          <pc:sldMk cId="4094167011" sldId="271"/>
        </pc:sldMkLst>
      </pc:sldChg>
      <pc:sldChg chg="del">
        <pc:chgData name="Jeff DeRemer" userId="a37f3d2d141577c5" providerId="Windows Live" clId="Web-{A02B1756-540D-4FF5-8F87-EDC967067F05}" dt="2023-09-03T00:20:57.935" v="39"/>
        <pc:sldMkLst>
          <pc:docMk/>
          <pc:sldMk cId="1682394483" sldId="272"/>
        </pc:sldMkLst>
      </pc:sldChg>
      <pc:sldChg chg="del">
        <pc:chgData name="Jeff DeRemer" userId="a37f3d2d141577c5" providerId="Windows Live" clId="Web-{A02B1756-540D-4FF5-8F87-EDC967067F05}" dt="2023-09-03T00:20:55.045" v="37"/>
        <pc:sldMkLst>
          <pc:docMk/>
          <pc:sldMk cId="1966568967" sldId="273"/>
        </pc:sldMkLst>
      </pc:sldChg>
      <pc:sldChg chg="del">
        <pc:chgData name="Jeff DeRemer" userId="a37f3d2d141577c5" providerId="Windows Live" clId="Web-{A02B1756-540D-4FF5-8F87-EDC967067F05}" dt="2023-09-03T00:20:55.623" v="38"/>
        <pc:sldMkLst>
          <pc:docMk/>
          <pc:sldMk cId="517718756" sldId="274"/>
        </pc:sldMkLst>
      </pc:sldChg>
      <pc:sldChg chg="del">
        <pc:chgData name="Jeff DeRemer" userId="a37f3d2d141577c5" providerId="Windows Live" clId="Web-{A02B1756-540D-4FF5-8F87-EDC967067F05}" dt="2023-09-03T00:20:51.873" v="33"/>
        <pc:sldMkLst>
          <pc:docMk/>
          <pc:sldMk cId="494778731" sldId="275"/>
        </pc:sldMkLst>
      </pc:sldChg>
      <pc:sldChg chg="del">
        <pc:chgData name="Jeff DeRemer" userId="a37f3d2d141577c5" providerId="Windows Live" clId="Web-{A02B1756-540D-4FF5-8F87-EDC967067F05}" dt="2023-09-03T00:20:54.342" v="36"/>
        <pc:sldMkLst>
          <pc:docMk/>
          <pc:sldMk cId="3591501101" sldId="276"/>
        </pc:sldMkLst>
      </pc:sldChg>
      <pc:sldChg chg="del">
        <pc:chgData name="Jeff DeRemer" userId="a37f3d2d141577c5" providerId="Windows Live" clId="Web-{A02B1756-540D-4FF5-8F87-EDC967067F05}" dt="2023-09-03T00:20:58.654" v="40"/>
        <pc:sldMkLst>
          <pc:docMk/>
          <pc:sldMk cId="2990784307" sldId="277"/>
        </pc:sldMkLst>
      </pc:sldChg>
      <pc:sldChg chg="del">
        <pc:chgData name="Jeff DeRemer" userId="a37f3d2d141577c5" providerId="Windows Live" clId="Web-{A02B1756-540D-4FF5-8F87-EDC967067F05}" dt="2023-09-03T00:21:01.264" v="44"/>
        <pc:sldMkLst>
          <pc:docMk/>
          <pc:sldMk cId="3744251568" sldId="278"/>
        </pc:sldMkLst>
      </pc:sldChg>
      <pc:sldChg chg="del">
        <pc:chgData name="Jeff DeRemer" userId="a37f3d2d141577c5" providerId="Windows Live" clId="Web-{A02B1756-540D-4FF5-8F87-EDC967067F05}" dt="2023-09-03T00:21:00.357" v="43"/>
        <pc:sldMkLst>
          <pc:docMk/>
          <pc:sldMk cId="3982399502" sldId="279"/>
        </pc:sldMkLst>
      </pc:sldChg>
      <pc:sldChg chg="del">
        <pc:chgData name="Jeff DeRemer" userId="a37f3d2d141577c5" providerId="Windows Live" clId="Web-{A02B1756-540D-4FF5-8F87-EDC967067F05}" dt="2023-09-03T00:20:59.732" v="42"/>
        <pc:sldMkLst>
          <pc:docMk/>
          <pc:sldMk cId="2746935985" sldId="280"/>
        </pc:sldMkLst>
      </pc:sldChg>
      <pc:sldChg chg="modSp">
        <pc:chgData name="Jeff DeRemer" userId="a37f3d2d141577c5" providerId="Windows Live" clId="Web-{A02B1756-540D-4FF5-8F87-EDC967067F05}" dt="2023-09-03T00:31:55.193" v="237" actId="20577"/>
        <pc:sldMkLst>
          <pc:docMk/>
          <pc:sldMk cId="204965760" sldId="282"/>
        </pc:sldMkLst>
        <pc:spChg chg="mod">
          <ac:chgData name="Jeff DeRemer" userId="a37f3d2d141577c5" providerId="Windows Live" clId="Web-{A02B1756-540D-4FF5-8F87-EDC967067F05}" dt="2023-09-03T00:31:55.193" v="237" actId="20577"/>
          <ac:spMkLst>
            <pc:docMk/>
            <pc:sldMk cId="204965760" sldId="282"/>
            <ac:spMk id="3" creationId="{214B1D8D-63BD-DD0B-C0F5-8839FC6374EC}"/>
          </ac:spMkLst>
        </pc:spChg>
      </pc:sldChg>
      <pc:sldChg chg="del">
        <pc:chgData name="Jeff DeRemer" userId="a37f3d2d141577c5" providerId="Windows Live" clId="Web-{A02B1756-540D-4FF5-8F87-EDC967067F05}" dt="2023-09-03T00:20:30.310" v="30"/>
        <pc:sldMkLst>
          <pc:docMk/>
          <pc:sldMk cId="1861732289" sldId="283"/>
        </pc:sldMkLst>
      </pc:sldChg>
      <pc:sldChg chg="ord">
        <pc:chgData name="Jeff DeRemer" userId="a37f3d2d141577c5" providerId="Windows Live" clId="Web-{A02B1756-540D-4FF5-8F87-EDC967067F05}" dt="2023-09-03T00:21:37.531" v="66"/>
        <pc:sldMkLst>
          <pc:docMk/>
          <pc:sldMk cId="1987841433" sldId="284"/>
        </pc:sldMkLst>
      </pc:sldChg>
      <pc:sldChg chg="del">
        <pc:chgData name="Jeff DeRemer" userId="a37f3d2d141577c5" providerId="Windows Live" clId="Web-{A02B1756-540D-4FF5-8F87-EDC967067F05}" dt="2023-09-03T00:20:20.075" v="20"/>
        <pc:sldMkLst>
          <pc:docMk/>
          <pc:sldMk cId="1112612059" sldId="285"/>
        </pc:sldMkLst>
      </pc:sldChg>
      <pc:sldChg chg="del">
        <pc:chgData name="Jeff DeRemer" userId="a37f3d2d141577c5" providerId="Windows Live" clId="Web-{A02B1756-540D-4FF5-8F87-EDC967067F05}" dt="2023-09-03T00:20:20.184" v="21"/>
        <pc:sldMkLst>
          <pc:docMk/>
          <pc:sldMk cId="2771794891" sldId="286"/>
        </pc:sldMkLst>
      </pc:sldChg>
      <pc:sldChg chg="del">
        <pc:chgData name="Jeff DeRemer" userId="a37f3d2d141577c5" providerId="Windows Live" clId="Web-{A02B1756-540D-4FF5-8F87-EDC967067F05}" dt="2023-09-03T00:20:19.825" v="19"/>
        <pc:sldMkLst>
          <pc:docMk/>
          <pc:sldMk cId="4209612668" sldId="287"/>
        </pc:sldMkLst>
      </pc:sldChg>
      <pc:sldChg chg="del">
        <pc:chgData name="Jeff DeRemer" userId="a37f3d2d141577c5" providerId="Windows Live" clId="Web-{A02B1756-540D-4FF5-8F87-EDC967067F05}" dt="2023-09-03T00:20:59.154" v="41"/>
        <pc:sldMkLst>
          <pc:docMk/>
          <pc:sldMk cId="1175048660" sldId="288"/>
        </pc:sldMkLst>
      </pc:sldChg>
      <pc:sldChg chg="del">
        <pc:chgData name="Jeff DeRemer" userId="a37f3d2d141577c5" providerId="Windows Live" clId="Web-{A02B1756-540D-4FF5-8F87-EDC967067F05}" dt="2023-09-03T00:21:07.233" v="47"/>
        <pc:sldMkLst>
          <pc:docMk/>
          <pc:sldMk cId="1487085672" sldId="289"/>
        </pc:sldMkLst>
      </pc:sldChg>
      <pc:sldChg chg="del">
        <pc:chgData name="Jeff DeRemer" userId="a37f3d2d141577c5" providerId="Windows Live" clId="Web-{A02B1756-540D-4FF5-8F87-EDC967067F05}" dt="2023-09-03T00:20:15.153" v="6"/>
        <pc:sldMkLst>
          <pc:docMk/>
          <pc:sldMk cId="4076531934" sldId="290"/>
        </pc:sldMkLst>
      </pc:sldChg>
      <pc:sldChg chg="del">
        <pc:chgData name="Jeff DeRemer" userId="a37f3d2d141577c5" providerId="Windows Live" clId="Web-{A02B1756-540D-4FF5-8F87-EDC967067F05}" dt="2023-09-03T00:20:17.981" v="15"/>
        <pc:sldMkLst>
          <pc:docMk/>
          <pc:sldMk cId="2803421184" sldId="292"/>
        </pc:sldMkLst>
      </pc:sldChg>
      <pc:sldChg chg="del">
        <pc:chgData name="Jeff DeRemer" userId="a37f3d2d141577c5" providerId="Windows Live" clId="Web-{A02B1756-540D-4FF5-8F87-EDC967067F05}" dt="2023-09-03T00:21:10.529" v="53"/>
        <pc:sldMkLst>
          <pc:docMk/>
          <pc:sldMk cId="3056689765" sldId="293"/>
        </pc:sldMkLst>
      </pc:sldChg>
      <pc:sldChg chg="del">
        <pc:chgData name="Jeff DeRemer" userId="a37f3d2d141577c5" providerId="Windows Live" clId="Web-{A02B1756-540D-4FF5-8F87-EDC967067F05}" dt="2023-09-03T00:20:21.091" v="24"/>
        <pc:sldMkLst>
          <pc:docMk/>
          <pc:sldMk cId="2373186645" sldId="294"/>
        </pc:sldMkLst>
      </pc:sldChg>
      <pc:sldChg chg="del">
        <pc:chgData name="Jeff DeRemer" userId="a37f3d2d141577c5" providerId="Windows Live" clId="Web-{A02B1756-540D-4FF5-8F87-EDC967067F05}" dt="2023-09-03T00:21:07.858" v="48"/>
        <pc:sldMkLst>
          <pc:docMk/>
          <pc:sldMk cId="1109033926" sldId="295"/>
        </pc:sldMkLst>
      </pc:sldChg>
      <pc:sldChg chg="del">
        <pc:chgData name="Jeff DeRemer" userId="a37f3d2d141577c5" providerId="Windows Live" clId="Web-{A02B1756-540D-4FF5-8F87-EDC967067F05}" dt="2023-09-03T00:20:15.341" v="7"/>
        <pc:sldMkLst>
          <pc:docMk/>
          <pc:sldMk cId="3257431584" sldId="296"/>
        </pc:sldMkLst>
      </pc:sldChg>
      <pc:sldChg chg="del">
        <pc:chgData name="Jeff DeRemer" userId="a37f3d2d141577c5" providerId="Windows Live" clId="Web-{A02B1756-540D-4FF5-8F87-EDC967067F05}" dt="2023-09-03T00:20:15.950" v="8"/>
        <pc:sldMkLst>
          <pc:docMk/>
          <pc:sldMk cId="3916907533" sldId="297"/>
        </pc:sldMkLst>
      </pc:sldChg>
      <pc:sldChg chg="del">
        <pc:chgData name="Jeff DeRemer" userId="a37f3d2d141577c5" providerId="Windows Live" clId="Web-{A02B1756-540D-4FF5-8F87-EDC967067F05}" dt="2023-09-03T00:21:05.873" v="45"/>
        <pc:sldMkLst>
          <pc:docMk/>
          <pc:sldMk cId="3946900745" sldId="299"/>
        </pc:sldMkLst>
      </pc:sldChg>
      <pc:sldChg chg="modSp">
        <pc:chgData name="Jeff DeRemer" userId="a37f3d2d141577c5" providerId="Windows Live" clId="Web-{A02B1756-540D-4FF5-8F87-EDC967067F05}" dt="2023-09-03T00:42:33.834" v="416" actId="20577"/>
        <pc:sldMkLst>
          <pc:docMk/>
          <pc:sldMk cId="586689482" sldId="300"/>
        </pc:sldMkLst>
        <pc:spChg chg="mod">
          <ac:chgData name="Jeff DeRemer" userId="a37f3d2d141577c5" providerId="Windows Live" clId="Web-{A02B1756-540D-4FF5-8F87-EDC967067F05}" dt="2023-09-03T00:31:59.677" v="239" actId="20577"/>
          <ac:spMkLst>
            <pc:docMk/>
            <pc:sldMk cId="586689482" sldId="300"/>
            <ac:spMk id="2" creationId="{E396FD66-0FAC-C93C-0BC0-9B32126BDF21}"/>
          </ac:spMkLst>
        </pc:spChg>
        <pc:spChg chg="mod">
          <ac:chgData name="Jeff DeRemer" userId="a37f3d2d141577c5" providerId="Windows Live" clId="Web-{A02B1756-540D-4FF5-8F87-EDC967067F05}" dt="2023-09-03T00:42:33.834" v="416" actId="20577"/>
          <ac:spMkLst>
            <pc:docMk/>
            <pc:sldMk cId="586689482" sldId="300"/>
            <ac:spMk id="3" creationId="{8EB233B7-06E6-03F2-34F3-FB9B82AFFD58}"/>
          </ac:spMkLst>
        </pc:spChg>
      </pc:sldChg>
      <pc:sldChg chg="del">
        <pc:chgData name="Jeff DeRemer" userId="a37f3d2d141577c5" providerId="Windows Live" clId="Web-{A02B1756-540D-4FF5-8F87-EDC967067F05}" dt="2023-09-03T00:21:09.404" v="51"/>
        <pc:sldMkLst>
          <pc:docMk/>
          <pc:sldMk cId="2227905725" sldId="301"/>
        </pc:sldMkLst>
      </pc:sldChg>
      <pc:sldChg chg="del">
        <pc:chgData name="Jeff DeRemer" userId="a37f3d2d141577c5" providerId="Windows Live" clId="Web-{A02B1756-540D-4FF5-8F87-EDC967067F05}" dt="2023-09-03T00:21:08.311" v="49"/>
        <pc:sldMkLst>
          <pc:docMk/>
          <pc:sldMk cId="2536371849" sldId="302"/>
        </pc:sldMkLst>
      </pc:sldChg>
      <pc:sldChg chg="del">
        <pc:chgData name="Jeff DeRemer" userId="a37f3d2d141577c5" providerId="Windows Live" clId="Web-{A02B1756-540D-4FF5-8F87-EDC967067F05}" dt="2023-09-03T00:21:09.904" v="52"/>
        <pc:sldMkLst>
          <pc:docMk/>
          <pc:sldMk cId="4098653268" sldId="303"/>
        </pc:sldMkLst>
      </pc:sldChg>
      <pc:sldChg chg="del">
        <pc:chgData name="Jeff DeRemer" userId="a37f3d2d141577c5" providerId="Windows Live" clId="Web-{A02B1756-540D-4FF5-8F87-EDC967067F05}" dt="2023-09-03T00:21:06.436" v="46"/>
        <pc:sldMkLst>
          <pc:docMk/>
          <pc:sldMk cId="2894770160" sldId="304"/>
        </pc:sldMkLst>
      </pc:sldChg>
      <pc:sldChg chg="del">
        <pc:chgData name="Jeff DeRemer" userId="a37f3d2d141577c5" providerId="Windows Live" clId="Web-{A02B1756-540D-4FF5-8F87-EDC967067F05}" dt="2023-09-03T00:20:53.357" v="34"/>
        <pc:sldMkLst>
          <pc:docMk/>
          <pc:sldMk cId="1935756779" sldId="305"/>
        </pc:sldMkLst>
      </pc:sldChg>
      <pc:sldChg chg="del">
        <pc:chgData name="Jeff DeRemer" userId="a37f3d2d141577c5" providerId="Windows Live" clId="Web-{A02B1756-540D-4FF5-8F87-EDC967067F05}" dt="2023-09-03T00:20:19.091" v="18"/>
        <pc:sldMkLst>
          <pc:docMk/>
          <pc:sldMk cId="3166782752" sldId="306"/>
        </pc:sldMkLst>
      </pc:sldChg>
      <pc:sldChg chg="del">
        <pc:chgData name="Jeff DeRemer" userId="a37f3d2d141577c5" providerId="Windows Live" clId="Web-{A02B1756-540D-4FF5-8F87-EDC967067F05}" dt="2023-09-03T00:20:22.638" v="27"/>
        <pc:sldMkLst>
          <pc:docMk/>
          <pc:sldMk cId="2145870571" sldId="307"/>
        </pc:sldMkLst>
      </pc:sldChg>
      <pc:sldChg chg="del">
        <pc:chgData name="Jeff DeRemer" userId="a37f3d2d141577c5" providerId="Windows Live" clId="Web-{A02B1756-540D-4FF5-8F87-EDC967067F05}" dt="2023-09-03T00:20:23.153" v="28"/>
        <pc:sldMkLst>
          <pc:docMk/>
          <pc:sldMk cId="1173428035" sldId="308"/>
        </pc:sldMkLst>
      </pc:sldChg>
      <pc:sldChg chg="del">
        <pc:chgData name="Jeff DeRemer" userId="a37f3d2d141577c5" providerId="Windows Live" clId="Web-{A02B1756-540D-4FF5-8F87-EDC967067F05}" dt="2023-09-03T00:20:16.387" v="9"/>
        <pc:sldMkLst>
          <pc:docMk/>
          <pc:sldMk cId="3630277452" sldId="309"/>
        </pc:sldMkLst>
      </pc:sldChg>
      <pc:sldChg chg="del">
        <pc:chgData name="Jeff DeRemer" userId="a37f3d2d141577c5" providerId="Windows Live" clId="Web-{A02B1756-540D-4FF5-8F87-EDC967067F05}" dt="2023-09-03T00:20:13.716" v="3"/>
        <pc:sldMkLst>
          <pc:docMk/>
          <pc:sldMk cId="2940824636" sldId="310"/>
        </pc:sldMkLst>
      </pc:sldChg>
      <pc:sldChg chg="del">
        <pc:chgData name="Jeff DeRemer" userId="a37f3d2d141577c5" providerId="Windows Live" clId="Web-{A02B1756-540D-4FF5-8F87-EDC967067F05}" dt="2023-09-03T00:20:40.326" v="32"/>
        <pc:sldMkLst>
          <pc:docMk/>
          <pc:sldMk cId="322086555" sldId="312"/>
        </pc:sldMkLst>
      </pc:sldChg>
      <pc:sldChg chg="del">
        <pc:chgData name="Jeff DeRemer" userId="a37f3d2d141577c5" providerId="Windows Live" clId="Web-{A02B1756-540D-4FF5-8F87-EDC967067F05}" dt="2023-09-03T00:20:13.012" v="1"/>
        <pc:sldMkLst>
          <pc:docMk/>
          <pc:sldMk cId="3904009533" sldId="313"/>
        </pc:sldMkLst>
      </pc:sldChg>
      <pc:sldChg chg="del">
        <pc:chgData name="Jeff DeRemer" userId="a37f3d2d141577c5" providerId="Windows Live" clId="Web-{A02B1756-540D-4FF5-8F87-EDC967067F05}" dt="2023-09-03T00:20:14.747" v="5"/>
        <pc:sldMkLst>
          <pc:docMk/>
          <pc:sldMk cId="588049691" sldId="314"/>
        </pc:sldMkLst>
      </pc:sldChg>
      <pc:sldChg chg="del">
        <pc:chgData name="Jeff DeRemer" userId="a37f3d2d141577c5" providerId="Windows Live" clId="Web-{A02B1756-540D-4FF5-8F87-EDC967067F05}" dt="2023-09-03T00:20:16.528" v="11"/>
        <pc:sldMkLst>
          <pc:docMk/>
          <pc:sldMk cId="3588194236" sldId="315"/>
        </pc:sldMkLst>
      </pc:sldChg>
      <pc:sldChg chg="del">
        <pc:chgData name="Jeff DeRemer" userId="a37f3d2d141577c5" providerId="Windows Live" clId="Web-{A02B1756-540D-4FF5-8F87-EDC967067F05}" dt="2023-09-03T00:20:53.967" v="35"/>
        <pc:sldMkLst>
          <pc:docMk/>
          <pc:sldMk cId="3080211462" sldId="316"/>
        </pc:sldMkLst>
      </pc:sldChg>
      <pc:sldChg chg="del">
        <pc:chgData name="Jeff DeRemer" userId="a37f3d2d141577c5" providerId="Windows Live" clId="Web-{A02B1756-540D-4FF5-8F87-EDC967067F05}" dt="2023-09-03T00:20:11.590" v="0"/>
        <pc:sldMkLst>
          <pc:docMk/>
          <pc:sldMk cId="915020623" sldId="317"/>
        </pc:sldMkLst>
      </pc:sldChg>
      <pc:sldChg chg="del">
        <pc:chgData name="Jeff DeRemer" userId="a37f3d2d141577c5" providerId="Windows Live" clId="Web-{A02B1756-540D-4FF5-8F87-EDC967067F05}" dt="2023-09-03T00:21:11.076" v="54"/>
        <pc:sldMkLst>
          <pc:docMk/>
          <pc:sldMk cId="1712350636" sldId="318"/>
        </pc:sldMkLst>
      </pc:sldChg>
      <pc:sldChg chg="modSp ord">
        <pc:chgData name="Jeff DeRemer" userId="a37f3d2d141577c5" providerId="Windows Live" clId="Web-{A02B1756-540D-4FF5-8F87-EDC967067F05}" dt="2023-09-03T00:53:20.772" v="502" actId="20577"/>
        <pc:sldMkLst>
          <pc:docMk/>
          <pc:sldMk cId="2417779818" sldId="319"/>
        </pc:sldMkLst>
        <pc:spChg chg="mod">
          <ac:chgData name="Jeff DeRemer" userId="a37f3d2d141577c5" providerId="Windows Live" clId="Web-{A02B1756-540D-4FF5-8F87-EDC967067F05}" dt="2023-09-03T00:53:20.772" v="502" actId="20577"/>
          <ac:spMkLst>
            <pc:docMk/>
            <pc:sldMk cId="2417779818" sldId="319"/>
            <ac:spMk id="3" creationId="{12EED0E7-EAC5-B55A-2374-3C8714688BAE}"/>
          </ac:spMkLst>
        </pc:spChg>
      </pc:sldChg>
      <pc:sldChg chg="del">
        <pc:chgData name="Jeff DeRemer" userId="a37f3d2d141577c5" providerId="Windows Live" clId="Web-{A02B1756-540D-4FF5-8F87-EDC967067F05}" dt="2023-09-03T00:21:08.858" v="50"/>
        <pc:sldMkLst>
          <pc:docMk/>
          <pc:sldMk cId="1363589781" sldId="320"/>
        </pc:sldMkLst>
      </pc:sldChg>
      <pc:sldChg chg="modSp new">
        <pc:chgData name="Jeff DeRemer" userId="a37f3d2d141577c5" providerId="Windows Live" clId="Web-{A02B1756-540D-4FF5-8F87-EDC967067F05}" dt="2023-09-03T00:48:50.140" v="473" actId="20577"/>
        <pc:sldMkLst>
          <pc:docMk/>
          <pc:sldMk cId="1366548998" sldId="320"/>
        </pc:sldMkLst>
        <pc:spChg chg="mod">
          <ac:chgData name="Jeff DeRemer" userId="a37f3d2d141577c5" providerId="Windows Live" clId="Web-{A02B1756-540D-4FF5-8F87-EDC967067F05}" dt="2023-09-03T00:44:13.368" v="427" actId="20577"/>
          <ac:spMkLst>
            <pc:docMk/>
            <pc:sldMk cId="1366548998" sldId="320"/>
            <ac:spMk id="2" creationId="{0359A145-8298-7485-4D3F-14BBD74250CB}"/>
          </ac:spMkLst>
        </pc:spChg>
        <pc:spChg chg="mod">
          <ac:chgData name="Jeff DeRemer" userId="a37f3d2d141577c5" providerId="Windows Live" clId="Web-{A02B1756-540D-4FF5-8F87-EDC967067F05}" dt="2023-09-03T00:48:50.140" v="473" actId="20577"/>
          <ac:spMkLst>
            <pc:docMk/>
            <pc:sldMk cId="1366548998" sldId="320"/>
            <ac:spMk id="3" creationId="{D6EBBCBC-4004-FC3D-A0C9-8EAC9B1CD435}"/>
          </ac:spMkLst>
        </pc:spChg>
      </pc:sldChg>
    </pc:docChg>
  </pc:docChgLst>
  <pc:docChgLst>
    <pc:chgData name="Jeff DeRemer" userId="a37f3d2d141577c5" providerId="Windows Live" clId="Web-{440B02FF-CBA4-4939-A8C4-9DEDA1DD0B81}"/>
    <pc:docChg chg="addSld delSld modSld sldOrd addSection modSection">
      <pc:chgData name="Jeff DeRemer" userId="a37f3d2d141577c5" providerId="Windows Live" clId="Web-{440B02FF-CBA4-4939-A8C4-9DEDA1DD0B81}" dt="2023-07-23T18:16:14.708" v="897" actId="20577"/>
      <pc:docMkLst>
        <pc:docMk/>
      </pc:docMkLst>
      <pc:sldChg chg="modSp ord">
        <pc:chgData name="Jeff DeRemer" userId="a37f3d2d141577c5" providerId="Windows Live" clId="Web-{440B02FF-CBA4-4939-A8C4-9DEDA1DD0B81}" dt="2023-07-23T18:10:47.632" v="794" actId="20577"/>
        <pc:sldMkLst>
          <pc:docMk/>
          <pc:sldMk cId="436497126" sldId="257"/>
        </pc:sldMkLst>
        <pc:spChg chg="mod">
          <ac:chgData name="Jeff DeRemer" userId="a37f3d2d141577c5" providerId="Windows Live" clId="Web-{440B02FF-CBA4-4939-A8C4-9DEDA1DD0B81}" dt="2023-07-23T18:10:47.632" v="794" actId="20577"/>
          <ac:spMkLst>
            <pc:docMk/>
            <pc:sldMk cId="436497126" sldId="257"/>
            <ac:spMk id="3" creationId="{69F6AD24-2AA8-1769-5A4C-06990BD5C0B0}"/>
          </ac:spMkLst>
        </pc:spChg>
      </pc:sldChg>
      <pc:sldChg chg="modSp">
        <pc:chgData name="Jeff DeRemer" userId="a37f3d2d141577c5" providerId="Windows Live" clId="Web-{440B02FF-CBA4-4939-A8C4-9DEDA1DD0B81}" dt="2023-07-23T18:11:33.775" v="808" actId="20577"/>
        <pc:sldMkLst>
          <pc:docMk/>
          <pc:sldMk cId="3204198918" sldId="258"/>
        </pc:sldMkLst>
        <pc:spChg chg="mod">
          <ac:chgData name="Jeff DeRemer" userId="a37f3d2d141577c5" providerId="Windows Live" clId="Web-{440B02FF-CBA4-4939-A8C4-9DEDA1DD0B81}" dt="2023-07-23T18:11:33.775" v="808" actId="20577"/>
          <ac:spMkLst>
            <pc:docMk/>
            <pc:sldMk cId="3204198918" sldId="258"/>
            <ac:spMk id="3" creationId="{B6C27F68-3CFD-F860-DC38-DB6A07A7E802}"/>
          </ac:spMkLst>
        </pc:spChg>
      </pc:sldChg>
      <pc:sldChg chg="modSp">
        <pc:chgData name="Jeff DeRemer" userId="a37f3d2d141577c5" providerId="Windows Live" clId="Web-{440B02FF-CBA4-4939-A8C4-9DEDA1DD0B81}" dt="2023-07-23T18:16:14.708" v="897" actId="20577"/>
        <pc:sldMkLst>
          <pc:docMk/>
          <pc:sldMk cId="1537062186" sldId="259"/>
        </pc:sldMkLst>
        <pc:spChg chg="mod">
          <ac:chgData name="Jeff DeRemer" userId="a37f3d2d141577c5" providerId="Windows Live" clId="Web-{440B02FF-CBA4-4939-A8C4-9DEDA1DD0B81}" dt="2023-07-23T18:16:14.708" v="897" actId="20577"/>
          <ac:spMkLst>
            <pc:docMk/>
            <pc:sldMk cId="1537062186" sldId="259"/>
            <ac:spMk id="3" creationId="{C94EAD4E-0DEF-F3E3-2CD3-304D0D8776E8}"/>
          </ac:spMkLst>
        </pc:spChg>
      </pc:sldChg>
      <pc:sldChg chg="modSp ord">
        <pc:chgData name="Jeff DeRemer" userId="a37f3d2d141577c5" providerId="Windows Live" clId="Web-{440B02FF-CBA4-4939-A8C4-9DEDA1DD0B81}" dt="2023-07-23T17:24:41.676" v="169" actId="20577"/>
        <pc:sldMkLst>
          <pc:docMk/>
          <pc:sldMk cId="3800418244" sldId="260"/>
        </pc:sldMkLst>
        <pc:spChg chg="mod">
          <ac:chgData name="Jeff DeRemer" userId="a37f3d2d141577c5" providerId="Windows Live" clId="Web-{440B02FF-CBA4-4939-A8C4-9DEDA1DD0B81}" dt="2023-07-23T17:24:41.676" v="169" actId="20577"/>
          <ac:spMkLst>
            <pc:docMk/>
            <pc:sldMk cId="3800418244" sldId="260"/>
            <ac:spMk id="2" creationId="{B1D4C514-C7C7-BF2E-7E46-F8567E808013}"/>
          </ac:spMkLst>
        </pc:spChg>
      </pc:sldChg>
      <pc:sldChg chg="ord">
        <pc:chgData name="Jeff DeRemer" userId="a37f3d2d141577c5" providerId="Windows Live" clId="Web-{440B02FF-CBA4-4939-A8C4-9DEDA1DD0B81}" dt="2023-07-23T17:30:46.769" v="271"/>
        <pc:sldMkLst>
          <pc:docMk/>
          <pc:sldMk cId="4291219111" sldId="269"/>
        </pc:sldMkLst>
      </pc:sldChg>
      <pc:sldChg chg="modSp ord">
        <pc:chgData name="Jeff DeRemer" userId="a37f3d2d141577c5" providerId="Windows Live" clId="Web-{440B02FF-CBA4-4939-A8C4-9DEDA1DD0B81}" dt="2023-07-23T17:33:09.634" v="282" actId="20577"/>
        <pc:sldMkLst>
          <pc:docMk/>
          <pc:sldMk cId="3628189326" sldId="270"/>
        </pc:sldMkLst>
        <pc:spChg chg="mod">
          <ac:chgData name="Jeff DeRemer" userId="a37f3d2d141577c5" providerId="Windows Live" clId="Web-{440B02FF-CBA4-4939-A8C4-9DEDA1DD0B81}" dt="2023-07-23T17:33:09.634" v="282" actId="20577"/>
          <ac:spMkLst>
            <pc:docMk/>
            <pc:sldMk cId="3628189326" sldId="270"/>
            <ac:spMk id="2" creationId="{9DB831FD-D532-CC05-3979-A33DE6AA6F6E}"/>
          </ac:spMkLst>
        </pc:spChg>
      </pc:sldChg>
      <pc:sldChg chg="ord">
        <pc:chgData name="Jeff DeRemer" userId="a37f3d2d141577c5" providerId="Windows Live" clId="Web-{440B02FF-CBA4-4939-A8C4-9DEDA1DD0B81}" dt="2023-07-23T17:40:29.433" v="409"/>
        <pc:sldMkLst>
          <pc:docMk/>
          <pc:sldMk cId="1682394483" sldId="272"/>
        </pc:sldMkLst>
      </pc:sldChg>
      <pc:sldChg chg="ord">
        <pc:chgData name="Jeff DeRemer" userId="a37f3d2d141577c5" providerId="Windows Live" clId="Web-{440B02FF-CBA4-4939-A8C4-9DEDA1DD0B81}" dt="2023-07-23T18:02:52.598" v="727"/>
        <pc:sldMkLst>
          <pc:docMk/>
          <pc:sldMk cId="1966568967" sldId="273"/>
        </pc:sldMkLst>
      </pc:sldChg>
      <pc:sldChg chg="modSp ord">
        <pc:chgData name="Jeff DeRemer" userId="a37f3d2d141577c5" providerId="Windows Live" clId="Web-{440B02FF-CBA4-4939-A8C4-9DEDA1DD0B81}" dt="2023-07-23T17:42:16.610" v="435"/>
        <pc:sldMkLst>
          <pc:docMk/>
          <pc:sldMk cId="517718756" sldId="274"/>
        </pc:sldMkLst>
        <pc:spChg chg="mod">
          <ac:chgData name="Jeff DeRemer" userId="a37f3d2d141577c5" providerId="Windows Live" clId="Web-{440B02FF-CBA4-4939-A8C4-9DEDA1DD0B81}" dt="2023-07-23T17:42:12.547" v="434" actId="20577"/>
          <ac:spMkLst>
            <pc:docMk/>
            <pc:sldMk cId="517718756" sldId="274"/>
            <ac:spMk id="2" creationId="{DA44FD8D-74EE-A547-A9C3-112CE6388BDC}"/>
          </ac:spMkLst>
        </pc:spChg>
      </pc:sldChg>
      <pc:sldChg chg="ord">
        <pc:chgData name="Jeff DeRemer" userId="a37f3d2d141577c5" providerId="Windows Live" clId="Web-{440B02FF-CBA4-4939-A8C4-9DEDA1DD0B81}" dt="2023-07-23T17:42:34.907" v="436"/>
        <pc:sldMkLst>
          <pc:docMk/>
          <pc:sldMk cId="3591501101" sldId="276"/>
        </pc:sldMkLst>
      </pc:sldChg>
      <pc:sldChg chg="ord">
        <pc:chgData name="Jeff DeRemer" userId="a37f3d2d141577c5" providerId="Windows Live" clId="Web-{440B02FF-CBA4-4939-A8C4-9DEDA1DD0B81}" dt="2023-07-23T17:46:45.746" v="498"/>
        <pc:sldMkLst>
          <pc:docMk/>
          <pc:sldMk cId="2746935985" sldId="280"/>
        </pc:sldMkLst>
      </pc:sldChg>
      <pc:sldChg chg="ord">
        <pc:chgData name="Jeff DeRemer" userId="a37f3d2d141577c5" providerId="Windows Live" clId="Web-{440B02FF-CBA4-4939-A8C4-9DEDA1DD0B81}" dt="2023-07-23T17:47:02.793" v="499"/>
        <pc:sldMkLst>
          <pc:docMk/>
          <pc:sldMk cId="1741603341" sldId="281"/>
        </pc:sldMkLst>
      </pc:sldChg>
      <pc:sldChg chg="ord">
        <pc:chgData name="Jeff DeRemer" userId="a37f3d2d141577c5" providerId="Windows Live" clId="Web-{440B02FF-CBA4-4939-A8C4-9DEDA1DD0B81}" dt="2023-07-23T17:47:32.498" v="503"/>
        <pc:sldMkLst>
          <pc:docMk/>
          <pc:sldMk cId="1861732289" sldId="283"/>
        </pc:sldMkLst>
      </pc:sldChg>
      <pc:sldChg chg="ord">
        <pc:chgData name="Jeff DeRemer" userId="a37f3d2d141577c5" providerId="Windows Live" clId="Web-{440B02FF-CBA4-4939-A8C4-9DEDA1DD0B81}" dt="2023-07-23T17:51:16.288" v="548"/>
        <pc:sldMkLst>
          <pc:docMk/>
          <pc:sldMk cId="1987841433" sldId="284"/>
        </pc:sldMkLst>
      </pc:sldChg>
      <pc:sldChg chg="ord">
        <pc:chgData name="Jeff DeRemer" userId="a37f3d2d141577c5" providerId="Windows Live" clId="Web-{440B02FF-CBA4-4939-A8C4-9DEDA1DD0B81}" dt="2023-07-23T17:56:54.942" v="627"/>
        <pc:sldMkLst>
          <pc:docMk/>
          <pc:sldMk cId="1112612059" sldId="285"/>
        </pc:sldMkLst>
      </pc:sldChg>
      <pc:sldChg chg="ord">
        <pc:chgData name="Jeff DeRemer" userId="a37f3d2d141577c5" providerId="Windows Live" clId="Web-{440B02FF-CBA4-4939-A8C4-9DEDA1DD0B81}" dt="2023-07-23T17:57:47.507" v="636"/>
        <pc:sldMkLst>
          <pc:docMk/>
          <pc:sldMk cId="2771794891" sldId="286"/>
        </pc:sldMkLst>
      </pc:sldChg>
      <pc:sldChg chg="ord">
        <pc:chgData name="Jeff DeRemer" userId="a37f3d2d141577c5" providerId="Windows Live" clId="Web-{440B02FF-CBA4-4939-A8C4-9DEDA1DD0B81}" dt="2023-07-23T17:54:07.514" v="567"/>
        <pc:sldMkLst>
          <pc:docMk/>
          <pc:sldMk cId="4209612668" sldId="287"/>
        </pc:sldMkLst>
      </pc:sldChg>
      <pc:sldChg chg="ord">
        <pc:chgData name="Jeff DeRemer" userId="a37f3d2d141577c5" providerId="Windows Live" clId="Web-{440B02FF-CBA4-4939-A8C4-9DEDA1DD0B81}" dt="2023-07-23T17:58:26.837" v="638"/>
        <pc:sldMkLst>
          <pc:docMk/>
          <pc:sldMk cId="1175048660" sldId="288"/>
        </pc:sldMkLst>
      </pc:sldChg>
      <pc:sldChg chg="modSp">
        <pc:chgData name="Jeff DeRemer" userId="a37f3d2d141577c5" providerId="Windows Live" clId="Web-{440B02FF-CBA4-4939-A8C4-9DEDA1DD0B81}" dt="2023-07-23T18:12:42.903" v="835" actId="20577"/>
        <pc:sldMkLst>
          <pc:docMk/>
          <pc:sldMk cId="4076531934" sldId="290"/>
        </pc:sldMkLst>
        <pc:spChg chg="mod">
          <ac:chgData name="Jeff DeRemer" userId="a37f3d2d141577c5" providerId="Windows Live" clId="Web-{440B02FF-CBA4-4939-A8C4-9DEDA1DD0B81}" dt="2023-07-23T18:12:42.903" v="835" actId="20577"/>
          <ac:spMkLst>
            <pc:docMk/>
            <pc:sldMk cId="4076531934" sldId="290"/>
            <ac:spMk id="3" creationId="{960B53B4-EA2F-EDEB-811E-08923203A428}"/>
          </ac:spMkLst>
        </pc:spChg>
      </pc:sldChg>
      <pc:sldChg chg="modSp ord">
        <pc:chgData name="Jeff DeRemer" userId="a37f3d2d141577c5" providerId="Windows Live" clId="Web-{440B02FF-CBA4-4939-A8C4-9DEDA1DD0B81}" dt="2023-07-23T17:54:35.249" v="584" actId="20577"/>
        <pc:sldMkLst>
          <pc:docMk/>
          <pc:sldMk cId="117291877" sldId="291"/>
        </pc:sldMkLst>
        <pc:spChg chg="mod">
          <ac:chgData name="Jeff DeRemer" userId="a37f3d2d141577c5" providerId="Windows Live" clId="Web-{440B02FF-CBA4-4939-A8C4-9DEDA1DD0B81}" dt="2023-07-23T17:54:35.249" v="584" actId="20577"/>
          <ac:spMkLst>
            <pc:docMk/>
            <pc:sldMk cId="117291877" sldId="291"/>
            <ac:spMk id="2" creationId="{7C7FA624-06C1-58CB-6EBF-6A6E06B55AA5}"/>
          </ac:spMkLst>
        </pc:spChg>
      </pc:sldChg>
      <pc:sldChg chg="modSp ord">
        <pc:chgData name="Jeff DeRemer" userId="a37f3d2d141577c5" providerId="Windows Live" clId="Web-{440B02FF-CBA4-4939-A8C4-9DEDA1DD0B81}" dt="2023-07-23T17:29:30.813" v="258" actId="20577"/>
        <pc:sldMkLst>
          <pc:docMk/>
          <pc:sldMk cId="2373186645" sldId="294"/>
        </pc:sldMkLst>
        <pc:spChg chg="mod">
          <ac:chgData name="Jeff DeRemer" userId="a37f3d2d141577c5" providerId="Windows Live" clId="Web-{440B02FF-CBA4-4939-A8C4-9DEDA1DD0B81}" dt="2023-07-23T17:29:30.813" v="258" actId="20577"/>
          <ac:spMkLst>
            <pc:docMk/>
            <pc:sldMk cId="2373186645" sldId="294"/>
            <ac:spMk id="2" creationId="{B2222F7C-0144-814E-2BAD-01A1646151D4}"/>
          </ac:spMkLst>
        </pc:spChg>
      </pc:sldChg>
      <pc:sldChg chg="modSp">
        <pc:chgData name="Jeff DeRemer" userId="a37f3d2d141577c5" providerId="Windows Live" clId="Web-{440B02FF-CBA4-4939-A8C4-9DEDA1DD0B81}" dt="2023-07-23T18:14:05.594" v="865" actId="20577"/>
        <pc:sldMkLst>
          <pc:docMk/>
          <pc:sldMk cId="3257431584" sldId="296"/>
        </pc:sldMkLst>
        <pc:spChg chg="mod">
          <ac:chgData name="Jeff DeRemer" userId="a37f3d2d141577c5" providerId="Windows Live" clId="Web-{440B02FF-CBA4-4939-A8C4-9DEDA1DD0B81}" dt="2023-07-23T18:14:05.594" v="865" actId="20577"/>
          <ac:spMkLst>
            <pc:docMk/>
            <pc:sldMk cId="3257431584" sldId="296"/>
            <ac:spMk id="3" creationId="{796CF47D-9B0B-ECCF-6644-4B8820451995}"/>
          </ac:spMkLst>
        </pc:spChg>
      </pc:sldChg>
      <pc:sldChg chg="modSp">
        <pc:chgData name="Jeff DeRemer" userId="a37f3d2d141577c5" providerId="Windows Live" clId="Web-{440B02FF-CBA4-4939-A8C4-9DEDA1DD0B81}" dt="2023-07-23T18:14:39.345" v="870" actId="20577"/>
        <pc:sldMkLst>
          <pc:docMk/>
          <pc:sldMk cId="3916907533" sldId="297"/>
        </pc:sldMkLst>
        <pc:spChg chg="mod">
          <ac:chgData name="Jeff DeRemer" userId="a37f3d2d141577c5" providerId="Windows Live" clId="Web-{440B02FF-CBA4-4939-A8C4-9DEDA1DD0B81}" dt="2023-07-23T17:15:50.983" v="38" actId="20577"/>
          <ac:spMkLst>
            <pc:docMk/>
            <pc:sldMk cId="3916907533" sldId="297"/>
            <ac:spMk id="2" creationId="{5A685380-2386-9E47-2E6D-53289BC316F1}"/>
          </ac:spMkLst>
        </pc:spChg>
        <pc:spChg chg="mod">
          <ac:chgData name="Jeff DeRemer" userId="a37f3d2d141577c5" providerId="Windows Live" clId="Web-{440B02FF-CBA4-4939-A8C4-9DEDA1DD0B81}" dt="2023-07-23T18:14:39.345" v="870" actId="20577"/>
          <ac:spMkLst>
            <pc:docMk/>
            <pc:sldMk cId="3916907533" sldId="297"/>
            <ac:spMk id="3" creationId="{44445D3B-2A71-A9CA-450D-9A629D66162C}"/>
          </ac:spMkLst>
        </pc:spChg>
      </pc:sldChg>
      <pc:sldChg chg="modSp">
        <pc:chgData name="Jeff DeRemer" userId="a37f3d2d141577c5" providerId="Windows Live" clId="Web-{440B02FF-CBA4-4939-A8C4-9DEDA1DD0B81}" dt="2023-07-23T17:24:14.597" v="161" actId="20577"/>
        <pc:sldMkLst>
          <pc:docMk/>
          <pc:sldMk cId="4013399894" sldId="298"/>
        </pc:sldMkLst>
        <pc:spChg chg="mod">
          <ac:chgData name="Jeff DeRemer" userId="a37f3d2d141577c5" providerId="Windows Live" clId="Web-{440B02FF-CBA4-4939-A8C4-9DEDA1DD0B81}" dt="2023-07-23T17:24:14.597" v="161" actId="20577"/>
          <ac:spMkLst>
            <pc:docMk/>
            <pc:sldMk cId="4013399894" sldId="298"/>
            <ac:spMk id="2" creationId="{9FC04FDF-F6C6-A102-AAE8-320D1538DF86}"/>
          </ac:spMkLst>
        </pc:spChg>
      </pc:sldChg>
      <pc:sldChg chg="modSp ord">
        <pc:chgData name="Jeff DeRemer" userId="a37f3d2d141577c5" providerId="Windows Live" clId="Web-{440B02FF-CBA4-4939-A8C4-9DEDA1DD0B81}" dt="2023-07-23T17:41:17.732" v="420"/>
        <pc:sldMkLst>
          <pc:docMk/>
          <pc:sldMk cId="1935756779" sldId="305"/>
        </pc:sldMkLst>
        <pc:spChg chg="mod">
          <ac:chgData name="Jeff DeRemer" userId="a37f3d2d141577c5" providerId="Windows Live" clId="Web-{440B02FF-CBA4-4939-A8C4-9DEDA1DD0B81}" dt="2023-07-23T17:41:17.592" v="419" actId="20577"/>
          <ac:spMkLst>
            <pc:docMk/>
            <pc:sldMk cId="1935756779" sldId="305"/>
            <ac:spMk id="2" creationId="{3ACE7FED-C200-7B67-3E02-882BF64E67DD}"/>
          </ac:spMkLst>
        </pc:spChg>
      </pc:sldChg>
      <pc:sldChg chg="ord">
        <pc:chgData name="Jeff DeRemer" userId="a37f3d2d141577c5" providerId="Windows Live" clId="Web-{440B02FF-CBA4-4939-A8C4-9DEDA1DD0B81}" dt="2023-07-23T17:52:52.745" v="558"/>
        <pc:sldMkLst>
          <pc:docMk/>
          <pc:sldMk cId="3166782752" sldId="306"/>
        </pc:sldMkLst>
      </pc:sldChg>
      <pc:sldChg chg="modSp ord">
        <pc:chgData name="Jeff DeRemer" userId="a37f3d2d141577c5" providerId="Windows Live" clId="Web-{440B02FF-CBA4-4939-A8C4-9DEDA1DD0B81}" dt="2023-07-23T18:15:28.253" v="878" actId="20577"/>
        <pc:sldMkLst>
          <pc:docMk/>
          <pc:sldMk cId="3630277452" sldId="309"/>
        </pc:sldMkLst>
        <pc:spChg chg="mod">
          <ac:chgData name="Jeff DeRemer" userId="a37f3d2d141577c5" providerId="Windows Live" clId="Web-{440B02FF-CBA4-4939-A8C4-9DEDA1DD0B81}" dt="2023-07-23T17:17:36.440" v="56" actId="20577"/>
          <ac:spMkLst>
            <pc:docMk/>
            <pc:sldMk cId="3630277452" sldId="309"/>
            <ac:spMk id="2" creationId="{143E2224-8D2A-9674-3AB7-C33CFCD589D7}"/>
          </ac:spMkLst>
        </pc:spChg>
        <pc:spChg chg="mod">
          <ac:chgData name="Jeff DeRemer" userId="a37f3d2d141577c5" providerId="Windows Live" clId="Web-{440B02FF-CBA4-4939-A8C4-9DEDA1DD0B81}" dt="2023-07-23T18:15:28.253" v="878" actId="20577"/>
          <ac:spMkLst>
            <pc:docMk/>
            <pc:sldMk cId="3630277452" sldId="309"/>
            <ac:spMk id="3" creationId="{667CAB59-D103-80B2-8972-BA950EE5CE80}"/>
          </ac:spMkLst>
        </pc:spChg>
      </pc:sldChg>
      <pc:sldChg chg="ord">
        <pc:chgData name="Jeff DeRemer" userId="a37f3d2d141577c5" providerId="Windows Live" clId="Web-{440B02FF-CBA4-4939-A8C4-9DEDA1DD0B81}" dt="2023-07-23T17:13:30.336" v="7"/>
        <pc:sldMkLst>
          <pc:docMk/>
          <pc:sldMk cId="2940824636" sldId="310"/>
        </pc:sldMkLst>
      </pc:sldChg>
      <pc:sldChg chg="del">
        <pc:chgData name="Jeff DeRemer" userId="a37f3d2d141577c5" providerId="Windows Live" clId="Web-{440B02FF-CBA4-4939-A8C4-9DEDA1DD0B81}" dt="2023-07-23T17:20:55.776" v="96"/>
        <pc:sldMkLst>
          <pc:docMk/>
          <pc:sldMk cId="919761700" sldId="311"/>
        </pc:sldMkLst>
      </pc:sldChg>
      <pc:sldChg chg="modSp">
        <pc:chgData name="Jeff DeRemer" userId="a37f3d2d141577c5" providerId="Windows Live" clId="Web-{440B02FF-CBA4-4939-A8C4-9DEDA1DD0B81}" dt="2023-07-23T18:12:09.808" v="828" actId="20577"/>
        <pc:sldMkLst>
          <pc:docMk/>
          <pc:sldMk cId="588049691" sldId="314"/>
        </pc:sldMkLst>
        <pc:spChg chg="mod">
          <ac:chgData name="Jeff DeRemer" userId="a37f3d2d141577c5" providerId="Windows Live" clId="Web-{440B02FF-CBA4-4939-A8C4-9DEDA1DD0B81}" dt="2023-07-23T18:12:09.808" v="828" actId="20577"/>
          <ac:spMkLst>
            <pc:docMk/>
            <pc:sldMk cId="588049691" sldId="314"/>
            <ac:spMk id="2" creationId="{155F2CC8-9572-2144-062B-FABFE70C4A2C}"/>
          </ac:spMkLst>
        </pc:spChg>
        <pc:spChg chg="mod">
          <ac:chgData name="Jeff DeRemer" userId="a37f3d2d141577c5" providerId="Windows Live" clId="Web-{440B02FF-CBA4-4939-A8C4-9DEDA1DD0B81}" dt="2023-07-23T18:11:51.166" v="810" actId="20577"/>
          <ac:spMkLst>
            <pc:docMk/>
            <pc:sldMk cId="588049691" sldId="314"/>
            <ac:spMk id="3" creationId="{8AED796B-6634-4BD1-1D8D-60652409EDCF}"/>
          </ac:spMkLst>
        </pc:spChg>
      </pc:sldChg>
      <pc:sldChg chg="addSp delSp modSp new mod ord modClrScheme chgLayout">
        <pc:chgData name="Jeff DeRemer" userId="a37f3d2d141577c5" providerId="Windows Live" clId="Web-{440B02FF-CBA4-4939-A8C4-9DEDA1DD0B81}" dt="2023-07-23T18:01:11.250" v="726" actId="20577"/>
        <pc:sldMkLst>
          <pc:docMk/>
          <pc:sldMk cId="915020623" sldId="317"/>
        </pc:sldMkLst>
        <pc:spChg chg="mod ord">
          <ac:chgData name="Jeff DeRemer" userId="a37f3d2d141577c5" providerId="Windows Live" clId="Web-{440B02FF-CBA4-4939-A8C4-9DEDA1DD0B81}" dt="2023-07-23T17:25:22.287" v="176"/>
          <ac:spMkLst>
            <pc:docMk/>
            <pc:sldMk cId="915020623" sldId="317"/>
            <ac:spMk id="2" creationId="{65F11939-1EC1-1BF3-B0E1-3440CBC1F3D3}"/>
          </ac:spMkLst>
        </pc:spChg>
        <pc:spChg chg="mod ord">
          <ac:chgData name="Jeff DeRemer" userId="a37f3d2d141577c5" providerId="Windows Live" clId="Web-{440B02FF-CBA4-4939-A8C4-9DEDA1DD0B81}" dt="2023-07-23T18:01:11.250" v="726" actId="20577"/>
          <ac:spMkLst>
            <pc:docMk/>
            <pc:sldMk cId="915020623" sldId="317"/>
            <ac:spMk id="3" creationId="{594954C9-A707-69B0-D235-57E16BE68174}"/>
          </ac:spMkLst>
        </pc:spChg>
        <pc:spChg chg="mod ord">
          <ac:chgData name="Jeff DeRemer" userId="a37f3d2d141577c5" providerId="Windows Live" clId="Web-{440B02FF-CBA4-4939-A8C4-9DEDA1DD0B81}" dt="2023-07-23T17:25:22.287" v="176"/>
          <ac:spMkLst>
            <pc:docMk/>
            <pc:sldMk cId="915020623" sldId="317"/>
            <ac:spMk id="4" creationId="{A30A0D4B-262E-1FE0-1C19-F059B8114511}"/>
          </ac:spMkLst>
        </pc:spChg>
        <pc:spChg chg="mod ord">
          <ac:chgData name="Jeff DeRemer" userId="a37f3d2d141577c5" providerId="Windows Live" clId="Web-{440B02FF-CBA4-4939-A8C4-9DEDA1DD0B81}" dt="2023-07-23T17:25:22.287" v="176"/>
          <ac:spMkLst>
            <pc:docMk/>
            <pc:sldMk cId="915020623" sldId="317"/>
            <ac:spMk id="5" creationId="{9C47F7B9-CF6A-1293-C0A9-1561EF7BAA02}"/>
          </ac:spMkLst>
        </pc:spChg>
        <pc:spChg chg="add del mod ord">
          <ac:chgData name="Jeff DeRemer" userId="a37f3d2d141577c5" providerId="Windows Live" clId="Web-{440B02FF-CBA4-4939-A8C4-9DEDA1DD0B81}" dt="2023-07-23T17:25:33.663" v="177"/>
          <ac:spMkLst>
            <pc:docMk/>
            <pc:sldMk cId="915020623" sldId="317"/>
            <ac:spMk id="6" creationId="{0959453F-8CCD-A679-ADE0-7912AC98EEF8}"/>
          </ac:spMkLst>
        </pc:spChg>
        <pc:spChg chg="add del mod ord">
          <ac:chgData name="Jeff DeRemer" userId="a37f3d2d141577c5" providerId="Windows Live" clId="Web-{440B02FF-CBA4-4939-A8C4-9DEDA1DD0B81}" dt="2023-07-23T17:26:03.836" v="180"/>
          <ac:spMkLst>
            <pc:docMk/>
            <pc:sldMk cId="915020623" sldId="317"/>
            <ac:spMk id="7" creationId="{3C9FB7BD-BE21-C958-DBAF-9AE861477C1A}"/>
          </ac:spMkLst>
        </pc:spChg>
        <pc:spChg chg="add mod ord">
          <ac:chgData name="Jeff DeRemer" userId="a37f3d2d141577c5" providerId="Windows Live" clId="Web-{440B02FF-CBA4-4939-A8C4-9DEDA1DD0B81}" dt="2023-07-23T18:01:01.343" v="724" actId="20577"/>
          <ac:spMkLst>
            <pc:docMk/>
            <pc:sldMk cId="915020623" sldId="317"/>
            <ac:spMk id="8" creationId="{3938B658-D021-35F9-6892-A3ED33D1AD8C}"/>
          </ac:spMkLst>
        </pc:spChg>
      </pc:sldChg>
    </pc:docChg>
  </pc:docChgLst>
  <pc:docChgLst>
    <pc:chgData name="Jeff DeRemer" userId="a37f3d2d141577c5" providerId="Windows Live" clId="Web-{C25D37AE-4178-4684-A0D8-B620B95DFF11}"/>
    <pc:docChg chg="addSld sldOrd">
      <pc:chgData name="Jeff DeRemer" userId="a37f3d2d141577c5" providerId="Windows Live" clId="Web-{C25D37AE-4178-4684-A0D8-B620B95DFF11}" dt="2023-09-03T11:27:46.391" v="1"/>
      <pc:docMkLst>
        <pc:docMk/>
      </pc:docMkLst>
      <pc:sldChg chg="ord">
        <pc:chgData name="Jeff DeRemer" userId="a37f3d2d141577c5" providerId="Windows Live" clId="Web-{C25D37AE-4178-4684-A0D8-B620B95DFF11}" dt="2023-09-03T11:27:46.391" v="1"/>
        <pc:sldMkLst>
          <pc:docMk/>
          <pc:sldMk cId="204965760" sldId="282"/>
        </pc:sldMkLst>
      </pc:sldChg>
      <pc:sldChg chg="new">
        <pc:chgData name="Jeff DeRemer" userId="a37f3d2d141577c5" providerId="Windows Live" clId="Web-{C25D37AE-4178-4684-A0D8-B620B95DFF11}" dt="2023-09-03T11:27:44.063" v="0"/>
        <pc:sldMkLst>
          <pc:docMk/>
          <pc:sldMk cId="15454661" sldId="321"/>
        </pc:sldMkLst>
      </pc:sldChg>
    </pc:docChg>
  </pc:docChgLst>
  <pc:docChgLst>
    <pc:chgData name="Jeff DeRemer" userId="a37f3d2d141577c5" providerId="Windows Live" clId="Web-{78709633-10D0-46A9-B600-506D0A837346}"/>
    <pc:docChg chg="addSld modSld sldOrd modSection">
      <pc:chgData name="Jeff DeRemer" userId="a37f3d2d141577c5" providerId="Windows Live" clId="Web-{78709633-10D0-46A9-B600-506D0A837346}" dt="2023-09-01T19:50:15.938" v="312"/>
      <pc:docMkLst>
        <pc:docMk/>
      </pc:docMkLst>
      <pc:sldChg chg="ord">
        <pc:chgData name="Jeff DeRemer" userId="a37f3d2d141577c5" providerId="Windows Live" clId="Web-{78709633-10D0-46A9-B600-506D0A837346}" dt="2023-09-01T19:50:15.938" v="312"/>
        <pc:sldMkLst>
          <pc:docMk/>
          <pc:sldMk cId="3056689765" sldId="293"/>
        </pc:sldMkLst>
      </pc:sldChg>
      <pc:sldChg chg="modSp">
        <pc:chgData name="Jeff DeRemer" userId="a37f3d2d141577c5" providerId="Windows Live" clId="Web-{78709633-10D0-46A9-B600-506D0A837346}" dt="2023-09-01T19:48:46.809" v="311" actId="20577"/>
        <pc:sldMkLst>
          <pc:docMk/>
          <pc:sldMk cId="588049691" sldId="314"/>
        </pc:sldMkLst>
        <pc:spChg chg="mod">
          <ac:chgData name="Jeff DeRemer" userId="a37f3d2d141577c5" providerId="Windows Live" clId="Web-{78709633-10D0-46A9-B600-506D0A837346}" dt="2023-09-01T19:34:37.575" v="49" actId="20577"/>
          <ac:spMkLst>
            <pc:docMk/>
            <pc:sldMk cId="588049691" sldId="314"/>
            <ac:spMk id="2" creationId="{155F2CC8-9572-2144-062B-FABFE70C4A2C}"/>
          </ac:spMkLst>
        </pc:spChg>
        <pc:spChg chg="mod">
          <ac:chgData name="Jeff DeRemer" userId="a37f3d2d141577c5" providerId="Windows Live" clId="Web-{78709633-10D0-46A9-B600-506D0A837346}" dt="2023-09-01T19:48:46.809" v="311" actId="20577"/>
          <ac:spMkLst>
            <pc:docMk/>
            <pc:sldMk cId="588049691" sldId="314"/>
            <ac:spMk id="3" creationId="{8AED796B-6634-4BD1-1D8D-60652409EDCF}"/>
          </ac:spMkLst>
        </pc:spChg>
      </pc:sldChg>
      <pc:sldChg chg="modSp">
        <pc:chgData name="Jeff DeRemer" userId="a37f3d2d141577c5" providerId="Windows Live" clId="Web-{78709633-10D0-46A9-B600-506D0A837346}" dt="2023-09-01T19:36:33.407" v="116" actId="20577"/>
        <pc:sldMkLst>
          <pc:docMk/>
          <pc:sldMk cId="2417779818" sldId="319"/>
        </pc:sldMkLst>
        <pc:spChg chg="mod">
          <ac:chgData name="Jeff DeRemer" userId="a37f3d2d141577c5" providerId="Windows Live" clId="Web-{78709633-10D0-46A9-B600-506D0A837346}" dt="2023-09-01T19:36:33.407" v="116" actId="20577"/>
          <ac:spMkLst>
            <pc:docMk/>
            <pc:sldMk cId="2417779818" sldId="319"/>
            <ac:spMk id="3" creationId="{12EED0E7-EAC5-B55A-2374-3C8714688BAE}"/>
          </ac:spMkLst>
        </pc:spChg>
      </pc:sldChg>
      <pc:sldChg chg="modSp new">
        <pc:chgData name="Jeff DeRemer" userId="a37f3d2d141577c5" providerId="Windows Live" clId="Web-{78709633-10D0-46A9-B600-506D0A837346}" dt="2023-09-01T19:42:06.904" v="232" actId="20577"/>
        <pc:sldMkLst>
          <pc:docMk/>
          <pc:sldMk cId="1363589781" sldId="320"/>
        </pc:sldMkLst>
        <pc:spChg chg="mod">
          <ac:chgData name="Jeff DeRemer" userId="a37f3d2d141577c5" providerId="Windows Live" clId="Web-{78709633-10D0-46A9-B600-506D0A837346}" dt="2023-09-01T19:42:06.904" v="232" actId="20577"/>
          <ac:spMkLst>
            <pc:docMk/>
            <pc:sldMk cId="1363589781" sldId="320"/>
            <ac:spMk id="2" creationId="{07EF102E-E259-88DD-3AD0-39AA23C1E14E}"/>
          </ac:spMkLst>
        </pc:spChg>
        <pc:spChg chg="mod">
          <ac:chgData name="Jeff DeRemer" userId="a37f3d2d141577c5" providerId="Windows Live" clId="Web-{78709633-10D0-46A9-B600-506D0A837346}" dt="2023-09-01T19:39:57.430" v="226" actId="20577"/>
          <ac:spMkLst>
            <pc:docMk/>
            <pc:sldMk cId="1363589781" sldId="320"/>
            <ac:spMk id="3" creationId="{C04151B2-B1AD-2D0C-5740-3000E828F1A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2023 - Charon Software - All Rights Reserved 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2023 - Charon Software - All Rights Reserved 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2023 - Charon Software - All Rights Reserved 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2023 - Charon Software - All Rights Reserved 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9/16/2023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2023 - Charon Software - All Rights Reserved 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2023 - Charon Software - All Rights Reserved 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9/16/2023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2023 - Charon Software - All Rights Reserved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2023 - Charon Software - All Rights Reserved 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2023 - Charon Software - All Rights Reserved 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2023 - Charon Software - All Rights Reserved 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2023 - Charon Software - All Rights Reserved 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9/16/2023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2023 - Charon Software - All Rights Reserved 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Srinivasa_Ramanujan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orldofwarcraft.blizzard.com/en-us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nypost.com/2017/11/18/video-shows-nurses-laughing-as-89-year-old-vet-dies-begs-for-help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9C18F-3603-3648-A2BA-FD719DB2D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Calibri Light"/>
              </a:rPr>
              <a:t>Team Working – Design improvements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EB91F-F6C9-4B4F-90F3-7CA2D46122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 dirty="0">
                <a:cs typeface="Calibri"/>
              </a:rPr>
              <a:t>There's a LOT in this series of messages that excites me, but </a:t>
            </a:r>
            <a:r>
              <a:rPr lang="en-US" i="1" dirty="0">
                <a:cs typeface="Calibri"/>
              </a:rPr>
              <a:t>this</a:t>
            </a:r>
            <a:r>
              <a:rPr lang="en-US" dirty="0">
                <a:cs typeface="Calibri"/>
              </a:rPr>
              <a:t> one is </a:t>
            </a:r>
            <a:r>
              <a:rPr lang="en-US" i="1" dirty="0">
                <a:cs typeface="Calibri"/>
              </a:rPr>
              <a:t>THE</a:t>
            </a:r>
            <a:r>
              <a:rPr lang="en-US" dirty="0">
                <a:cs typeface="Calibri"/>
              </a:rPr>
              <a:t> one!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>
                <a:cs typeface="Calibri"/>
              </a:rPr>
              <a:t>We are going to create a system that will support Global teams of millions, on any task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>
                <a:cs typeface="Calibri"/>
              </a:rPr>
              <a:t>We need "co-op-</a:t>
            </a:r>
            <a:r>
              <a:rPr lang="en-US" dirty="0" err="1">
                <a:cs typeface="Calibri"/>
              </a:rPr>
              <a:t>etition</a:t>
            </a:r>
            <a:r>
              <a:rPr lang="en-US" dirty="0">
                <a:cs typeface="Calibri"/>
              </a:rPr>
              <a:t>" .. willingness to quickly adapt, try new things, judge each other's work fairly, and reach for collective growth; by, for, &amp; with all of us 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>
                <a:solidFill>
                  <a:srgbClr val="000000"/>
                </a:solidFill>
                <a:cs typeface="Calibri"/>
              </a:rPr>
              <a:t>No</a:t>
            </a:r>
            <a:r>
              <a:rPr lang="en-US" dirty="0">
                <a:cs typeface="Calibri"/>
              </a:rPr>
              <a:t> matter what size team was used to build whatever thing you look at next; our team can design a better one. We all contributed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>
                <a:cs typeface="Calibri"/>
              </a:rPr>
              <a:t>Picture an ongoing Science Fair for the world.. could hope for a "New Renaissance". Not just answering questions reactively, but -- innovation (highly paid) and inventions (even more so) on a proactive basis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B29830-F6A2-35A4-8E81-628B95843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B5C6A3-659B-A9B4-B8C5-7B624B6FD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2023 - Charon Software - All Rights Reserved </a:t>
            </a:r>
          </a:p>
        </p:txBody>
      </p:sp>
    </p:spTree>
    <p:extLst>
      <p:ext uri="{BB962C8B-B14F-4D97-AF65-F5344CB8AC3E}">
        <p14:creationId xmlns:p14="http://schemas.microsoft.com/office/powerpoint/2010/main" val="19878414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C37AC-298B-8346-7D8F-13F9F6BA2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F33CE0-0645-586F-39A0-B20C8E7F17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 dirty="0">
                <a:ea typeface="Calibri"/>
                <a:cs typeface="Calibri"/>
              </a:rPr>
              <a:t>I want to find a hundred | thousands of </a:t>
            </a:r>
            <a:r>
              <a:rPr lang="en-US" sz="2200" dirty="0">
                <a:solidFill>
                  <a:srgbClr val="0563C1"/>
                </a:solidFill>
                <a:ea typeface="Calibri"/>
                <a:cs typeface="Calibri"/>
                <a:hlinkClick r:id="rId2"/>
              </a:rPr>
              <a:t>Ramanujan</a:t>
            </a:r>
            <a:r>
              <a:rPr lang="en-US" sz="2200" dirty="0">
                <a:ea typeface="Calibri"/>
                <a:cs typeface="Calibri"/>
              </a:rPr>
              <a:t> (if you don't know – he was a poor Indian villager, born in 1887, with NO formal training, yet he managed to curate one of the largest – and still not fully understood!! -- bodies of mathematical theorems ever). </a:t>
            </a:r>
          </a:p>
          <a:p>
            <a:pPr lvl="1"/>
            <a:r>
              <a:rPr lang="en-US" sz="1900" dirty="0">
                <a:ea typeface="Calibri"/>
                <a:cs typeface="Calibri"/>
              </a:rPr>
              <a:t>Humanity has almost definitely produced thousands – just like him, yet destroyed nearly all the rest – by simply ignoring them -- under the crushing weight of "Status Quo"</a:t>
            </a:r>
          </a:p>
          <a:p>
            <a:pPr lvl="1"/>
            <a:endParaRPr lang="en-US" sz="1900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0A85E2-8DAE-CE73-A113-BCFA031DF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2023 - Charon Software - All Rights Reserved 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66E843-5F53-0FFC-037A-EF6C72600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8077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FED01-8779-087B-5283-D07A32C50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Calibri Light"/>
              </a:rPr>
              <a:t>Concierge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4B1D8D-63BD-DD0B-C0F5-8839FC6374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en-US" dirty="0">
                <a:cs typeface="Calibri"/>
              </a:rPr>
              <a:t>The Systems piece is entirely too technical for a deep-dive discussion, here. But, here's the gist</a:t>
            </a:r>
          </a:p>
          <a:p>
            <a:r>
              <a:rPr lang="en-US" dirty="0">
                <a:cs typeface="Calibri"/>
              </a:rPr>
              <a:t>Picture walking into a posh 5-star hotel .. the person at the front desk knows all about the place, but... this particular person.. is uniquely </a:t>
            </a:r>
            <a:r>
              <a:rPr lang="en-US" i="1" dirty="0">
                <a:cs typeface="Calibri"/>
              </a:rPr>
              <a:t>Yours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>
                <a:cs typeface="Calibri"/>
              </a:rPr>
              <a:t>The Concierge keeps all your journal, notes, receipts, all of your interactions.. </a:t>
            </a:r>
          </a:p>
          <a:p>
            <a:r>
              <a:rPr lang="en-US" dirty="0">
                <a:cs typeface="Calibri"/>
              </a:rPr>
              <a:t>Concierge is also your chauffer (I like to go fast, you may choose slow) and your chef (medium-well for me, please.. you might prefer rare) </a:t>
            </a:r>
            <a:endParaRPr lang="en-US"/>
          </a:p>
          <a:p>
            <a:r>
              <a:rPr lang="en-US" dirty="0">
                <a:cs typeface="Calibri"/>
              </a:rPr>
              <a:t>Concierge is a precursor to another system which I hope to build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>
                <a:cs typeface="Calibri"/>
              </a:rPr>
              <a:t>It's designed to be run as a game .. similar to </a:t>
            </a:r>
            <a:r>
              <a:rPr lang="en-US" dirty="0">
                <a:cs typeface="Calibri"/>
                <a:hlinkClick r:id="rId2"/>
              </a:rPr>
              <a:t>World of Warcraft</a:t>
            </a:r>
            <a:r>
              <a:rPr lang="en-US" dirty="0">
                <a:cs typeface="Calibri"/>
              </a:rPr>
              <a:t> .. 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>
                <a:cs typeface="Calibri"/>
              </a:rPr>
              <a:t>There will be one shared code-base </a:t>
            </a:r>
          </a:p>
          <a:p>
            <a:r>
              <a:rPr lang="en-US" dirty="0">
                <a:cs typeface="Calibri"/>
              </a:rPr>
              <a:t>We all get to be on both sides of the concierge role .. the better you are at helping out – the more the community pays you 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FB6AA1-2A58-8098-4D57-56B90898C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95A88D-FDCD-043F-2855-01F4361E3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2023 - Charon Software - All Rights Reserved </a:t>
            </a:r>
          </a:p>
        </p:txBody>
      </p:sp>
    </p:spTree>
    <p:extLst>
      <p:ext uri="{BB962C8B-B14F-4D97-AF65-F5344CB8AC3E}">
        <p14:creationId xmlns:p14="http://schemas.microsoft.com/office/powerpoint/2010/main" val="2049657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6FD66-0FAC-C93C-0BC0-9B32126BD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ea typeface="Calibri Light"/>
                <a:cs typeface="Calibri Light"/>
              </a:rPr>
              <a:t>New Lingua Franca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B233B7-06E6-03F2-34F3-FB9B82AFFD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7500" lnSpcReduction="20000"/>
          </a:bodyPr>
          <a:lstStyle/>
          <a:p>
            <a:r>
              <a:rPr lang="en-US" dirty="0">
                <a:ea typeface="Calibri"/>
                <a:cs typeface="Calibri"/>
              </a:rPr>
              <a:t>One of the goals for the Concierge is an "Intuitive" / Curious system, which I call "Frank"</a:t>
            </a:r>
            <a:endParaRPr lang="en-US" dirty="0"/>
          </a:p>
          <a:p>
            <a:r>
              <a:rPr lang="en-US">
                <a:ea typeface="Calibri"/>
                <a:cs typeface="Calibri"/>
              </a:rPr>
              <a:t>ASCII -&gt; Unicode -&gt; Frank – </a:t>
            </a:r>
            <a:r>
              <a:rPr lang="en-US" dirty="0">
                <a:ea typeface="Calibri"/>
                <a:cs typeface="Calibri"/>
              </a:rPr>
              <a:t>explore a system where we aren't limited to the 105 or so keys on the common keyboard for 99.99% of what we enter</a:t>
            </a:r>
            <a:endParaRPr lang="en-US"/>
          </a:p>
          <a:p>
            <a:r>
              <a:rPr lang="en-US" dirty="0">
                <a:ea typeface="Calibri"/>
                <a:cs typeface="Calibri"/>
              </a:rPr>
              <a:t>We've spent 20+ years "HTML encoding" the &gt; symbol. I want a system that lets me choose letters, symbols, words, &amp; entire </a:t>
            </a:r>
            <a:r>
              <a:rPr lang="en-US">
                <a:ea typeface="Calibri"/>
                <a:cs typeface="Calibri"/>
              </a:rPr>
              <a:t>concepts - regardless of how I see them on screen</a:t>
            </a:r>
            <a:endParaRPr lang="en-US" dirty="0">
              <a:ea typeface="Calibri"/>
              <a:cs typeface="Calibri"/>
            </a:endParaRPr>
          </a:p>
          <a:p>
            <a:r>
              <a:rPr lang="en-US">
                <a:ea typeface="Calibri"/>
                <a:cs typeface="Calibri"/>
              </a:rPr>
              <a:t>We spot patterns. One is the siloes of existing companies. We can create a virtual "silo". I have zero interest in spending any more of my work-life updating to the latest </a:t>
            </a:r>
            <a:r>
              <a:rPr lang="en-US" dirty="0">
                <a:ea typeface="Calibri"/>
                <a:cs typeface="Calibri"/>
              </a:rPr>
              <a:t>UI. </a:t>
            </a:r>
          </a:p>
          <a:p>
            <a:r>
              <a:rPr lang="en-US" dirty="0">
                <a:ea typeface="Calibri"/>
                <a:cs typeface="Calibri"/>
              </a:rPr>
              <a:t>I would much rather create one inter-connected system that addresses the common HR / Finance / Legal / Tech / Other questions in one place, but using a team of millions</a:t>
            </a:r>
            <a:r>
              <a:rPr lang="en-US">
                <a:ea typeface="Calibri"/>
                <a:cs typeface="Calibri"/>
              </a:rPr>
              <a:t> of contributors all over the world </a:t>
            </a:r>
            <a:endParaRPr lang="en-US"/>
          </a:p>
          <a:p>
            <a:r>
              <a:rPr lang="en-US" dirty="0">
                <a:ea typeface="Calibri"/>
                <a:cs typeface="Calibri"/>
              </a:rPr>
              <a:t>I want to add "context" to response formulation. ex: as a question </a:t>
            </a:r>
            <a:r>
              <a:rPr lang="en-US" sz="2900" dirty="0">
                <a:ea typeface="Calibri"/>
                <a:cs typeface="Calibri"/>
              </a:rPr>
              <a:t>"Ooh, what's that?" m</a:t>
            </a:r>
            <a:r>
              <a:rPr lang="en-US" dirty="0">
                <a:ea typeface="Calibri"/>
                <a:cs typeface="Calibri"/>
              </a:rPr>
              <a:t>eans nothing, right? But if you're floating around Europe.. And an old castle came into view.. context would tell Frank exactly </a:t>
            </a:r>
            <a:r>
              <a:rPr lang="en-US">
                <a:ea typeface="Calibri"/>
                <a:cs typeface="Calibri"/>
              </a:rPr>
              <a:t>what you're asking about, no need for clarification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586066-22C5-7DBF-51C9-D1D9C0A57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C29F8D-8D84-0F53-C2BD-8A349E541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2023 - Charon Software - All Rights Reserved </a:t>
            </a:r>
          </a:p>
        </p:txBody>
      </p:sp>
    </p:spTree>
    <p:extLst>
      <p:ext uri="{BB962C8B-B14F-4D97-AF65-F5344CB8AC3E}">
        <p14:creationId xmlns:p14="http://schemas.microsoft.com/office/powerpoint/2010/main" val="5866894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EF524-55BF-DBF8-4D80-571128347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Red Line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EED0E7-EAC5-B55A-2374-3C8714688B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dirty="0">
                <a:cs typeface="Calibri"/>
              </a:rPr>
              <a:t>Another system I hope to create is called "Red Line" </a:t>
            </a:r>
          </a:p>
          <a:p>
            <a:r>
              <a:rPr lang="en-US" dirty="0">
                <a:cs typeface="Calibri"/>
              </a:rPr>
              <a:t>A direct always-on communication line between any two parties</a:t>
            </a:r>
          </a:p>
          <a:p>
            <a:pPr lvl="1"/>
            <a:r>
              <a:rPr lang="en-US" dirty="0">
                <a:cs typeface="Calibri"/>
              </a:rPr>
              <a:t>Think Khruschev :: Kennedy </a:t>
            </a:r>
          </a:p>
          <a:p>
            <a:pPr lvl="1"/>
            <a:r>
              <a:rPr lang="en-US" dirty="0">
                <a:cs typeface="Calibri"/>
              </a:rPr>
              <a:t>We don't want international incidents because of miscommunication</a:t>
            </a:r>
          </a:p>
          <a:p>
            <a:r>
              <a:rPr lang="en-US" dirty="0">
                <a:cs typeface="Calibri"/>
              </a:rPr>
              <a:t>We need one centrally agreed upon "Global Air Traffic Control" / Escalation prevention </a:t>
            </a:r>
          </a:p>
          <a:p>
            <a:r>
              <a:rPr lang="en-US" dirty="0">
                <a:cs typeface="Calibri"/>
              </a:rPr>
              <a:t>based on something new – integrating </a:t>
            </a:r>
            <a:r>
              <a:rPr lang="en-US" i="1" dirty="0">
                <a:cs typeface="Calibri"/>
              </a:rPr>
              <a:t>all</a:t>
            </a:r>
            <a:r>
              <a:rPr lang="en-US" dirty="0">
                <a:cs typeface="Calibri"/>
              </a:rPr>
              <a:t> of the cloud providers </a:t>
            </a:r>
          </a:p>
          <a:p>
            <a:r>
              <a:rPr lang="en-US" dirty="0">
                <a:cs typeface="Calibri"/>
              </a:rPr>
              <a:t>Red-Line cannot be "down" - Ever </a:t>
            </a:r>
          </a:p>
          <a:p>
            <a:pPr lvl="1"/>
            <a:r>
              <a:rPr lang="en-US" dirty="0">
                <a:cs typeface="Calibri"/>
              </a:rPr>
              <a:t>Think of how often we all see "your system must be updated" BS – at the worst times, sometimes... </a:t>
            </a:r>
            <a:endParaRPr lang="en-US" dirty="0"/>
          </a:p>
          <a:p>
            <a:endParaRPr lang="en-US" dirty="0">
              <a:cs typeface="Calibri"/>
            </a:endParaRPr>
          </a:p>
          <a:p>
            <a:endParaRPr lang="en-US" dirty="0">
              <a:cs typeface="Calibri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A7DA76-7425-5E89-4FE7-FEDB50069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2023 - Charon Software - All Rights Reserved 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BDF97B-C6F7-432B-EB54-349822124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7798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9A145-8298-7485-4D3F-14BBD7425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System – on a personal note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EBBCBC-4004-FC3D-A0C9-8EAC9B1CD4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sz="2000" dirty="0">
                <a:cs typeface="Calibri"/>
              </a:rPr>
              <a:t>I am a high risk for Alzheimer's. That terrifies me. My own personal cross to bear. But I don't want to face that without some kind of an advocate.. (all too often; people don't just "Not Care" - We're sometimes </a:t>
            </a:r>
            <a:r>
              <a:rPr lang="en-US" sz="2000" dirty="0">
                <a:solidFill>
                  <a:srgbClr val="0563C1"/>
                </a:solidFill>
                <a:cs typeface="Calibri"/>
                <a:hlinkClick r:id="rId2"/>
              </a:rPr>
              <a:t>downright hateful to one another</a:t>
            </a:r>
            <a:r>
              <a:rPr lang="en-US" sz="2000" dirty="0">
                <a:cs typeface="Calibri"/>
              </a:rPr>
              <a:t>)</a:t>
            </a:r>
          </a:p>
          <a:p>
            <a:pPr lvl="1"/>
            <a:r>
              <a:rPr lang="en-US" sz="2000" dirty="0">
                <a:cs typeface="Calibri"/>
              </a:rPr>
              <a:t>I believe we can create a system that can recognize needs in more ways than simply reactive. </a:t>
            </a:r>
          </a:p>
          <a:p>
            <a:r>
              <a:rPr lang="en-US" sz="2000" dirty="0">
                <a:cs typeface="Calibri"/>
              </a:rPr>
              <a:t>I dream of living in a world where we instantly share without language barriers. Latin did a lot to bridge those gaps. I feel we can do even better.. </a:t>
            </a:r>
          </a:p>
          <a:p>
            <a:r>
              <a:rPr lang="en-US" sz="2000" dirty="0">
                <a:cs typeface="Calibri"/>
              </a:rPr>
              <a:t>Think Star Wars droids... Our system will, in theory, begin to act as a proxy .. including for feedback? -&gt; voting-by-proxy .. ? </a:t>
            </a:r>
          </a:p>
          <a:p>
            <a:r>
              <a:rPr lang="en-US" sz="2000" dirty="0">
                <a:cs typeface="Calibri"/>
              </a:rPr>
              <a:t>There's a </a:t>
            </a:r>
            <a:r>
              <a:rPr lang="en-US" sz="2000" i="1" dirty="0">
                <a:cs typeface="Calibri"/>
              </a:rPr>
              <a:t>lot</a:t>
            </a:r>
            <a:r>
              <a:rPr lang="en-US" sz="2000" dirty="0">
                <a:cs typeface="Calibri"/>
              </a:rPr>
              <a:t> - too much – to cover on this.. another video..? Depends on interest level in this 1st :) </a:t>
            </a:r>
          </a:p>
          <a:p>
            <a:endParaRPr lang="en-US" sz="2000" dirty="0">
              <a:cs typeface="Calibri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5F43CD-D477-9168-2554-473F83F2E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2023 - Charon Software - All Rights Reserved 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0EC547-55DF-1C41-1262-A7F6630EC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5489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6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Team Working – Design improvements</vt:lpstr>
      <vt:lpstr>PowerPoint Presentation</vt:lpstr>
      <vt:lpstr>Concierge</vt:lpstr>
      <vt:lpstr>New Lingua Franca </vt:lpstr>
      <vt:lpstr>Red Line</vt:lpstr>
      <vt:lpstr>System – on a personal note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revision>1183</cp:revision>
  <dcterms:created xsi:type="dcterms:W3CDTF">2023-07-01T11:10:24Z</dcterms:created>
  <dcterms:modified xsi:type="dcterms:W3CDTF">2023-09-16T17:03:15Z</dcterms:modified>
</cp:coreProperties>
</file>