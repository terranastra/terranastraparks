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99" r:id="rId2"/>
    <p:sldId id="304" r:id="rId3"/>
    <p:sldId id="301" r:id="rId4"/>
    <p:sldId id="302" r:id="rId5"/>
    <p:sldId id="293" r:id="rId6"/>
    <p:sldId id="289" r:id="rId7"/>
    <p:sldId id="295" r:id="rId8"/>
    <p:sldId id="303"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E0D6592-E8B5-46E5-9B8D-07117D35C111}">
          <p14:sldIdLst>
            <p14:sldId id="299"/>
            <p14:sldId id="304"/>
            <p14:sldId id="301"/>
            <p14:sldId id="302"/>
            <p14:sldId id="293"/>
            <p14:sldId id="289"/>
            <p14:sldId id="295"/>
            <p14:sldId id="30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274082-B48E-4790-B18C-34D2EB5CD632}" v="78" dt="2023-09-03T12:06:52.290"/>
    <p1510:client id="{0909F985-F149-4C5F-8B47-876A0F02611B}" v="196" dt="2023-07-09T16:56:03.518"/>
    <p1510:client id="{0BDED9F4-44CE-425C-96BA-E94E9F532312}" v="3584" dt="2023-07-08T15:38:03.634"/>
    <p1510:client id="{1223BCE1-4C89-41A7-8BEE-CB59582820A3}" v="249" dt="2023-07-08T16:16:33.004"/>
    <p1510:client id="{1D8C70B6-822F-45A3-9FA8-4D04D39FEA7F}" v="946" dt="2023-07-23T18:57:04.999"/>
    <p1510:client id="{2C89035A-D4C0-42E0-8F7B-602192D4449B}" v="18229" dt="2023-07-01T18:39:19.477"/>
    <p1510:client id="{42EDC90B-4339-41B8-BCE6-C8EF18E5B55E}" v="303" dt="2023-07-08T11:20:15.776"/>
    <p1510:client id="{437F9473-31E1-4FC1-A591-DF6B779AC242}" v="134" dt="2023-09-01T19:08:34.063"/>
    <p1510:client id="{440B02FF-CBA4-4939-A8C4-9DEDA1DD0B81}" v="898" dt="2023-07-23T18:16:14.708"/>
    <p1510:client id="{5BCE91C0-95A6-48B0-AF61-5AFECFED59A2}" v="118" dt="2023-07-09T15:04:15.203"/>
    <p1510:client id="{737A9984-4C3A-4A06-A56A-38548B16413A}" v="10" dt="2023-07-23T15:35:43.637"/>
    <p1510:client id="{75DACE6C-8541-45F6-BC50-3594DC9DD107}" v="4958" dt="2023-07-02T15:25:35.437"/>
    <p1510:client id="{78709633-10D0-46A9-B600-506D0A837346}" v="317" dt="2023-09-01T19:50:15.938"/>
    <p1510:client id="{84FDC6C0-EB0C-48F3-B9B4-1D7FAE88DCC6}" v="373" dt="2023-07-27T18:54:37.885"/>
    <p1510:client id="{887904E5-101B-4198-B41C-CB7CF2220861}" v="32" dt="2023-07-09T14:50:25.165"/>
    <p1510:client id="{92EF2564-113B-429D-A8A2-071C7699B284}" v="11613" dt="2023-07-02T23:27:50.992"/>
    <p1510:client id="{9F28D5C8-2B8B-4C36-840A-84D9CE3ABDD9}" v="69" dt="2023-07-08T15:47:15.574"/>
    <p1510:client id="{A6BECA11-9D7C-43E7-A7C4-03BEAA99AD62}" v="78" dt="2023-07-08T17:19:20.380"/>
    <p1510:client id="{A79622ED-45C5-49CA-B4C5-3A324EB20FD8}" v="753" dt="2023-07-01T19:16:20.682"/>
    <p1510:client id="{B26B62FC-1869-4897-87A8-C4D70978CF54}" v="236" dt="2023-07-24T00:03:48.680"/>
    <p1510:client id="{C5C4C69A-C9AB-413A-9E04-A2ECC18226DA}" v="3" dt="2023-07-09T11:13:25.513"/>
    <p1510:client id="{D9BBC0EC-0D5B-42D0-A894-C3748449BDCD}" v="313" dt="2023-07-09T12:26:19.550"/>
    <p1510:client id="{EF293B2D-7142-426E-91D2-5C3DD4C3F1AE}" v="60" dt="2023-09-03T11:12:26.567"/>
    <p1510:client id="{F453DC0A-5A79-4B0E-A6BB-37057526593A}" v="50" dt="2023-07-09T18:22:19.420"/>
    <p1510:client id="{F53B665C-8E0F-4624-9FB6-6EF94641C9ED}" v="287" dt="2023-07-09T10:44:29.90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ff DeRemer" userId="a37f3d2d141577c5" providerId="Windows Live" clId="Web-{1D8C70B6-822F-45A3-9FA8-4D04D39FEA7F}"/>
    <pc:docChg chg="addSld modSld sldOrd addSection delSection modSection">
      <pc:chgData name="Jeff DeRemer" userId="a37f3d2d141577c5" providerId="Windows Live" clId="Web-{1D8C70B6-822F-45A3-9FA8-4D04D39FEA7F}" dt="2023-07-23T18:57:04.999" v="959"/>
      <pc:docMkLst>
        <pc:docMk/>
      </pc:docMkLst>
      <pc:sldChg chg="modSp">
        <pc:chgData name="Jeff DeRemer" userId="a37f3d2d141577c5" providerId="Windows Live" clId="Web-{1D8C70B6-822F-45A3-9FA8-4D04D39FEA7F}" dt="2023-07-23T18:17:51.426" v="22" actId="20577"/>
        <pc:sldMkLst>
          <pc:docMk/>
          <pc:sldMk cId="1537062186" sldId="259"/>
        </pc:sldMkLst>
        <pc:spChg chg="mod">
          <ac:chgData name="Jeff DeRemer" userId="a37f3d2d141577c5" providerId="Windows Live" clId="Web-{1D8C70B6-822F-45A3-9FA8-4D04D39FEA7F}" dt="2023-07-23T18:17:51.426" v="22" actId="20577"/>
          <ac:spMkLst>
            <pc:docMk/>
            <pc:sldMk cId="1537062186" sldId="259"/>
            <ac:spMk id="3" creationId="{C94EAD4E-0DEF-F3E3-2CD3-304D0D8776E8}"/>
          </ac:spMkLst>
        </pc:spChg>
      </pc:sldChg>
      <pc:sldChg chg="modSp">
        <pc:chgData name="Jeff DeRemer" userId="a37f3d2d141577c5" providerId="Windows Live" clId="Web-{1D8C70B6-822F-45A3-9FA8-4D04D39FEA7F}" dt="2023-07-23T18:23:57.014" v="186" actId="20577"/>
        <pc:sldMkLst>
          <pc:docMk/>
          <pc:sldMk cId="3800418244" sldId="260"/>
        </pc:sldMkLst>
        <pc:spChg chg="mod">
          <ac:chgData name="Jeff DeRemer" userId="a37f3d2d141577c5" providerId="Windows Live" clId="Web-{1D8C70B6-822F-45A3-9FA8-4D04D39FEA7F}" dt="2023-07-23T18:23:57.014" v="186" actId="20577"/>
          <ac:spMkLst>
            <pc:docMk/>
            <pc:sldMk cId="3800418244" sldId="260"/>
            <ac:spMk id="3" creationId="{0C5B5C69-3010-67FC-1E38-ECFAC33F0253}"/>
          </ac:spMkLst>
        </pc:spChg>
      </pc:sldChg>
      <pc:sldChg chg="modSp">
        <pc:chgData name="Jeff DeRemer" userId="a37f3d2d141577c5" providerId="Windows Live" clId="Web-{1D8C70B6-822F-45A3-9FA8-4D04D39FEA7F}" dt="2023-07-23T18:19:50.226" v="90" actId="20577"/>
        <pc:sldMkLst>
          <pc:docMk/>
          <pc:sldMk cId="1862461135" sldId="261"/>
        </pc:sldMkLst>
        <pc:spChg chg="mod">
          <ac:chgData name="Jeff DeRemer" userId="a37f3d2d141577c5" providerId="Windows Live" clId="Web-{1D8C70B6-822F-45A3-9FA8-4D04D39FEA7F}" dt="2023-07-23T18:19:50.226" v="90" actId="20577"/>
          <ac:spMkLst>
            <pc:docMk/>
            <pc:sldMk cId="1862461135" sldId="261"/>
            <ac:spMk id="3" creationId="{4FA58D88-1C41-4DB8-50F5-C0148DF26DEC}"/>
          </ac:spMkLst>
        </pc:spChg>
      </pc:sldChg>
      <pc:sldChg chg="modSp ord">
        <pc:chgData name="Jeff DeRemer" userId="a37f3d2d141577c5" providerId="Windows Live" clId="Web-{1D8C70B6-822F-45A3-9FA8-4D04D39FEA7F}" dt="2023-07-23T18:24:14.780" v="190" actId="20577"/>
        <pc:sldMkLst>
          <pc:docMk/>
          <pc:sldMk cId="750474985" sldId="262"/>
        </pc:sldMkLst>
        <pc:spChg chg="mod">
          <ac:chgData name="Jeff DeRemer" userId="a37f3d2d141577c5" providerId="Windows Live" clId="Web-{1D8C70B6-822F-45A3-9FA8-4D04D39FEA7F}" dt="2023-07-23T18:22:51.091" v="180" actId="20577"/>
          <ac:spMkLst>
            <pc:docMk/>
            <pc:sldMk cId="750474985" sldId="262"/>
            <ac:spMk id="2" creationId="{720CAF6B-2713-2BF8-D39E-F92F43D744B3}"/>
          </ac:spMkLst>
        </pc:spChg>
        <pc:spChg chg="mod">
          <ac:chgData name="Jeff DeRemer" userId="a37f3d2d141577c5" providerId="Windows Live" clId="Web-{1D8C70B6-822F-45A3-9FA8-4D04D39FEA7F}" dt="2023-07-23T18:24:14.780" v="190" actId="20577"/>
          <ac:spMkLst>
            <pc:docMk/>
            <pc:sldMk cId="750474985" sldId="262"/>
            <ac:spMk id="3" creationId="{429D0DB0-413D-C8AB-1A23-F9C01F950E4C}"/>
          </ac:spMkLst>
        </pc:spChg>
      </pc:sldChg>
      <pc:sldChg chg="modSp">
        <pc:chgData name="Jeff DeRemer" userId="a37f3d2d141577c5" providerId="Windows Live" clId="Web-{1D8C70B6-822F-45A3-9FA8-4D04D39FEA7F}" dt="2023-07-23T18:21:50.230" v="165" actId="20577"/>
        <pc:sldMkLst>
          <pc:docMk/>
          <pc:sldMk cId="1604463162" sldId="263"/>
        </pc:sldMkLst>
        <pc:spChg chg="mod">
          <ac:chgData name="Jeff DeRemer" userId="a37f3d2d141577c5" providerId="Windows Live" clId="Web-{1D8C70B6-822F-45A3-9FA8-4D04D39FEA7F}" dt="2023-07-23T18:21:50.230" v="165" actId="20577"/>
          <ac:spMkLst>
            <pc:docMk/>
            <pc:sldMk cId="1604463162" sldId="263"/>
            <ac:spMk id="3" creationId="{FF35C628-9ED1-48A4-98A5-A82E3566925E}"/>
          </ac:spMkLst>
        </pc:spChg>
      </pc:sldChg>
      <pc:sldChg chg="modSp">
        <pc:chgData name="Jeff DeRemer" userId="a37f3d2d141577c5" providerId="Windows Live" clId="Web-{1D8C70B6-822F-45A3-9FA8-4D04D39FEA7F}" dt="2023-07-23T18:25:19.797" v="202" actId="20577"/>
        <pc:sldMkLst>
          <pc:docMk/>
          <pc:sldMk cId="98002227" sldId="264"/>
        </pc:sldMkLst>
        <pc:spChg chg="mod">
          <ac:chgData name="Jeff DeRemer" userId="a37f3d2d141577c5" providerId="Windows Live" clId="Web-{1D8C70B6-822F-45A3-9FA8-4D04D39FEA7F}" dt="2023-07-23T18:25:19.797" v="202" actId="20577"/>
          <ac:spMkLst>
            <pc:docMk/>
            <pc:sldMk cId="98002227" sldId="264"/>
            <ac:spMk id="3" creationId="{18544897-D0A9-DA82-41A4-10CBB57ECE59}"/>
          </ac:spMkLst>
        </pc:spChg>
      </pc:sldChg>
      <pc:sldChg chg="modSp">
        <pc:chgData name="Jeff DeRemer" userId="a37f3d2d141577c5" providerId="Windows Live" clId="Web-{1D8C70B6-822F-45A3-9FA8-4D04D39FEA7F}" dt="2023-07-23T18:26:20.424" v="208" actId="20577"/>
        <pc:sldMkLst>
          <pc:docMk/>
          <pc:sldMk cId="4027165043" sldId="265"/>
        </pc:sldMkLst>
        <pc:spChg chg="mod">
          <ac:chgData name="Jeff DeRemer" userId="a37f3d2d141577c5" providerId="Windows Live" clId="Web-{1D8C70B6-822F-45A3-9FA8-4D04D39FEA7F}" dt="2023-07-23T18:26:20.424" v="208" actId="20577"/>
          <ac:spMkLst>
            <pc:docMk/>
            <pc:sldMk cId="4027165043" sldId="265"/>
            <ac:spMk id="3" creationId="{4182CC16-3AE7-DF35-254E-91CD4D63E479}"/>
          </ac:spMkLst>
        </pc:spChg>
      </pc:sldChg>
      <pc:sldChg chg="modSp">
        <pc:chgData name="Jeff DeRemer" userId="a37f3d2d141577c5" providerId="Windows Live" clId="Web-{1D8C70B6-822F-45A3-9FA8-4D04D39FEA7F}" dt="2023-07-23T18:26:49.956" v="212" actId="20577"/>
        <pc:sldMkLst>
          <pc:docMk/>
          <pc:sldMk cId="1052964133" sldId="266"/>
        </pc:sldMkLst>
        <pc:spChg chg="mod">
          <ac:chgData name="Jeff DeRemer" userId="a37f3d2d141577c5" providerId="Windows Live" clId="Web-{1D8C70B6-822F-45A3-9FA8-4D04D39FEA7F}" dt="2023-07-23T18:26:49.956" v="212" actId="20577"/>
          <ac:spMkLst>
            <pc:docMk/>
            <pc:sldMk cId="1052964133" sldId="266"/>
            <ac:spMk id="3" creationId="{FB20C80A-234C-1B92-533C-D58FA0A04C61}"/>
          </ac:spMkLst>
        </pc:spChg>
      </pc:sldChg>
      <pc:sldChg chg="modSp">
        <pc:chgData name="Jeff DeRemer" userId="a37f3d2d141577c5" providerId="Windows Live" clId="Web-{1D8C70B6-822F-45A3-9FA8-4D04D39FEA7F}" dt="2023-07-23T18:29:39.116" v="357" actId="20577"/>
        <pc:sldMkLst>
          <pc:docMk/>
          <pc:sldMk cId="1079600738" sldId="267"/>
        </pc:sldMkLst>
        <pc:spChg chg="mod">
          <ac:chgData name="Jeff DeRemer" userId="a37f3d2d141577c5" providerId="Windows Live" clId="Web-{1D8C70B6-822F-45A3-9FA8-4D04D39FEA7F}" dt="2023-07-23T18:29:39.116" v="357" actId="20577"/>
          <ac:spMkLst>
            <pc:docMk/>
            <pc:sldMk cId="1079600738" sldId="267"/>
            <ac:spMk id="3" creationId="{D5A21A21-6D25-B829-492F-6BC8C1ADA0ED}"/>
          </ac:spMkLst>
        </pc:spChg>
      </pc:sldChg>
      <pc:sldChg chg="modSp">
        <pc:chgData name="Jeff DeRemer" userId="a37f3d2d141577c5" providerId="Windows Live" clId="Web-{1D8C70B6-822F-45A3-9FA8-4D04D39FEA7F}" dt="2023-07-23T18:30:00.710" v="362" actId="20577"/>
        <pc:sldMkLst>
          <pc:docMk/>
          <pc:sldMk cId="3059359370" sldId="268"/>
        </pc:sldMkLst>
        <pc:spChg chg="mod">
          <ac:chgData name="Jeff DeRemer" userId="a37f3d2d141577c5" providerId="Windows Live" clId="Web-{1D8C70B6-822F-45A3-9FA8-4D04D39FEA7F}" dt="2023-07-23T18:30:00.710" v="362" actId="20577"/>
          <ac:spMkLst>
            <pc:docMk/>
            <pc:sldMk cId="3059359370" sldId="268"/>
            <ac:spMk id="2" creationId="{BAE2503A-0488-D5C7-B302-07BABE5BDEFC}"/>
          </ac:spMkLst>
        </pc:spChg>
        <pc:spChg chg="mod">
          <ac:chgData name="Jeff DeRemer" userId="a37f3d2d141577c5" providerId="Windows Live" clId="Web-{1D8C70B6-822F-45A3-9FA8-4D04D39FEA7F}" dt="2023-07-23T18:29:53.148" v="359" actId="20577"/>
          <ac:spMkLst>
            <pc:docMk/>
            <pc:sldMk cId="3059359370" sldId="268"/>
            <ac:spMk id="3" creationId="{73345575-4215-69DF-BAC1-57E514E491CD}"/>
          </ac:spMkLst>
        </pc:spChg>
      </pc:sldChg>
      <pc:sldChg chg="modSp">
        <pc:chgData name="Jeff DeRemer" userId="a37f3d2d141577c5" providerId="Windows Live" clId="Web-{1D8C70B6-822F-45A3-9FA8-4D04D39FEA7F}" dt="2023-07-23T18:30:40.727" v="386" actId="20577"/>
        <pc:sldMkLst>
          <pc:docMk/>
          <pc:sldMk cId="4291219111" sldId="269"/>
        </pc:sldMkLst>
        <pc:spChg chg="mod">
          <ac:chgData name="Jeff DeRemer" userId="a37f3d2d141577c5" providerId="Windows Live" clId="Web-{1D8C70B6-822F-45A3-9FA8-4D04D39FEA7F}" dt="2023-07-23T18:30:31.242" v="384" actId="20577"/>
          <ac:spMkLst>
            <pc:docMk/>
            <pc:sldMk cId="4291219111" sldId="269"/>
            <ac:spMk id="2" creationId="{9247A437-3EC2-47AD-0CB0-00EE5C7560CD}"/>
          </ac:spMkLst>
        </pc:spChg>
        <pc:spChg chg="mod">
          <ac:chgData name="Jeff DeRemer" userId="a37f3d2d141577c5" providerId="Windows Live" clId="Web-{1D8C70B6-822F-45A3-9FA8-4D04D39FEA7F}" dt="2023-07-23T18:30:40.727" v="386" actId="20577"/>
          <ac:spMkLst>
            <pc:docMk/>
            <pc:sldMk cId="4291219111" sldId="269"/>
            <ac:spMk id="3" creationId="{0F18B9B2-A879-82B3-D71E-0BA6774BC0F8}"/>
          </ac:spMkLst>
        </pc:spChg>
      </pc:sldChg>
      <pc:sldChg chg="modSp">
        <pc:chgData name="Jeff DeRemer" userId="a37f3d2d141577c5" providerId="Windows Live" clId="Web-{1D8C70B6-822F-45A3-9FA8-4D04D39FEA7F}" dt="2023-07-23T18:39:31.474" v="707" actId="20577"/>
        <pc:sldMkLst>
          <pc:docMk/>
          <pc:sldMk cId="3628189326" sldId="270"/>
        </pc:sldMkLst>
        <pc:spChg chg="mod">
          <ac:chgData name="Jeff DeRemer" userId="a37f3d2d141577c5" providerId="Windows Live" clId="Web-{1D8C70B6-822F-45A3-9FA8-4D04D39FEA7F}" dt="2023-07-23T18:39:31.474" v="707" actId="20577"/>
          <ac:spMkLst>
            <pc:docMk/>
            <pc:sldMk cId="3628189326" sldId="270"/>
            <ac:spMk id="2" creationId="{9DB831FD-D532-CC05-3979-A33DE6AA6F6E}"/>
          </ac:spMkLst>
        </pc:spChg>
        <pc:spChg chg="mod">
          <ac:chgData name="Jeff DeRemer" userId="a37f3d2d141577c5" providerId="Windows Live" clId="Web-{1D8C70B6-822F-45A3-9FA8-4D04D39FEA7F}" dt="2023-07-23T18:39:29.115" v="705" actId="20577"/>
          <ac:spMkLst>
            <pc:docMk/>
            <pc:sldMk cId="3628189326" sldId="270"/>
            <ac:spMk id="3" creationId="{6F7476CC-B0F5-EBA0-A09C-F0614C089CE5}"/>
          </ac:spMkLst>
        </pc:spChg>
      </pc:sldChg>
      <pc:sldChg chg="modSp">
        <pc:chgData name="Jeff DeRemer" userId="a37f3d2d141577c5" providerId="Windows Live" clId="Web-{1D8C70B6-822F-45A3-9FA8-4D04D39FEA7F}" dt="2023-07-23T18:32:29.542" v="484" actId="20577"/>
        <pc:sldMkLst>
          <pc:docMk/>
          <pc:sldMk cId="4094167011" sldId="271"/>
        </pc:sldMkLst>
        <pc:spChg chg="mod">
          <ac:chgData name="Jeff DeRemer" userId="a37f3d2d141577c5" providerId="Windows Live" clId="Web-{1D8C70B6-822F-45A3-9FA8-4D04D39FEA7F}" dt="2023-07-23T18:32:29.542" v="484" actId="20577"/>
          <ac:spMkLst>
            <pc:docMk/>
            <pc:sldMk cId="4094167011" sldId="271"/>
            <ac:spMk id="3" creationId="{1149A847-D5C9-8EA2-01EB-CE8AF3A606C7}"/>
          </ac:spMkLst>
        </pc:spChg>
      </pc:sldChg>
      <pc:sldChg chg="modSp">
        <pc:chgData name="Jeff DeRemer" userId="a37f3d2d141577c5" providerId="Windows Live" clId="Web-{1D8C70B6-822F-45A3-9FA8-4D04D39FEA7F}" dt="2023-07-23T18:37:38.940" v="664" actId="20577"/>
        <pc:sldMkLst>
          <pc:docMk/>
          <pc:sldMk cId="1966568967" sldId="273"/>
        </pc:sldMkLst>
        <pc:spChg chg="mod">
          <ac:chgData name="Jeff DeRemer" userId="a37f3d2d141577c5" providerId="Windows Live" clId="Web-{1D8C70B6-822F-45A3-9FA8-4D04D39FEA7F}" dt="2023-07-23T18:37:38.940" v="664" actId="20577"/>
          <ac:spMkLst>
            <pc:docMk/>
            <pc:sldMk cId="1966568967" sldId="273"/>
            <ac:spMk id="2" creationId="{C4C77302-4BF8-065B-0985-42ED6C4A094E}"/>
          </ac:spMkLst>
        </pc:spChg>
        <pc:spChg chg="mod">
          <ac:chgData name="Jeff DeRemer" userId="a37f3d2d141577c5" providerId="Windows Live" clId="Web-{1D8C70B6-822F-45A3-9FA8-4D04D39FEA7F}" dt="2023-07-23T18:37:19.612" v="633" actId="20577"/>
          <ac:spMkLst>
            <pc:docMk/>
            <pc:sldMk cId="1966568967" sldId="273"/>
            <ac:spMk id="3" creationId="{FEC97AF6-D0E5-6CFC-5087-727547E76E49}"/>
          </ac:spMkLst>
        </pc:spChg>
      </pc:sldChg>
      <pc:sldChg chg="modSp">
        <pc:chgData name="Jeff DeRemer" userId="a37f3d2d141577c5" providerId="Windows Live" clId="Web-{1D8C70B6-822F-45A3-9FA8-4D04D39FEA7F}" dt="2023-07-23T18:40:21.647" v="713" actId="20577"/>
        <pc:sldMkLst>
          <pc:docMk/>
          <pc:sldMk cId="517718756" sldId="274"/>
        </pc:sldMkLst>
        <pc:spChg chg="mod">
          <ac:chgData name="Jeff DeRemer" userId="a37f3d2d141577c5" providerId="Windows Live" clId="Web-{1D8C70B6-822F-45A3-9FA8-4D04D39FEA7F}" dt="2023-07-23T18:40:21.647" v="713" actId="20577"/>
          <ac:spMkLst>
            <pc:docMk/>
            <pc:sldMk cId="517718756" sldId="274"/>
            <ac:spMk id="2" creationId="{DA44FD8D-74EE-A547-A9C3-112CE6388BDC}"/>
          </ac:spMkLst>
        </pc:spChg>
        <pc:spChg chg="mod">
          <ac:chgData name="Jeff DeRemer" userId="a37f3d2d141577c5" providerId="Windows Live" clId="Web-{1D8C70B6-822F-45A3-9FA8-4D04D39FEA7F}" dt="2023-07-23T18:40:14.975" v="710" actId="20577"/>
          <ac:spMkLst>
            <pc:docMk/>
            <pc:sldMk cId="517718756" sldId="274"/>
            <ac:spMk id="3" creationId="{36AB1BDB-E2A1-4202-92E8-6D3885AAD11B}"/>
          </ac:spMkLst>
        </pc:spChg>
      </pc:sldChg>
      <pc:sldChg chg="modSp">
        <pc:chgData name="Jeff DeRemer" userId="a37f3d2d141577c5" providerId="Windows Live" clId="Web-{1D8C70B6-822F-45A3-9FA8-4D04D39FEA7F}" dt="2023-07-23T18:36:56.298" v="631" actId="20577"/>
        <pc:sldMkLst>
          <pc:docMk/>
          <pc:sldMk cId="494778731" sldId="275"/>
        </pc:sldMkLst>
        <pc:spChg chg="mod">
          <ac:chgData name="Jeff DeRemer" userId="a37f3d2d141577c5" providerId="Windows Live" clId="Web-{1D8C70B6-822F-45A3-9FA8-4D04D39FEA7F}" dt="2023-07-23T18:36:56.298" v="631" actId="20577"/>
          <ac:spMkLst>
            <pc:docMk/>
            <pc:sldMk cId="494778731" sldId="275"/>
            <ac:spMk id="3" creationId="{62D247C3-81E2-E2CD-1A32-6248E469CEAD}"/>
          </ac:spMkLst>
        </pc:spChg>
      </pc:sldChg>
      <pc:sldChg chg="modSp">
        <pc:chgData name="Jeff DeRemer" userId="a37f3d2d141577c5" providerId="Windows Live" clId="Web-{1D8C70B6-822F-45A3-9FA8-4D04D39FEA7F}" dt="2023-07-23T18:41:12.414" v="728" actId="20577"/>
        <pc:sldMkLst>
          <pc:docMk/>
          <pc:sldMk cId="3591501101" sldId="276"/>
        </pc:sldMkLst>
        <pc:spChg chg="mod">
          <ac:chgData name="Jeff DeRemer" userId="a37f3d2d141577c5" providerId="Windows Live" clId="Web-{1D8C70B6-822F-45A3-9FA8-4D04D39FEA7F}" dt="2023-07-23T18:41:12.414" v="728" actId="20577"/>
          <ac:spMkLst>
            <pc:docMk/>
            <pc:sldMk cId="3591501101" sldId="276"/>
            <ac:spMk id="3" creationId="{0398F67A-659A-3AB8-CBA9-89F233418F8E}"/>
          </ac:spMkLst>
        </pc:spChg>
      </pc:sldChg>
      <pc:sldChg chg="modSp">
        <pc:chgData name="Jeff DeRemer" userId="a37f3d2d141577c5" providerId="Windows Live" clId="Web-{1D8C70B6-822F-45A3-9FA8-4D04D39FEA7F}" dt="2023-07-23T18:41:44.759" v="735" actId="20577"/>
        <pc:sldMkLst>
          <pc:docMk/>
          <pc:sldMk cId="2990784307" sldId="277"/>
        </pc:sldMkLst>
        <pc:spChg chg="mod">
          <ac:chgData name="Jeff DeRemer" userId="a37f3d2d141577c5" providerId="Windows Live" clId="Web-{1D8C70B6-822F-45A3-9FA8-4D04D39FEA7F}" dt="2023-07-23T18:41:44.759" v="735" actId="20577"/>
          <ac:spMkLst>
            <pc:docMk/>
            <pc:sldMk cId="2990784307" sldId="277"/>
            <ac:spMk id="3" creationId="{8505100E-6EFE-B8B7-5E92-053F23902331}"/>
          </ac:spMkLst>
        </pc:spChg>
      </pc:sldChg>
      <pc:sldChg chg="modSp">
        <pc:chgData name="Jeff DeRemer" userId="a37f3d2d141577c5" providerId="Windows Live" clId="Web-{1D8C70B6-822F-45A3-9FA8-4D04D39FEA7F}" dt="2023-07-23T18:42:44.838" v="742" actId="20577"/>
        <pc:sldMkLst>
          <pc:docMk/>
          <pc:sldMk cId="3744251568" sldId="278"/>
        </pc:sldMkLst>
        <pc:spChg chg="mod">
          <ac:chgData name="Jeff DeRemer" userId="a37f3d2d141577c5" providerId="Windows Live" clId="Web-{1D8C70B6-822F-45A3-9FA8-4D04D39FEA7F}" dt="2023-07-23T18:42:44.838" v="742" actId="20577"/>
          <ac:spMkLst>
            <pc:docMk/>
            <pc:sldMk cId="3744251568" sldId="278"/>
            <ac:spMk id="3" creationId="{FB490085-442A-F459-46C4-DE49E5A3B707}"/>
          </ac:spMkLst>
        </pc:spChg>
      </pc:sldChg>
      <pc:sldChg chg="modSp">
        <pc:chgData name="Jeff DeRemer" userId="a37f3d2d141577c5" providerId="Windows Live" clId="Web-{1D8C70B6-822F-45A3-9FA8-4D04D39FEA7F}" dt="2023-07-23T18:43:55.949" v="765" actId="20577"/>
        <pc:sldMkLst>
          <pc:docMk/>
          <pc:sldMk cId="3982399502" sldId="279"/>
        </pc:sldMkLst>
        <pc:spChg chg="mod">
          <ac:chgData name="Jeff DeRemer" userId="a37f3d2d141577c5" providerId="Windows Live" clId="Web-{1D8C70B6-822F-45A3-9FA8-4D04D39FEA7F}" dt="2023-07-23T18:43:55.949" v="765" actId="20577"/>
          <ac:spMkLst>
            <pc:docMk/>
            <pc:sldMk cId="3982399502" sldId="279"/>
            <ac:spMk id="3" creationId="{E9946A79-B7B2-74E9-63F9-ED6A04F68C26}"/>
          </ac:spMkLst>
        </pc:spChg>
      </pc:sldChg>
      <pc:sldChg chg="modSp">
        <pc:chgData name="Jeff DeRemer" userId="a37f3d2d141577c5" providerId="Windows Live" clId="Web-{1D8C70B6-822F-45A3-9FA8-4D04D39FEA7F}" dt="2023-07-23T18:44:08.403" v="768" actId="20577"/>
        <pc:sldMkLst>
          <pc:docMk/>
          <pc:sldMk cId="2746935985" sldId="280"/>
        </pc:sldMkLst>
        <pc:spChg chg="mod">
          <ac:chgData name="Jeff DeRemer" userId="a37f3d2d141577c5" providerId="Windows Live" clId="Web-{1D8C70B6-822F-45A3-9FA8-4D04D39FEA7F}" dt="2023-07-23T18:44:08.403" v="768" actId="20577"/>
          <ac:spMkLst>
            <pc:docMk/>
            <pc:sldMk cId="2746935985" sldId="280"/>
            <ac:spMk id="3" creationId="{2CC19F36-1038-F57E-91F2-B8DE49592B97}"/>
          </ac:spMkLst>
        </pc:spChg>
      </pc:sldChg>
      <pc:sldChg chg="modSp">
        <pc:chgData name="Jeff DeRemer" userId="a37f3d2d141577c5" providerId="Windows Live" clId="Web-{1D8C70B6-822F-45A3-9FA8-4D04D39FEA7F}" dt="2023-07-23T18:44:28.809" v="786" actId="20577"/>
        <pc:sldMkLst>
          <pc:docMk/>
          <pc:sldMk cId="1741603341" sldId="281"/>
        </pc:sldMkLst>
        <pc:spChg chg="mod">
          <ac:chgData name="Jeff DeRemer" userId="a37f3d2d141577c5" providerId="Windows Live" clId="Web-{1D8C70B6-822F-45A3-9FA8-4D04D39FEA7F}" dt="2023-07-23T18:44:28.809" v="786" actId="20577"/>
          <ac:spMkLst>
            <pc:docMk/>
            <pc:sldMk cId="1741603341" sldId="281"/>
            <ac:spMk id="2" creationId="{76059A4D-C0FA-3742-CB0A-83B93BEC2BE4}"/>
          </ac:spMkLst>
        </pc:spChg>
        <pc:spChg chg="mod">
          <ac:chgData name="Jeff DeRemer" userId="a37f3d2d141577c5" providerId="Windows Live" clId="Web-{1D8C70B6-822F-45A3-9FA8-4D04D39FEA7F}" dt="2023-07-23T18:44:19.059" v="770" actId="20577"/>
          <ac:spMkLst>
            <pc:docMk/>
            <pc:sldMk cId="1741603341" sldId="281"/>
            <ac:spMk id="3" creationId="{AE93F422-6E43-9151-FE4B-8F3515273467}"/>
          </ac:spMkLst>
        </pc:spChg>
      </pc:sldChg>
      <pc:sldChg chg="modSp">
        <pc:chgData name="Jeff DeRemer" userId="a37f3d2d141577c5" providerId="Windows Live" clId="Web-{1D8C70B6-822F-45A3-9FA8-4D04D39FEA7F}" dt="2023-07-23T18:45:46.343" v="804" actId="20577"/>
        <pc:sldMkLst>
          <pc:docMk/>
          <pc:sldMk cId="204965760" sldId="282"/>
        </pc:sldMkLst>
        <pc:spChg chg="mod">
          <ac:chgData name="Jeff DeRemer" userId="a37f3d2d141577c5" providerId="Windows Live" clId="Web-{1D8C70B6-822F-45A3-9FA8-4D04D39FEA7F}" dt="2023-07-23T18:45:46.343" v="804" actId="20577"/>
          <ac:spMkLst>
            <pc:docMk/>
            <pc:sldMk cId="204965760" sldId="282"/>
            <ac:spMk id="3" creationId="{214B1D8D-63BD-DD0B-C0F5-8839FC6374EC}"/>
          </ac:spMkLst>
        </pc:spChg>
      </pc:sldChg>
      <pc:sldChg chg="modSp">
        <pc:chgData name="Jeff DeRemer" userId="a37f3d2d141577c5" providerId="Windows Live" clId="Web-{1D8C70B6-822F-45A3-9FA8-4D04D39FEA7F}" dt="2023-07-23T18:45:07.404" v="791" actId="20577"/>
        <pc:sldMkLst>
          <pc:docMk/>
          <pc:sldMk cId="1861732289" sldId="283"/>
        </pc:sldMkLst>
        <pc:spChg chg="mod">
          <ac:chgData name="Jeff DeRemer" userId="a37f3d2d141577c5" providerId="Windows Live" clId="Web-{1D8C70B6-822F-45A3-9FA8-4D04D39FEA7F}" dt="2023-07-23T18:45:07.404" v="791" actId="20577"/>
          <ac:spMkLst>
            <pc:docMk/>
            <pc:sldMk cId="1861732289" sldId="283"/>
            <ac:spMk id="3" creationId="{A4DD8A52-93C3-307C-94F8-99CD4F67B3B0}"/>
          </ac:spMkLst>
        </pc:spChg>
      </pc:sldChg>
      <pc:sldChg chg="modSp">
        <pc:chgData name="Jeff DeRemer" userId="a37f3d2d141577c5" providerId="Windows Live" clId="Web-{1D8C70B6-822F-45A3-9FA8-4D04D39FEA7F}" dt="2023-07-23T18:47:01.563" v="867" actId="20577"/>
        <pc:sldMkLst>
          <pc:docMk/>
          <pc:sldMk cId="1987841433" sldId="284"/>
        </pc:sldMkLst>
        <pc:spChg chg="mod">
          <ac:chgData name="Jeff DeRemer" userId="a37f3d2d141577c5" providerId="Windows Live" clId="Web-{1D8C70B6-822F-45A3-9FA8-4D04D39FEA7F}" dt="2023-07-23T18:47:01.563" v="867" actId="20577"/>
          <ac:spMkLst>
            <pc:docMk/>
            <pc:sldMk cId="1987841433" sldId="284"/>
            <ac:spMk id="3" creationId="{167EB91F-F6C9-4B4F-90F3-7CA2D46122AE}"/>
          </ac:spMkLst>
        </pc:spChg>
      </pc:sldChg>
      <pc:sldChg chg="modSp">
        <pc:chgData name="Jeff DeRemer" userId="a37f3d2d141577c5" providerId="Windows Live" clId="Web-{1D8C70B6-822F-45A3-9FA8-4D04D39FEA7F}" dt="2023-07-23T18:48:25.612" v="921" actId="20577"/>
        <pc:sldMkLst>
          <pc:docMk/>
          <pc:sldMk cId="1112612059" sldId="285"/>
        </pc:sldMkLst>
        <pc:spChg chg="mod">
          <ac:chgData name="Jeff DeRemer" userId="a37f3d2d141577c5" providerId="Windows Live" clId="Web-{1D8C70B6-822F-45A3-9FA8-4D04D39FEA7F}" dt="2023-07-23T18:48:25.612" v="921" actId="20577"/>
          <ac:spMkLst>
            <pc:docMk/>
            <pc:sldMk cId="1112612059" sldId="285"/>
            <ac:spMk id="3" creationId="{2C233C5D-AE6E-EE9D-E247-48CB088754FF}"/>
          </ac:spMkLst>
        </pc:spChg>
      </pc:sldChg>
      <pc:sldChg chg="modSp">
        <pc:chgData name="Jeff DeRemer" userId="a37f3d2d141577c5" providerId="Windows Live" clId="Web-{1D8C70B6-822F-45A3-9FA8-4D04D39FEA7F}" dt="2023-07-23T18:48:39.925" v="924" actId="20577"/>
        <pc:sldMkLst>
          <pc:docMk/>
          <pc:sldMk cId="2771794891" sldId="286"/>
        </pc:sldMkLst>
        <pc:spChg chg="mod">
          <ac:chgData name="Jeff DeRemer" userId="a37f3d2d141577c5" providerId="Windows Live" clId="Web-{1D8C70B6-822F-45A3-9FA8-4D04D39FEA7F}" dt="2023-07-23T18:48:39.925" v="924" actId="20577"/>
          <ac:spMkLst>
            <pc:docMk/>
            <pc:sldMk cId="2771794891" sldId="286"/>
            <ac:spMk id="3" creationId="{E43A48AF-984B-687B-AB99-A4749E13FE18}"/>
          </ac:spMkLst>
        </pc:spChg>
      </pc:sldChg>
      <pc:sldChg chg="modSp">
        <pc:chgData name="Jeff DeRemer" userId="a37f3d2d141577c5" providerId="Windows Live" clId="Web-{1D8C70B6-822F-45A3-9FA8-4D04D39FEA7F}" dt="2023-07-23T18:48:01.393" v="918" actId="20577"/>
        <pc:sldMkLst>
          <pc:docMk/>
          <pc:sldMk cId="4209612668" sldId="287"/>
        </pc:sldMkLst>
        <pc:spChg chg="mod">
          <ac:chgData name="Jeff DeRemer" userId="a37f3d2d141577c5" providerId="Windows Live" clId="Web-{1D8C70B6-822F-45A3-9FA8-4D04D39FEA7F}" dt="2023-07-23T18:48:01.393" v="918" actId="20577"/>
          <ac:spMkLst>
            <pc:docMk/>
            <pc:sldMk cId="4209612668" sldId="287"/>
            <ac:spMk id="2" creationId="{2EF7659A-F540-6B95-C923-EA9F9DA2FDC8}"/>
          </ac:spMkLst>
        </pc:spChg>
      </pc:sldChg>
      <pc:sldChg chg="modSp">
        <pc:chgData name="Jeff DeRemer" userId="a37f3d2d141577c5" providerId="Windows Live" clId="Web-{1D8C70B6-822F-45A3-9FA8-4D04D39FEA7F}" dt="2023-07-23T18:49:14.644" v="927" actId="20577"/>
        <pc:sldMkLst>
          <pc:docMk/>
          <pc:sldMk cId="1175048660" sldId="288"/>
        </pc:sldMkLst>
        <pc:spChg chg="mod">
          <ac:chgData name="Jeff DeRemer" userId="a37f3d2d141577c5" providerId="Windows Live" clId="Web-{1D8C70B6-822F-45A3-9FA8-4D04D39FEA7F}" dt="2023-07-23T18:49:14.644" v="927" actId="20577"/>
          <ac:spMkLst>
            <pc:docMk/>
            <pc:sldMk cId="1175048660" sldId="288"/>
            <ac:spMk id="3" creationId="{E35BB5F5-DEF6-901B-798D-F75EF1BEE6C3}"/>
          </ac:spMkLst>
        </pc:spChg>
      </pc:sldChg>
      <pc:sldChg chg="modSp">
        <pc:chgData name="Jeff DeRemer" userId="a37f3d2d141577c5" providerId="Windows Live" clId="Web-{1D8C70B6-822F-45A3-9FA8-4D04D39FEA7F}" dt="2023-07-23T18:50:02.536" v="949" actId="20577"/>
        <pc:sldMkLst>
          <pc:docMk/>
          <pc:sldMk cId="1487085672" sldId="289"/>
        </pc:sldMkLst>
        <pc:spChg chg="mod">
          <ac:chgData name="Jeff DeRemer" userId="a37f3d2d141577c5" providerId="Windows Live" clId="Web-{1D8C70B6-822F-45A3-9FA8-4D04D39FEA7F}" dt="2023-07-23T18:50:02.536" v="949" actId="20577"/>
          <ac:spMkLst>
            <pc:docMk/>
            <pc:sldMk cId="1487085672" sldId="289"/>
            <ac:spMk id="3" creationId="{35D0BBDA-8803-BE37-2613-0EDAF02F44B8}"/>
          </ac:spMkLst>
        </pc:spChg>
      </pc:sldChg>
      <pc:sldChg chg="modSp">
        <pc:chgData name="Jeff DeRemer" userId="a37f3d2d141577c5" providerId="Windows Live" clId="Web-{1D8C70B6-822F-45A3-9FA8-4D04D39FEA7F}" dt="2023-07-23T18:46:05.390" v="827" actId="20577"/>
        <pc:sldMkLst>
          <pc:docMk/>
          <pc:sldMk cId="117291877" sldId="291"/>
        </pc:sldMkLst>
        <pc:spChg chg="mod">
          <ac:chgData name="Jeff DeRemer" userId="a37f3d2d141577c5" providerId="Windows Live" clId="Web-{1D8C70B6-822F-45A3-9FA8-4D04D39FEA7F}" dt="2023-07-23T18:45:59.671" v="825" actId="20577"/>
          <ac:spMkLst>
            <pc:docMk/>
            <pc:sldMk cId="117291877" sldId="291"/>
            <ac:spMk id="2" creationId="{7C7FA624-06C1-58CB-6EBF-6A6E06B55AA5}"/>
          </ac:spMkLst>
        </pc:spChg>
        <pc:spChg chg="mod">
          <ac:chgData name="Jeff DeRemer" userId="a37f3d2d141577c5" providerId="Windows Live" clId="Web-{1D8C70B6-822F-45A3-9FA8-4D04D39FEA7F}" dt="2023-07-23T18:46:05.390" v="827" actId="20577"/>
          <ac:spMkLst>
            <pc:docMk/>
            <pc:sldMk cId="117291877" sldId="291"/>
            <ac:spMk id="3" creationId="{64E1AC00-5F6F-8A57-76A4-5BD2487C9873}"/>
          </ac:spMkLst>
        </pc:spChg>
      </pc:sldChg>
      <pc:sldChg chg="modSp">
        <pc:chgData name="Jeff DeRemer" userId="a37f3d2d141577c5" providerId="Windows Live" clId="Web-{1D8C70B6-822F-45A3-9FA8-4D04D39FEA7F}" dt="2023-07-23T18:22:21.137" v="176" actId="20577"/>
        <pc:sldMkLst>
          <pc:docMk/>
          <pc:sldMk cId="2803421184" sldId="292"/>
        </pc:sldMkLst>
        <pc:spChg chg="mod">
          <ac:chgData name="Jeff DeRemer" userId="a37f3d2d141577c5" providerId="Windows Live" clId="Web-{1D8C70B6-822F-45A3-9FA8-4D04D39FEA7F}" dt="2023-07-23T18:22:21.137" v="176" actId="20577"/>
          <ac:spMkLst>
            <pc:docMk/>
            <pc:sldMk cId="2803421184" sldId="292"/>
            <ac:spMk id="3" creationId="{DABAC2CE-B759-65A2-A9AA-973000EA0D14}"/>
          </ac:spMkLst>
        </pc:spChg>
      </pc:sldChg>
      <pc:sldChg chg="modSp">
        <pc:chgData name="Jeff DeRemer" userId="a37f3d2d141577c5" providerId="Windows Live" clId="Web-{1D8C70B6-822F-45A3-9FA8-4D04D39FEA7F}" dt="2023-07-23T18:28:05.801" v="240" actId="20577"/>
        <pc:sldMkLst>
          <pc:docMk/>
          <pc:sldMk cId="2373186645" sldId="294"/>
        </pc:sldMkLst>
        <pc:spChg chg="mod">
          <ac:chgData name="Jeff DeRemer" userId="a37f3d2d141577c5" providerId="Windows Live" clId="Web-{1D8C70B6-822F-45A3-9FA8-4D04D39FEA7F}" dt="2023-07-23T18:27:53.692" v="238" actId="20577"/>
          <ac:spMkLst>
            <pc:docMk/>
            <pc:sldMk cId="2373186645" sldId="294"/>
            <ac:spMk id="2" creationId="{B2222F7C-0144-814E-2BAD-01A1646151D4}"/>
          </ac:spMkLst>
        </pc:spChg>
        <pc:spChg chg="mod">
          <ac:chgData name="Jeff DeRemer" userId="a37f3d2d141577c5" providerId="Windows Live" clId="Web-{1D8C70B6-822F-45A3-9FA8-4D04D39FEA7F}" dt="2023-07-23T18:28:05.801" v="240" actId="20577"/>
          <ac:spMkLst>
            <pc:docMk/>
            <pc:sldMk cId="2373186645" sldId="294"/>
            <ac:spMk id="3" creationId="{044EA9B4-6A65-9695-5C1B-998070458920}"/>
          </ac:spMkLst>
        </pc:spChg>
      </pc:sldChg>
      <pc:sldChg chg="modSp">
        <pc:chgData name="Jeff DeRemer" userId="a37f3d2d141577c5" providerId="Windows Live" clId="Web-{1D8C70B6-822F-45A3-9FA8-4D04D39FEA7F}" dt="2023-07-23T18:24:58.594" v="199" actId="20577"/>
        <pc:sldMkLst>
          <pc:docMk/>
          <pc:sldMk cId="4013399894" sldId="298"/>
        </pc:sldMkLst>
        <pc:spChg chg="mod">
          <ac:chgData name="Jeff DeRemer" userId="a37f3d2d141577c5" providerId="Windows Live" clId="Web-{1D8C70B6-822F-45A3-9FA8-4D04D39FEA7F}" dt="2023-07-23T18:24:58.594" v="199" actId="20577"/>
          <ac:spMkLst>
            <pc:docMk/>
            <pc:sldMk cId="4013399894" sldId="298"/>
            <ac:spMk id="2" creationId="{9FC04FDF-F6C6-A102-AAE8-320D1538DF86}"/>
          </ac:spMkLst>
        </pc:spChg>
        <pc:spChg chg="mod">
          <ac:chgData name="Jeff DeRemer" userId="a37f3d2d141577c5" providerId="Windows Live" clId="Web-{1D8C70B6-822F-45A3-9FA8-4D04D39FEA7F}" dt="2023-07-23T18:24:46.562" v="193" actId="20577"/>
          <ac:spMkLst>
            <pc:docMk/>
            <pc:sldMk cId="4013399894" sldId="298"/>
            <ac:spMk id="3" creationId="{6743DE19-7F4F-73A0-DA1F-334D05FC2A93}"/>
          </ac:spMkLst>
        </pc:spChg>
      </pc:sldChg>
      <pc:sldChg chg="modSp">
        <pc:chgData name="Jeff DeRemer" userId="a37f3d2d141577c5" providerId="Windows Live" clId="Web-{1D8C70B6-822F-45A3-9FA8-4D04D39FEA7F}" dt="2023-07-23T18:49:29.629" v="946" actId="20577"/>
        <pc:sldMkLst>
          <pc:docMk/>
          <pc:sldMk cId="586689482" sldId="300"/>
        </pc:sldMkLst>
        <pc:spChg chg="mod">
          <ac:chgData name="Jeff DeRemer" userId="a37f3d2d141577c5" providerId="Windows Live" clId="Web-{1D8C70B6-822F-45A3-9FA8-4D04D39FEA7F}" dt="2023-07-23T18:49:29.629" v="946" actId="20577"/>
          <ac:spMkLst>
            <pc:docMk/>
            <pc:sldMk cId="586689482" sldId="300"/>
            <ac:spMk id="2" creationId="{E396FD66-0FAC-C93C-0BC0-9B32126BDF21}"/>
          </ac:spMkLst>
        </pc:spChg>
      </pc:sldChg>
      <pc:sldChg chg="modSp">
        <pc:chgData name="Jeff DeRemer" userId="a37f3d2d141577c5" providerId="Windows Live" clId="Web-{1D8C70B6-822F-45A3-9FA8-4D04D39FEA7F}" dt="2023-07-23T18:34:50.858" v="530" actId="20577"/>
        <pc:sldMkLst>
          <pc:docMk/>
          <pc:sldMk cId="1935756779" sldId="305"/>
        </pc:sldMkLst>
        <pc:spChg chg="mod">
          <ac:chgData name="Jeff DeRemer" userId="a37f3d2d141577c5" providerId="Windows Live" clId="Web-{1D8C70B6-822F-45A3-9FA8-4D04D39FEA7F}" dt="2023-07-23T18:34:50.858" v="530" actId="20577"/>
          <ac:spMkLst>
            <pc:docMk/>
            <pc:sldMk cId="1935756779" sldId="305"/>
            <ac:spMk id="2" creationId="{3ACE7FED-C200-7B67-3E02-882BF64E67DD}"/>
          </ac:spMkLst>
        </pc:spChg>
      </pc:sldChg>
      <pc:sldChg chg="modSp">
        <pc:chgData name="Jeff DeRemer" userId="a37f3d2d141577c5" providerId="Windows Live" clId="Web-{1D8C70B6-822F-45A3-9FA8-4D04D39FEA7F}" dt="2023-07-23T18:47:37.783" v="898" actId="20577"/>
        <pc:sldMkLst>
          <pc:docMk/>
          <pc:sldMk cId="3166782752" sldId="306"/>
        </pc:sldMkLst>
        <pc:spChg chg="mod">
          <ac:chgData name="Jeff DeRemer" userId="a37f3d2d141577c5" providerId="Windows Live" clId="Web-{1D8C70B6-822F-45A3-9FA8-4D04D39FEA7F}" dt="2023-07-23T18:47:37.783" v="898" actId="20577"/>
          <ac:spMkLst>
            <pc:docMk/>
            <pc:sldMk cId="3166782752" sldId="306"/>
            <ac:spMk id="2" creationId="{772C3B8A-BFCD-230B-87C2-C9526DBB601C}"/>
          </ac:spMkLst>
        </pc:spChg>
      </pc:sldChg>
      <pc:sldChg chg="modSp">
        <pc:chgData name="Jeff DeRemer" userId="a37f3d2d141577c5" providerId="Windows Live" clId="Web-{1D8C70B6-822F-45A3-9FA8-4D04D39FEA7F}" dt="2023-07-23T18:27:13.784" v="219" actId="20577"/>
        <pc:sldMkLst>
          <pc:docMk/>
          <pc:sldMk cId="2145870571" sldId="307"/>
        </pc:sldMkLst>
        <pc:spChg chg="mod">
          <ac:chgData name="Jeff DeRemer" userId="a37f3d2d141577c5" providerId="Windows Live" clId="Web-{1D8C70B6-822F-45A3-9FA8-4D04D39FEA7F}" dt="2023-07-23T18:27:13.784" v="219" actId="20577"/>
          <ac:spMkLst>
            <pc:docMk/>
            <pc:sldMk cId="2145870571" sldId="307"/>
            <ac:spMk id="3" creationId="{E16765E4-91CB-D7BB-72DE-17157CA29AE6}"/>
          </ac:spMkLst>
        </pc:spChg>
      </pc:sldChg>
      <pc:sldChg chg="modSp">
        <pc:chgData name="Jeff DeRemer" userId="a37f3d2d141577c5" providerId="Windows Live" clId="Web-{1D8C70B6-822F-45A3-9FA8-4D04D39FEA7F}" dt="2023-07-23T18:27:40.832" v="236" actId="20577"/>
        <pc:sldMkLst>
          <pc:docMk/>
          <pc:sldMk cId="1173428035" sldId="308"/>
        </pc:sldMkLst>
        <pc:spChg chg="mod">
          <ac:chgData name="Jeff DeRemer" userId="a37f3d2d141577c5" providerId="Windows Live" clId="Web-{1D8C70B6-822F-45A3-9FA8-4D04D39FEA7F}" dt="2023-07-23T18:27:40.832" v="236" actId="20577"/>
          <ac:spMkLst>
            <pc:docMk/>
            <pc:sldMk cId="1173428035" sldId="308"/>
            <ac:spMk id="2" creationId="{7905709C-0522-4331-5D4F-CCBE2BEF0D9D}"/>
          </ac:spMkLst>
        </pc:spChg>
        <pc:spChg chg="mod">
          <ac:chgData name="Jeff DeRemer" userId="a37f3d2d141577c5" providerId="Windows Live" clId="Web-{1D8C70B6-822F-45A3-9FA8-4D04D39FEA7F}" dt="2023-07-23T18:27:28.941" v="221" actId="20577"/>
          <ac:spMkLst>
            <pc:docMk/>
            <pc:sldMk cId="1173428035" sldId="308"/>
            <ac:spMk id="3" creationId="{D8401FEB-2B12-65C9-4AB5-92E8C061DEA6}"/>
          </ac:spMkLst>
        </pc:spChg>
      </pc:sldChg>
      <pc:sldChg chg="modSp">
        <pc:chgData name="Jeff DeRemer" userId="a37f3d2d141577c5" providerId="Windows Live" clId="Web-{1D8C70B6-822F-45A3-9FA8-4D04D39FEA7F}" dt="2023-07-23T18:33:14.809" v="495" actId="20577"/>
        <pc:sldMkLst>
          <pc:docMk/>
          <pc:sldMk cId="322086555" sldId="312"/>
        </pc:sldMkLst>
        <pc:spChg chg="mod">
          <ac:chgData name="Jeff DeRemer" userId="a37f3d2d141577c5" providerId="Windows Live" clId="Web-{1D8C70B6-822F-45A3-9FA8-4D04D39FEA7F}" dt="2023-07-23T18:32:53.277" v="492" actId="20577"/>
          <ac:spMkLst>
            <pc:docMk/>
            <pc:sldMk cId="322086555" sldId="312"/>
            <ac:spMk id="2" creationId="{5FF6EBCF-D7C6-7D4F-E1F5-F35CACAB2D0A}"/>
          </ac:spMkLst>
        </pc:spChg>
        <pc:spChg chg="mod">
          <ac:chgData name="Jeff DeRemer" userId="a37f3d2d141577c5" providerId="Windows Live" clId="Web-{1D8C70B6-822F-45A3-9FA8-4D04D39FEA7F}" dt="2023-07-23T18:33:14.809" v="495" actId="20577"/>
          <ac:spMkLst>
            <pc:docMk/>
            <pc:sldMk cId="322086555" sldId="312"/>
            <ac:spMk id="3" creationId="{0167575D-D147-EA22-F445-19C81CCD42A4}"/>
          </ac:spMkLst>
        </pc:spChg>
      </pc:sldChg>
      <pc:sldChg chg="modSp">
        <pc:chgData name="Jeff DeRemer" userId="a37f3d2d141577c5" providerId="Windows Live" clId="Web-{1D8C70B6-822F-45A3-9FA8-4D04D39FEA7F}" dt="2023-07-23T18:18:06.692" v="24" actId="20577"/>
        <pc:sldMkLst>
          <pc:docMk/>
          <pc:sldMk cId="3588194236" sldId="315"/>
        </pc:sldMkLst>
        <pc:spChg chg="mod">
          <ac:chgData name="Jeff DeRemer" userId="a37f3d2d141577c5" providerId="Windows Live" clId="Web-{1D8C70B6-822F-45A3-9FA8-4D04D39FEA7F}" dt="2023-07-23T18:18:06.692" v="24" actId="20577"/>
          <ac:spMkLst>
            <pc:docMk/>
            <pc:sldMk cId="3588194236" sldId="315"/>
            <ac:spMk id="3" creationId="{8797E62F-9EFE-7982-AA44-CA6ED395C745}"/>
          </ac:spMkLst>
        </pc:spChg>
      </pc:sldChg>
      <pc:sldChg chg="modSp">
        <pc:chgData name="Jeff DeRemer" userId="a37f3d2d141577c5" providerId="Windows Live" clId="Web-{1D8C70B6-822F-45A3-9FA8-4D04D39FEA7F}" dt="2023-07-23T18:34:34.592" v="529" actId="20577"/>
        <pc:sldMkLst>
          <pc:docMk/>
          <pc:sldMk cId="3080211462" sldId="316"/>
        </pc:sldMkLst>
        <pc:spChg chg="mod">
          <ac:chgData name="Jeff DeRemer" userId="a37f3d2d141577c5" providerId="Windows Live" clId="Web-{1D8C70B6-822F-45A3-9FA8-4D04D39FEA7F}" dt="2023-07-23T18:34:34.592" v="529" actId="20577"/>
          <ac:spMkLst>
            <pc:docMk/>
            <pc:sldMk cId="3080211462" sldId="316"/>
            <ac:spMk id="3" creationId="{22CFC226-DC8E-64BB-56E7-EA99E3243D7F}"/>
          </ac:spMkLst>
        </pc:spChg>
      </pc:sldChg>
      <pc:sldChg chg="modSp">
        <pc:chgData name="Jeff DeRemer" userId="a37f3d2d141577c5" providerId="Windows Live" clId="Web-{1D8C70B6-822F-45A3-9FA8-4D04D39FEA7F}" dt="2023-07-23T18:53:09.509" v="952" actId="20577"/>
        <pc:sldMkLst>
          <pc:docMk/>
          <pc:sldMk cId="915020623" sldId="317"/>
        </pc:sldMkLst>
        <pc:spChg chg="mod">
          <ac:chgData name="Jeff DeRemer" userId="a37f3d2d141577c5" providerId="Windows Live" clId="Web-{1D8C70B6-822F-45A3-9FA8-4D04D39FEA7F}" dt="2023-07-23T18:53:09.509" v="952" actId="20577"/>
          <ac:spMkLst>
            <pc:docMk/>
            <pc:sldMk cId="915020623" sldId="317"/>
            <ac:spMk id="3" creationId="{594954C9-A707-69B0-D235-57E16BE68174}"/>
          </ac:spMkLst>
        </pc:spChg>
      </pc:sldChg>
      <pc:sldChg chg="new">
        <pc:chgData name="Jeff DeRemer" userId="a37f3d2d141577c5" providerId="Windows Live" clId="Web-{1D8C70B6-822F-45A3-9FA8-4D04D39FEA7F}" dt="2023-07-23T18:56:51.264" v="957"/>
        <pc:sldMkLst>
          <pc:docMk/>
          <pc:sldMk cId="1712350636" sldId="318"/>
        </pc:sldMkLst>
      </pc:sldChg>
    </pc:docChg>
  </pc:docChgLst>
  <pc:docChgLst>
    <pc:chgData name="Jeff DeRemer" userId="a37f3d2d141577c5" providerId="Windows Live" clId="Web-{00274082-B48E-4790-B18C-34D2EB5CD632}"/>
    <pc:docChg chg="delSld modSld sldOrd modSection">
      <pc:chgData name="Jeff DeRemer" userId="a37f3d2d141577c5" providerId="Windows Live" clId="Web-{00274082-B48E-4790-B18C-34D2EB5CD632}" dt="2023-09-03T12:06:52.290" v="75" actId="20577"/>
      <pc:docMkLst>
        <pc:docMk/>
      </pc:docMkLst>
      <pc:sldChg chg="ord">
        <pc:chgData name="Jeff DeRemer" userId="a37f3d2d141577c5" providerId="Windows Live" clId="Web-{00274082-B48E-4790-B18C-34D2EB5CD632}" dt="2023-09-03T12:04:58.098" v="49"/>
        <pc:sldMkLst>
          <pc:docMk/>
          <pc:sldMk cId="1487085672" sldId="289"/>
        </pc:sldMkLst>
      </pc:sldChg>
      <pc:sldChg chg="ord">
        <pc:chgData name="Jeff DeRemer" userId="a37f3d2d141577c5" providerId="Windows Live" clId="Web-{00274082-B48E-4790-B18C-34D2EB5CD632}" dt="2023-09-03T12:04:56.082" v="48"/>
        <pc:sldMkLst>
          <pc:docMk/>
          <pc:sldMk cId="1109033926" sldId="295"/>
        </pc:sldMkLst>
      </pc:sldChg>
      <pc:sldChg chg="modSp ord">
        <pc:chgData name="Jeff DeRemer" userId="a37f3d2d141577c5" providerId="Windows Live" clId="Web-{00274082-B48E-4790-B18C-34D2EB5CD632}" dt="2023-09-03T12:04:40.879" v="47"/>
        <pc:sldMkLst>
          <pc:docMk/>
          <pc:sldMk cId="2227905725" sldId="301"/>
        </pc:sldMkLst>
        <pc:spChg chg="mod">
          <ac:chgData name="Jeff DeRemer" userId="a37f3d2d141577c5" providerId="Windows Live" clId="Web-{00274082-B48E-4790-B18C-34D2EB5CD632}" dt="2023-09-03T12:04:39.691" v="46" actId="20577"/>
          <ac:spMkLst>
            <pc:docMk/>
            <pc:sldMk cId="2227905725" sldId="301"/>
            <ac:spMk id="3" creationId="{D69A567F-FFA9-404D-99D7-C7D9CEAD062C}"/>
          </ac:spMkLst>
        </pc:spChg>
      </pc:sldChg>
      <pc:sldChg chg="ord">
        <pc:chgData name="Jeff DeRemer" userId="a37f3d2d141577c5" providerId="Windows Live" clId="Web-{00274082-B48E-4790-B18C-34D2EB5CD632}" dt="2023-09-03T12:05:03.551" v="50"/>
        <pc:sldMkLst>
          <pc:docMk/>
          <pc:sldMk cId="4098653268" sldId="303"/>
        </pc:sldMkLst>
      </pc:sldChg>
      <pc:sldChg chg="modSp">
        <pc:chgData name="Jeff DeRemer" userId="a37f3d2d141577c5" providerId="Windows Live" clId="Web-{00274082-B48E-4790-B18C-34D2EB5CD632}" dt="2023-09-03T12:06:52.290" v="75" actId="20577"/>
        <pc:sldMkLst>
          <pc:docMk/>
          <pc:sldMk cId="2894770160" sldId="304"/>
        </pc:sldMkLst>
        <pc:spChg chg="mod">
          <ac:chgData name="Jeff DeRemer" userId="a37f3d2d141577c5" providerId="Windows Live" clId="Web-{00274082-B48E-4790-B18C-34D2EB5CD632}" dt="2023-09-03T12:06:52.290" v="75" actId="20577"/>
          <ac:spMkLst>
            <pc:docMk/>
            <pc:sldMk cId="2894770160" sldId="304"/>
            <ac:spMk id="3" creationId="{2F937BE4-4929-16C4-8E4A-1D00330A31F8}"/>
          </ac:spMkLst>
        </pc:spChg>
      </pc:sldChg>
      <pc:sldChg chg="del">
        <pc:chgData name="Jeff DeRemer" userId="a37f3d2d141577c5" providerId="Windows Live" clId="Web-{00274082-B48E-4790-B18C-34D2EB5CD632}" dt="2023-09-03T12:03:03.658" v="0"/>
        <pc:sldMkLst>
          <pc:docMk/>
          <pc:sldMk cId="1363589781" sldId="320"/>
        </pc:sldMkLst>
      </pc:sldChg>
    </pc:docChg>
  </pc:docChgLst>
  <pc:docChgLst>
    <pc:chgData name="Jeff DeRemer" userId="a37f3d2d141577c5" providerId="Windows Live" clId="Web-{B26B62FC-1869-4897-87A8-C4D70978CF54}"/>
    <pc:docChg chg="modSld sldOrd modSection">
      <pc:chgData name="Jeff DeRemer" userId="a37f3d2d141577c5" providerId="Windows Live" clId="Web-{B26B62FC-1869-4897-87A8-C4D70978CF54}" dt="2023-07-24T00:03:48.680" v="236" actId="20577"/>
      <pc:docMkLst>
        <pc:docMk/>
      </pc:docMkLst>
      <pc:sldChg chg="modSp">
        <pc:chgData name="Jeff DeRemer" userId="a37f3d2d141577c5" providerId="Windows Live" clId="Web-{B26B62FC-1869-4897-87A8-C4D70978CF54}" dt="2023-07-23T23:06:32.103" v="61" actId="20577"/>
        <pc:sldMkLst>
          <pc:docMk/>
          <pc:sldMk cId="1537062186" sldId="259"/>
        </pc:sldMkLst>
        <pc:spChg chg="mod">
          <ac:chgData name="Jeff DeRemer" userId="a37f3d2d141577c5" providerId="Windows Live" clId="Web-{B26B62FC-1869-4897-87A8-C4D70978CF54}" dt="2023-07-23T23:06:32.103" v="61" actId="20577"/>
          <ac:spMkLst>
            <pc:docMk/>
            <pc:sldMk cId="1537062186" sldId="259"/>
            <ac:spMk id="3" creationId="{C94EAD4E-0DEF-F3E3-2CD3-304D0D8776E8}"/>
          </ac:spMkLst>
        </pc:spChg>
      </pc:sldChg>
      <pc:sldChg chg="ord">
        <pc:chgData name="Jeff DeRemer" userId="a37f3d2d141577c5" providerId="Windows Live" clId="Web-{B26B62FC-1869-4897-87A8-C4D70978CF54}" dt="2023-07-23T23:25:23.738" v="101"/>
        <pc:sldMkLst>
          <pc:docMk/>
          <pc:sldMk cId="3800418244" sldId="260"/>
        </pc:sldMkLst>
      </pc:sldChg>
      <pc:sldChg chg="modSp">
        <pc:chgData name="Jeff DeRemer" userId="a37f3d2d141577c5" providerId="Windows Live" clId="Web-{B26B62FC-1869-4897-87A8-C4D70978CF54}" dt="2023-07-23T23:09:16.624" v="69" actId="20577"/>
        <pc:sldMkLst>
          <pc:docMk/>
          <pc:sldMk cId="1862461135" sldId="261"/>
        </pc:sldMkLst>
        <pc:spChg chg="mod">
          <ac:chgData name="Jeff DeRemer" userId="a37f3d2d141577c5" providerId="Windows Live" clId="Web-{B26B62FC-1869-4897-87A8-C4D70978CF54}" dt="2023-07-23T23:09:16.624" v="69" actId="20577"/>
          <ac:spMkLst>
            <pc:docMk/>
            <pc:sldMk cId="1862461135" sldId="261"/>
            <ac:spMk id="3" creationId="{4FA58D88-1C41-4DB8-50F5-C0148DF26DEC}"/>
          </ac:spMkLst>
        </pc:spChg>
      </pc:sldChg>
      <pc:sldChg chg="modSp ord">
        <pc:chgData name="Jeff DeRemer" userId="a37f3d2d141577c5" providerId="Windows Live" clId="Web-{B26B62FC-1869-4897-87A8-C4D70978CF54}" dt="2023-07-23T23:29:38.465" v="111"/>
        <pc:sldMkLst>
          <pc:docMk/>
          <pc:sldMk cId="750474985" sldId="262"/>
        </pc:sldMkLst>
        <pc:spChg chg="mod">
          <ac:chgData name="Jeff DeRemer" userId="a37f3d2d141577c5" providerId="Windows Live" clId="Web-{B26B62FC-1869-4897-87A8-C4D70978CF54}" dt="2023-07-23T23:24:27.704" v="96" actId="20577"/>
          <ac:spMkLst>
            <pc:docMk/>
            <pc:sldMk cId="750474985" sldId="262"/>
            <ac:spMk id="3" creationId="{429D0DB0-413D-C8AB-1A23-F9C01F950E4C}"/>
          </ac:spMkLst>
        </pc:spChg>
      </pc:sldChg>
      <pc:sldChg chg="ord">
        <pc:chgData name="Jeff DeRemer" userId="a37f3d2d141577c5" providerId="Windows Live" clId="Web-{B26B62FC-1869-4897-87A8-C4D70978CF54}" dt="2023-07-23T23:38:37.546" v="124"/>
        <pc:sldMkLst>
          <pc:docMk/>
          <pc:sldMk cId="3059359370" sldId="268"/>
        </pc:sldMkLst>
      </pc:sldChg>
      <pc:sldChg chg="modSp">
        <pc:chgData name="Jeff DeRemer" userId="a37f3d2d141577c5" providerId="Windows Live" clId="Web-{B26B62FC-1869-4897-87A8-C4D70978CF54}" dt="2023-07-23T23:30:34.545" v="113" actId="20577"/>
        <pc:sldMkLst>
          <pc:docMk/>
          <pc:sldMk cId="4291219111" sldId="269"/>
        </pc:sldMkLst>
        <pc:spChg chg="mod">
          <ac:chgData name="Jeff DeRemer" userId="a37f3d2d141577c5" providerId="Windows Live" clId="Web-{B26B62FC-1869-4897-87A8-C4D70978CF54}" dt="2023-07-23T23:30:34.545" v="113" actId="20577"/>
          <ac:spMkLst>
            <pc:docMk/>
            <pc:sldMk cId="4291219111" sldId="269"/>
            <ac:spMk id="2" creationId="{9247A437-3EC2-47AD-0CB0-00EE5C7560CD}"/>
          </ac:spMkLst>
        </pc:spChg>
      </pc:sldChg>
      <pc:sldChg chg="modSp ord">
        <pc:chgData name="Jeff DeRemer" userId="a37f3d2d141577c5" providerId="Windows Live" clId="Web-{B26B62FC-1869-4897-87A8-C4D70978CF54}" dt="2023-07-23T23:25:05.924" v="98"/>
        <pc:sldMkLst>
          <pc:docMk/>
          <pc:sldMk cId="3628189326" sldId="270"/>
        </pc:sldMkLst>
        <pc:spChg chg="mod">
          <ac:chgData name="Jeff DeRemer" userId="a37f3d2d141577c5" providerId="Windows Live" clId="Web-{B26B62FC-1869-4897-87A8-C4D70978CF54}" dt="2023-07-23T23:14:35.963" v="72" actId="20577"/>
          <ac:spMkLst>
            <pc:docMk/>
            <pc:sldMk cId="3628189326" sldId="270"/>
            <ac:spMk id="2" creationId="{9DB831FD-D532-CC05-3979-A33DE6AA6F6E}"/>
          </ac:spMkLst>
        </pc:spChg>
      </pc:sldChg>
      <pc:sldChg chg="modSp">
        <pc:chgData name="Jeff DeRemer" userId="a37f3d2d141577c5" providerId="Windows Live" clId="Web-{B26B62FC-1869-4897-87A8-C4D70978CF54}" dt="2023-07-23T23:45:23.185" v="147" actId="20577"/>
        <pc:sldMkLst>
          <pc:docMk/>
          <pc:sldMk cId="1966568967" sldId="273"/>
        </pc:sldMkLst>
        <pc:spChg chg="mod">
          <ac:chgData name="Jeff DeRemer" userId="a37f3d2d141577c5" providerId="Windows Live" clId="Web-{B26B62FC-1869-4897-87A8-C4D70978CF54}" dt="2023-07-23T23:45:23.185" v="147" actId="20577"/>
          <ac:spMkLst>
            <pc:docMk/>
            <pc:sldMk cId="1966568967" sldId="273"/>
            <ac:spMk id="2" creationId="{C4C77302-4BF8-065B-0985-42ED6C4A094E}"/>
          </ac:spMkLst>
        </pc:spChg>
      </pc:sldChg>
      <pc:sldChg chg="modSp">
        <pc:chgData name="Jeff DeRemer" userId="a37f3d2d141577c5" providerId="Windows Live" clId="Web-{B26B62FC-1869-4897-87A8-C4D70978CF54}" dt="2023-07-23T23:48:23.050" v="166" actId="20577"/>
        <pc:sldMkLst>
          <pc:docMk/>
          <pc:sldMk cId="517718756" sldId="274"/>
        </pc:sldMkLst>
        <pc:spChg chg="mod">
          <ac:chgData name="Jeff DeRemer" userId="a37f3d2d141577c5" providerId="Windows Live" clId="Web-{B26B62FC-1869-4897-87A8-C4D70978CF54}" dt="2023-07-23T23:45:37.248" v="149" actId="20577"/>
          <ac:spMkLst>
            <pc:docMk/>
            <pc:sldMk cId="517718756" sldId="274"/>
            <ac:spMk id="2" creationId="{DA44FD8D-74EE-A547-A9C3-112CE6388BDC}"/>
          </ac:spMkLst>
        </pc:spChg>
        <pc:spChg chg="mod">
          <ac:chgData name="Jeff DeRemer" userId="a37f3d2d141577c5" providerId="Windows Live" clId="Web-{B26B62FC-1869-4897-87A8-C4D70978CF54}" dt="2023-07-23T23:48:23.050" v="166" actId="20577"/>
          <ac:spMkLst>
            <pc:docMk/>
            <pc:sldMk cId="517718756" sldId="274"/>
            <ac:spMk id="3" creationId="{36AB1BDB-E2A1-4202-92E8-6D3885AAD11B}"/>
          </ac:spMkLst>
        </pc:spChg>
      </pc:sldChg>
      <pc:sldChg chg="modSp">
        <pc:chgData name="Jeff DeRemer" userId="a37f3d2d141577c5" providerId="Windows Live" clId="Web-{B26B62FC-1869-4897-87A8-C4D70978CF54}" dt="2023-07-23T23:50:19.445" v="185" actId="20577"/>
        <pc:sldMkLst>
          <pc:docMk/>
          <pc:sldMk cId="2990784307" sldId="277"/>
        </pc:sldMkLst>
        <pc:spChg chg="mod">
          <ac:chgData name="Jeff DeRemer" userId="a37f3d2d141577c5" providerId="Windows Live" clId="Web-{B26B62FC-1869-4897-87A8-C4D70978CF54}" dt="2023-07-23T23:50:19.445" v="185" actId="20577"/>
          <ac:spMkLst>
            <pc:docMk/>
            <pc:sldMk cId="2990784307" sldId="277"/>
            <ac:spMk id="3" creationId="{8505100E-6EFE-B8B7-5E92-053F23902331}"/>
          </ac:spMkLst>
        </pc:spChg>
      </pc:sldChg>
      <pc:sldChg chg="modSp ord">
        <pc:chgData name="Jeff DeRemer" userId="a37f3d2d141577c5" providerId="Windows Live" clId="Web-{B26B62FC-1869-4897-87A8-C4D70978CF54}" dt="2023-07-24T00:00:11.795" v="232"/>
        <pc:sldMkLst>
          <pc:docMk/>
          <pc:sldMk cId="3744251568" sldId="278"/>
        </pc:sldMkLst>
        <pc:spChg chg="mod">
          <ac:chgData name="Jeff DeRemer" userId="a37f3d2d141577c5" providerId="Windows Live" clId="Web-{B26B62FC-1869-4897-87A8-C4D70978CF54}" dt="2023-07-23T23:51:15.087" v="192" actId="20577"/>
          <ac:spMkLst>
            <pc:docMk/>
            <pc:sldMk cId="3744251568" sldId="278"/>
            <ac:spMk id="3" creationId="{FB490085-442A-F459-46C4-DE49E5A3B707}"/>
          </ac:spMkLst>
        </pc:spChg>
      </pc:sldChg>
      <pc:sldChg chg="modSp">
        <pc:chgData name="Jeff DeRemer" userId="a37f3d2d141577c5" providerId="Windows Live" clId="Web-{B26B62FC-1869-4897-87A8-C4D70978CF54}" dt="2023-07-23T23:53:55.968" v="208" actId="20577"/>
        <pc:sldMkLst>
          <pc:docMk/>
          <pc:sldMk cId="3982399502" sldId="279"/>
        </pc:sldMkLst>
        <pc:spChg chg="mod">
          <ac:chgData name="Jeff DeRemer" userId="a37f3d2d141577c5" providerId="Windows Live" clId="Web-{B26B62FC-1869-4897-87A8-C4D70978CF54}" dt="2023-07-23T23:53:55.968" v="208" actId="20577"/>
          <ac:spMkLst>
            <pc:docMk/>
            <pc:sldMk cId="3982399502" sldId="279"/>
            <ac:spMk id="3" creationId="{E9946A79-B7B2-74E9-63F9-ED6A04F68C26}"/>
          </ac:spMkLst>
        </pc:spChg>
      </pc:sldChg>
      <pc:sldChg chg="modSp">
        <pc:chgData name="Jeff DeRemer" userId="a37f3d2d141577c5" providerId="Windows Live" clId="Web-{B26B62FC-1869-4897-87A8-C4D70978CF54}" dt="2023-07-24T00:00:24.717" v="234" actId="20577"/>
        <pc:sldMkLst>
          <pc:docMk/>
          <pc:sldMk cId="2746935985" sldId="280"/>
        </pc:sldMkLst>
        <pc:spChg chg="mod">
          <ac:chgData name="Jeff DeRemer" userId="a37f3d2d141577c5" providerId="Windows Live" clId="Web-{B26B62FC-1869-4897-87A8-C4D70978CF54}" dt="2023-07-24T00:00:24.717" v="234" actId="20577"/>
          <ac:spMkLst>
            <pc:docMk/>
            <pc:sldMk cId="2746935985" sldId="280"/>
            <ac:spMk id="3" creationId="{2CC19F36-1038-F57E-91F2-B8DE49592B97}"/>
          </ac:spMkLst>
        </pc:spChg>
      </pc:sldChg>
      <pc:sldChg chg="modSp">
        <pc:chgData name="Jeff DeRemer" userId="a37f3d2d141577c5" providerId="Windows Live" clId="Web-{B26B62FC-1869-4897-87A8-C4D70978CF54}" dt="2023-07-23T23:33:16.144" v="118" actId="20577"/>
        <pc:sldMkLst>
          <pc:docMk/>
          <pc:sldMk cId="1861732289" sldId="283"/>
        </pc:sldMkLst>
        <pc:spChg chg="mod">
          <ac:chgData name="Jeff DeRemer" userId="a37f3d2d141577c5" providerId="Windows Live" clId="Web-{B26B62FC-1869-4897-87A8-C4D70978CF54}" dt="2023-07-23T23:33:16.144" v="118" actId="20577"/>
          <ac:spMkLst>
            <pc:docMk/>
            <pc:sldMk cId="1861732289" sldId="283"/>
            <ac:spMk id="3" creationId="{A4DD8A52-93C3-307C-94F8-99CD4F67B3B0}"/>
          </ac:spMkLst>
        </pc:spChg>
      </pc:sldChg>
      <pc:sldChg chg="modSp">
        <pc:chgData name="Jeff DeRemer" userId="a37f3d2d141577c5" providerId="Windows Live" clId="Web-{B26B62FC-1869-4897-87A8-C4D70978CF54}" dt="2023-07-23T23:17:30.922" v="74" actId="20577"/>
        <pc:sldMkLst>
          <pc:docMk/>
          <pc:sldMk cId="2771794891" sldId="286"/>
        </pc:sldMkLst>
        <pc:spChg chg="mod">
          <ac:chgData name="Jeff DeRemer" userId="a37f3d2d141577c5" providerId="Windows Live" clId="Web-{B26B62FC-1869-4897-87A8-C4D70978CF54}" dt="2023-07-23T23:17:30.922" v="74" actId="20577"/>
          <ac:spMkLst>
            <pc:docMk/>
            <pc:sldMk cId="2771794891" sldId="286"/>
            <ac:spMk id="3" creationId="{E43A48AF-984B-687B-AB99-A4749E13FE18}"/>
          </ac:spMkLst>
        </pc:spChg>
      </pc:sldChg>
      <pc:sldChg chg="modSp">
        <pc:chgData name="Jeff DeRemer" userId="a37f3d2d141577c5" providerId="Windows Live" clId="Web-{B26B62FC-1869-4897-87A8-C4D70978CF54}" dt="2023-07-23T23:00:59.357" v="1" actId="20577"/>
        <pc:sldMkLst>
          <pc:docMk/>
          <pc:sldMk cId="4076531934" sldId="290"/>
        </pc:sldMkLst>
        <pc:spChg chg="mod">
          <ac:chgData name="Jeff DeRemer" userId="a37f3d2d141577c5" providerId="Windows Live" clId="Web-{B26B62FC-1869-4897-87A8-C4D70978CF54}" dt="2023-07-23T23:00:59.357" v="1" actId="20577"/>
          <ac:spMkLst>
            <pc:docMk/>
            <pc:sldMk cId="4076531934" sldId="290"/>
            <ac:spMk id="3" creationId="{960B53B4-EA2F-EDEB-811E-08923203A428}"/>
          </ac:spMkLst>
        </pc:spChg>
      </pc:sldChg>
      <pc:sldChg chg="modSp ord">
        <pc:chgData name="Jeff DeRemer" userId="a37f3d2d141577c5" providerId="Windows Live" clId="Web-{B26B62FC-1869-4897-87A8-C4D70978CF54}" dt="2023-07-23T23:28:17.493" v="108" actId="20577"/>
        <pc:sldMkLst>
          <pc:docMk/>
          <pc:sldMk cId="117291877" sldId="291"/>
        </pc:sldMkLst>
        <pc:spChg chg="mod">
          <ac:chgData name="Jeff DeRemer" userId="a37f3d2d141577c5" providerId="Windows Live" clId="Web-{B26B62FC-1869-4897-87A8-C4D70978CF54}" dt="2023-07-23T23:28:17.493" v="108" actId="20577"/>
          <ac:spMkLst>
            <pc:docMk/>
            <pc:sldMk cId="117291877" sldId="291"/>
            <ac:spMk id="2" creationId="{7C7FA624-06C1-58CB-6EBF-6A6E06B55AA5}"/>
          </ac:spMkLst>
        </pc:spChg>
      </pc:sldChg>
      <pc:sldChg chg="ord">
        <pc:chgData name="Jeff DeRemer" userId="a37f3d2d141577c5" providerId="Windows Live" clId="Web-{B26B62FC-1869-4897-87A8-C4D70978CF54}" dt="2023-07-23T23:29:23.511" v="109"/>
        <pc:sldMkLst>
          <pc:docMk/>
          <pc:sldMk cId="3056689765" sldId="293"/>
        </pc:sldMkLst>
      </pc:sldChg>
      <pc:sldChg chg="modSp">
        <pc:chgData name="Jeff DeRemer" userId="a37f3d2d141577c5" providerId="Windows Live" clId="Web-{B26B62FC-1869-4897-87A8-C4D70978CF54}" dt="2023-07-23T23:30:30.310" v="112" actId="20577"/>
        <pc:sldMkLst>
          <pc:docMk/>
          <pc:sldMk cId="2373186645" sldId="294"/>
        </pc:sldMkLst>
        <pc:spChg chg="mod">
          <ac:chgData name="Jeff DeRemer" userId="a37f3d2d141577c5" providerId="Windows Live" clId="Web-{B26B62FC-1869-4897-87A8-C4D70978CF54}" dt="2023-07-23T23:30:30.310" v="112" actId="20577"/>
          <ac:spMkLst>
            <pc:docMk/>
            <pc:sldMk cId="2373186645" sldId="294"/>
            <ac:spMk id="2" creationId="{B2222F7C-0144-814E-2BAD-01A1646151D4}"/>
          </ac:spMkLst>
        </pc:spChg>
      </pc:sldChg>
      <pc:sldChg chg="modSp">
        <pc:chgData name="Jeff DeRemer" userId="a37f3d2d141577c5" providerId="Windows Live" clId="Web-{B26B62FC-1869-4897-87A8-C4D70978CF54}" dt="2023-07-23T23:34:45.132" v="122" actId="20577"/>
        <pc:sldMkLst>
          <pc:docMk/>
          <pc:sldMk cId="3916907533" sldId="297"/>
        </pc:sldMkLst>
        <pc:spChg chg="mod">
          <ac:chgData name="Jeff DeRemer" userId="a37f3d2d141577c5" providerId="Windows Live" clId="Web-{B26B62FC-1869-4897-87A8-C4D70978CF54}" dt="2023-07-23T23:34:45.132" v="122" actId="20577"/>
          <ac:spMkLst>
            <pc:docMk/>
            <pc:sldMk cId="3916907533" sldId="297"/>
            <ac:spMk id="3" creationId="{44445D3B-2A71-A9CA-450D-9A629D66162C}"/>
          </ac:spMkLst>
        </pc:spChg>
      </pc:sldChg>
      <pc:sldChg chg="modSp ord">
        <pc:chgData name="Jeff DeRemer" userId="a37f3d2d141577c5" providerId="Windows Live" clId="Web-{B26B62FC-1869-4897-87A8-C4D70978CF54}" dt="2023-07-23T23:27:59.977" v="104" actId="20577"/>
        <pc:sldMkLst>
          <pc:docMk/>
          <pc:sldMk cId="4013399894" sldId="298"/>
        </pc:sldMkLst>
        <pc:spChg chg="mod">
          <ac:chgData name="Jeff DeRemer" userId="a37f3d2d141577c5" providerId="Windows Live" clId="Web-{B26B62FC-1869-4897-87A8-C4D70978CF54}" dt="2023-07-23T23:27:59.977" v="104" actId="20577"/>
          <ac:spMkLst>
            <pc:docMk/>
            <pc:sldMk cId="4013399894" sldId="298"/>
            <ac:spMk id="2" creationId="{9FC04FDF-F6C6-A102-AAE8-320D1538DF86}"/>
          </ac:spMkLst>
        </pc:spChg>
      </pc:sldChg>
      <pc:sldChg chg="modSp">
        <pc:chgData name="Jeff DeRemer" userId="a37f3d2d141577c5" providerId="Windows Live" clId="Web-{B26B62FC-1869-4897-87A8-C4D70978CF54}" dt="2023-07-23T23:54:14.062" v="214" actId="20577"/>
        <pc:sldMkLst>
          <pc:docMk/>
          <pc:sldMk cId="586689482" sldId="300"/>
        </pc:sldMkLst>
        <pc:spChg chg="mod">
          <ac:chgData name="Jeff DeRemer" userId="a37f3d2d141577c5" providerId="Windows Live" clId="Web-{B26B62FC-1869-4897-87A8-C4D70978CF54}" dt="2023-07-23T23:54:14.062" v="214" actId="20577"/>
          <ac:spMkLst>
            <pc:docMk/>
            <pc:sldMk cId="586689482" sldId="300"/>
            <ac:spMk id="2" creationId="{E396FD66-0FAC-C93C-0BC0-9B32126BDF21}"/>
          </ac:spMkLst>
        </pc:spChg>
      </pc:sldChg>
      <pc:sldChg chg="modSp">
        <pc:chgData name="Jeff DeRemer" userId="a37f3d2d141577c5" providerId="Windows Live" clId="Web-{B26B62FC-1869-4897-87A8-C4D70978CF54}" dt="2023-07-23T23:42:07.506" v="129" actId="20577"/>
        <pc:sldMkLst>
          <pc:docMk/>
          <pc:sldMk cId="1935756779" sldId="305"/>
        </pc:sldMkLst>
        <pc:spChg chg="mod">
          <ac:chgData name="Jeff DeRemer" userId="a37f3d2d141577c5" providerId="Windows Live" clId="Web-{B26B62FC-1869-4897-87A8-C4D70978CF54}" dt="2023-07-23T23:42:07.506" v="129" actId="20577"/>
          <ac:spMkLst>
            <pc:docMk/>
            <pc:sldMk cId="1935756779" sldId="305"/>
            <ac:spMk id="2" creationId="{3ACE7FED-C200-7B67-3E02-882BF64E67DD}"/>
          </ac:spMkLst>
        </pc:spChg>
      </pc:sldChg>
      <pc:sldChg chg="modSp">
        <pc:chgData name="Jeff DeRemer" userId="a37f3d2d141577c5" providerId="Windows Live" clId="Web-{B26B62FC-1869-4897-87A8-C4D70978CF54}" dt="2023-07-23T23:31:34.516" v="114" actId="20577"/>
        <pc:sldMkLst>
          <pc:docMk/>
          <pc:sldMk cId="1173428035" sldId="308"/>
        </pc:sldMkLst>
        <pc:spChg chg="mod">
          <ac:chgData name="Jeff DeRemer" userId="a37f3d2d141577c5" providerId="Windows Live" clId="Web-{B26B62FC-1869-4897-87A8-C4D70978CF54}" dt="2023-07-23T23:31:34.516" v="114" actId="20577"/>
          <ac:spMkLst>
            <pc:docMk/>
            <pc:sldMk cId="1173428035" sldId="308"/>
            <ac:spMk id="2" creationId="{7905709C-0522-4331-5D4F-CCBE2BEF0D9D}"/>
          </ac:spMkLst>
        </pc:spChg>
      </pc:sldChg>
      <pc:sldChg chg="modSp">
        <pc:chgData name="Jeff DeRemer" userId="a37f3d2d141577c5" providerId="Windows Live" clId="Web-{B26B62FC-1869-4897-87A8-C4D70978CF54}" dt="2023-07-23T23:01:46.328" v="5" actId="20577"/>
        <pc:sldMkLst>
          <pc:docMk/>
          <pc:sldMk cId="3630277452" sldId="309"/>
        </pc:sldMkLst>
        <pc:spChg chg="mod">
          <ac:chgData name="Jeff DeRemer" userId="a37f3d2d141577c5" providerId="Windows Live" clId="Web-{B26B62FC-1869-4897-87A8-C4D70978CF54}" dt="2023-07-23T23:01:46.328" v="5" actId="20577"/>
          <ac:spMkLst>
            <pc:docMk/>
            <pc:sldMk cId="3630277452" sldId="309"/>
            <ac:spMk id="3" creationId="{667CAB59-D103-80B2-8972-BA950EE5CE80}"/>
          </ac:spMkLst>
        </pc:spChg>
      </pc:sldChg>
      <pc:sldChg chg="modSp">
        <pc:chgData name="Jeff DeRemer" userId="a37f3d2d141577c5" providerId="Windows Live" clId="Web-{B26B62FC-1869-4897-87A8-C4D70978CF54}" dt="2023-07-24T00:03:48.680" v="236" actId="20577"/>
        <pc:sldMkLst>
          <pc:docMk/>
          <pc:sldMk cId="3904009533" sldId="313"/>
        </pc:sldMkLst>
        <pc:spChg chg="mod">
          <ac:chgData name="Jeff DeRemer" userId="a37f3d2d141577c5" providerId="Windows Live" clId="Web-{B26B62FC-1869-4897-87A8-C4D70978CF54}" dt="2023-07-24T00:03:48.680" v="236" actId="20577"/>
          <ac:spMkLst>
            <pc:docMk/>
            <pc:sldMk cId="3904009533" sldId="313"/>
            <ac:spMk id="3" creationId="{2B48F1B9-BE18-2779-9783-44A7FC8F6204}"/>
          </ac:spMkLst>
        </pc:spChg>
      </pc:sldChg>
      <pc:sldChg chg="modSp">
        <pc:chgData name="Jeff DeRemer" userId="a37f3d2d141577c5" providerId="Windows Live" clId="Web-{B26B62FC-1869-4897-87A8-C4D70978CF54}" dt="2023-07-23T23:34:16.349" v="120" actId="20577"/>
        <pc:sldMkLst>
          <pc:docMk/>
          <pc:sldMk cId="588049691" sldId="314"/>
        </pc:sldMkLst>
        <pc:spChg chg="mod">
          <ac:chgData name="Jeff DeRemer" userId="a37f3d2d141577c5" providerId="Windows Live" clId="Web-{B26B62FC-1869-4897-87A8-C4D70978CF54}" dt="2023-07-23T23:34:16.349" v="120" actId="20577"/>
          <ac:spMkLst>
            <pc:docMk/>
            <pc:sldMk cId="588049691" sldId="314"/>
            <ac:spMk id="2" creationId="{155F2CC8-9572-2144-062B-FABFE70C4A2C}"/>
          </ac:spMkLst>
        </pc:spChg>
      </pc:sldChg>
      <pc:sldChg chg="modSp">
        <pc:chgData name="Jeff DeRemer" userId="a37f3d2d141577c5" providerId="Windows Live" clId="Web-{B26B62FC-1869-4897-87A8-C4D70978CF54}" dt="2023-07-23T23:44:27.323" v="144" actId="20577"/>
        <pc:sldMkLst>
          <pc:docMk/>
          <pc:sldMk cId="3080211462" sldId="316"/>
        </pc:sldMkLst>
        <pc:spChg chg="mod">
          <ac:chgData name="Jeff DeRemer" userId="a37f3d2d141577c5" providerId="Windows Live" clId="Web-{B26B62FC-1869-4897-87A8-C4D70978CF54}" dt="2023-07-23T23:44:27.323" v="144" actId="20577"/>
          <ac:spMkLst>
            <pc:docMk/>
            <pc:sldMk cId="3080211462" sldId="316"/>
            <ac:spMk id="3" creationId="{22CFC226-DC8E-64BB-56E7-EA99E3243D7F}"/>
          </ac:spMkLst>
        </pc:spChg>
      </pc:sldChg>
    </pc:docChg>
  </pc:docChgLst>
  <pc:docChgLst>
    <pc:chgData name="Jeff DeRemer" userId="a37f3d2d141577c5" providerId="Windows Live" clId="Web-{437F9473-31E1-4FC1-A591-DF6B779AC242}"/>
    <pc:docChg chg="addSld modSld sldOrd modSection">
      <pc:chgData name="Jeff DeRemer" userId="a37f3d2d141577c5" providerId="Windows Live" clId="Web-{437F9473-31E1-4FC1-A591-DF6B779AC242}" dt="2023-09-01T19:08:34.063" v="131" actId="20577"/>
      <pc:docMkLst>
        <pc:docMk/>
      </pc:docMkLst>
      <pc:sldChg chg="modSp">
        <pc:chgData name="Jeff DeRemer" userId="a37f3d2d141577c5" providerId="Windows Live" clId="Web-{437F9473-31E1-4FC1-A591-DF6B779AC242}" dt="2023-09-01T18:45:14.849" v="37" actId="20577"/>
        <pc:sldMkLst>
          <pc:docMk/>
          <pc:sldMk cId="3204198918" sldId="258"/>
        </pc:sldMkLst>
        <pc:spChg chg="mod">
          <ac:chgData name="Jeff DeRemer" userId="a37f3d2d141577c5" providerId="Windows Live" clId="Web-{437F9473-31E1-4FC1-A591-DF6B779AC242}" dt="2023-09-01T18:45:14.849" v="37" actId="20577"/>
          <ac:spMkLst>
            <pc:docMk/>
            <pc:sldMk cId="3204198918" sldId="258"/>
            <ac:spMk id="3" creationId="{B6C27F68-3CFD-F860-DC38-DB6A07A7E802}"/>
          </ac:spMkLst>
        </pc:spChg>
      </pc:sldChg>
      <pc:sldChg chg="modSp ord">
        <pc:chgData name="Jeff DeRemer" userId="a37f3d2d141577c5" providerId="Windows Live" clId="Web-{437F9473-31E1-4FC1-A591-DF6B779AC242}" dt="2023-09-01T18:56:35.541" v="50" actId="1076"/>
        <pc:sldMkLst>
          <pc:docMk/>
          <pc:sldMk cId="1862461135" sldId="261"/>
        </pc:sldMkLst>
        <pc:spChg chg="mod">
          <ac:chgData name="Jeff DeRemer" userId="a37f3d2d141577c5" providerId="Windows Live" clId="Web-{437F9473-31E1-4FC1-A591-DF6B779AC242}" dt="2023-09-01T18:56:35.541" v="50" actId="1076"/>
          <ac:spMkLst>
            <pc:docMk/>
            <pc:sldMk cId="1862461135" sldId="261"/>
            <ac:spMk id="2" creationId="{3C0A472B-B6FE-1E36-BAAA-CEFDE0D6E812}"/>
          </ac:spMkLst>
        </pc:spChg>
      </pc:sldChg>
      <pc:sldChg chg="modSp">
        <pc:chgData name="Jeff DeRemer" userId="a37f3d2d141577c5" providerId="Windows Live" clId="Web-{437F9473-31E1-4FC1-A591-DF6B779AC242}" dt="2023-09-01T19:07:49.155" v="126" actId="20577"/>
        <pc:sldMkLst>
          <pc:docMk/>
          <pc:sldMk cId="204965760" sldId="282"/>
        </pc:sldMkLst>
        <pc:spChg chg="mod">
          <ac:chgData name="Jeff DeRemer" userId="a37f3d2d141577c5" providerId="Windows Live" clId="Web-{437F9473-31E1-4FC1-A591-DF6B779AC242}" dt="2023-09-01T19:07:49.155" v="126" actId="20577"/>
          <ac:spMkLst>
            <pc:docMk/>
            <pc:sldMk cId="204965760" sldId="282"/>
            <ac:spMk id="3" creationId="{214B1D8D-63BD-DD0B-C0F5-8839FC6374EC}"/>
          </ac:spMkLst>
        </pc:spChg>
      </pc:sldChg>
      <pc:sldChg chg="modSp">
        <pc:chgData name="Jeff DeRemer" userId="a37f3d2d141577c5" providerId="Windows Live" clId="Web-{437F9473-31E1-4FC1-A591-DF6B779AC242}" dt="2023-09-01T18:53:35.302" v="40" actId="20577"/>
        <pc:sldMkLst>
          <pc:docMk/>
          <pc:sldMk cId="3257431584" sldId="296"/>
        </pc:sldMkLst>
        <pc:spChg chg="mod">
          <ac:chgData name="Jeff DeRemer" userId="a37f3d2d141577c5" providerId="Windows Live" clId="Web-{437F9473-31E1-4FC1-A591-DF6B779AC242}" dt="2023-09-01T18:53:35.302" v="40" actId="20577"/>
          <ac:spMkLst>
            <pc:docMk/>
            <pc:sldMk cId="3257431584" sldId="296"/>
            <ac:spMk id="3" creationId="{796CF47D-9B0B-ECCF-6644-4B8820451995}"/>
          </ac:spMkLst>
        </pc:spChg>
      </pc:sldChg>
      <pc:sldChg chg="modSp">
        <pc:chgData name="Jeff DeRemer" userId="a37f3d2d141577c5" providerId="Windows Live" clId="Web-{437F9473-31E1-4FC1-A591-DF6B779AC242}" dt="2023-09-01T18:44:54.380" v="34" actId="20577"/>
        <pc:sldMkLst>
          <pc:docMk/>
          <pc:sldMk cId="2940824636" sldId="310"/>
        </pc:sldMkLst>
        <pc:spChg chg="mod">
          <ac:chgData name="Jeff DeRemer" userId="a37f3d2d141577c5" providerId="Windows Live" clId="Web-{437F9473-31E1-4FC1-A591-DF6B779AC242}" dt="2023-09-01T18:44:54.380" v="34" actId="20577"/>
          <ac:spMkLst>
            <pc:docMk/>
            <pc:sldMk cId="2940824636" sldId="310"/>
            <ac:spMk id="3" creationId="{1E27FDFE-7CD7-2DFC-2F94-D0819ECC8141}"/>
          </ac:spMkLst>
        </pc:spChg>
      </pc:sldChg>
      <pc:sldChg chg="modSp new">
        <pc:chgData name="Jeff DeRemer" userId="a37f3d2d141577c5" providerId="Windows Live" clId="Web-{437F9473-31E1-4FC1-A591-DF6B779AC242}" dt="2023-09-01T19:08:34.063" v="131" actId="20577"/>
        <pc:sldMkLst>
          <pc:docMk/>
          <pc:sldMk cId="2417779818" sldId="319"/>
        </pc:sldMkLst>
        <pc:spChg chg="mod">
          <ac:chgData name="Jeff DeRemer" userId="a37f3d2d141577c5" providerId="Windows Live" clId="Web-{437F9473-31E1-4FC1-A591-DF6B779AC242}" dt="2023-09-01T18:57:07.870" v="53" actId="20577"/>
          <ac:spMkLst>
            <pc:docMk/>
            <pc:sldMk cId="2417779818" sldId="319"/>
            <ac:spMk id="2" creationId="{470EF524-55BF-DBF8-4D80-571128347465}"/>
          </ac:spMkLst>
        </pc:spChg>
        <pc:spChg chg="mod">
          <ac:chgData name="Jeff DeRemer" userId="a37f3d2d141577c5" providerId="Windows Live" clId="Web-{437F9473-31E1-4FC1-A591-DF6B779AC242}" dt="2023-09-01T19:08:34.063" v="131" actId="20577"/>
          <ac:spMkLst>
            <pc:docMk/>
            <pc:sldMk cId="2417779818" sldId="319"/>
            <ac:spMk id="3" creationId="{12EED0E7-EAC5-B55A-2374-3C8714688BAE}"/>
          </ac:spMkLst>
        </pc:spChg>
      </pc:sldChg>
    </pc:docChg>
  </pc:docChgLst>
  <pc:docChgLst>
    <pc:chgData name="Jeff DeRemer" userId="a37f3d2d141577c5" providerId="Windows Live" clId="Web-{84FDC6C0-EB0C-48F3-B9B4-1D7FAE88DCC6}"/>
    <pc:docChg chg="delSld modSld sldOrd modSection">
      <pc:chgData name="Jeff DeRemer" userId="a37f3d2d141577c5" providerId="Windows Live" clId="Web-{84FDC6C0-EB0C-48F3-B9B4-1D7FAE88DCC6}" dt="2023-07-27T18:54:37.885" v="426" actId="20577"/>
      <pc:docMkLst>
        <pc:docMk/>
      </pc:docMkLst>
      <pc:sldChg chg="modSp">
        <pc:chgData name="Jeff DeRemer" userId="a37f3d2d141577c5" providerId="Windows Live" clId="Web-{84FDC6C0-EB0C-48F3-B9B4-1D7FAE88DCC6}" dt="2023-07-27T18:15:51.435" v="163" actId="20577"/>
        <pc:sldMkLst>
          <pc:docMk/>
          <pc:sldMk cId="436497126" sldId="257"/>
        </pc:sldMkLst>
        <pc:spChg chg="mod">
          <ac:chgData name="Jeff DeRemer" userId="a37f3d2d141577c5" providerId="Windows Live" clId="Web-{84FDC6C0-EB0C-48F3-B9B4-1D7FAE88DCC6}" dt="2023-07-27T18:15:51.435" v="163" actId="20577"/>
          <ac:spMkLst>
            <pc:docMk/>
            <pc:sldMk cId="436497126" sldId="257"/>
            <ac:spMk id="3" creationId="{69F6AD24-2AA8-1769-5A4C-06990BD5C0B0}"/>
          </ac:spMkLst>
        </pc:spChg>
      </pc:sldChg>
      <pc:sldChg chg="modSp">
        <pc:chgData name="Jeff DeRemer" userId="a37f3d2d141577c5" providerId="Windows Live" clId="Web-{84FDC6C0-EB0C-48F3-B9B4-1D7FAE88DCC6}" dt="2023-07-27T18:17:04.500" v="168" actId="20577"/>
        <pc:sldMkLst>
          <pc:docMk/>
          <pc:sldMk cId="3204198918" sldId="258"/>
        </pc:sldMkLst>
        <pc:spChg chg="mod">
          <ac:chgData name="Jeff DeRemer" userId="a37f3d2d141577c5" providerId="Windows Live" clId="Web-{84FDC6C0-EB0C-48F3-B9B4-1D7FAE88DCC6}" dt="2023-07-27T18:17:04.500" v="168" actId="20577"/>
          <ac:spMkLst>
            <pc:docMk/>
            <pc:sldMk cId="3204198918" sldId="258"/>
            <ac:spMk id="3" creationId="{B6C27F68-3CFD-F860-DC38-DB6A07A7E802}"/>
          </ac:spMkLst>
        </pc:spChg>
      </pc:sldChg>
      <pc:sldChg chg="modSp">
        <pc:chgData name="Jeff DeRemer" userId="a37f3d2d141577c5" providerId="Windows Live" clId="Web-{84FDC6C0-EB0C-48F3-B9B4-1D7FAE88DCC6}" dt="2023-07-27T18:07:58.073" v="104" actId="20577"/>
        <pc:sldMkLst>
          <pc:docMk/>
          <pc:sldMk cId="1537062186" sldId="259"/>
        </pc:sldMkLst>
        <pc:spChg chg="mod">
          <ac:chgData name="Jeff DeRemer" userId="a37f3d2d141577c5" providerId="Windows Live" clId="Web-{84FDC6C0-EB0C-48F3-B9B4-1D7FAE88DCC6}" dt="2023-07-27T18:07:58.073" v="104" actId="20577"/>
          <ac:spMkLst>
            <pc:docMk/>
            <pc:sldMk cId="1537062186" sldId="259"/>
            <ac:spMk id="3" creationId="{C94EAD4E-0DEF-F3E3-2CD3-304D0D8776E8}"/>
          </ac:spMkLst>
        </pc:spChg>
      </pc:sldChg>
      <pc:sldChg chg="modSp">
        <pc:chgData name="Jeff DeRemer" userId="a37f3d2d141577c5" providerId="Windows Live" clId="Web-{84FDC6C0-EB0C-48F3-B9B4-1D7FAE88DCC6}" dt="2023-07-27T18:08:42.231" v="116" actId="20577"/>
        <pc:sldMkLst>
          <pc:docMk/>
          <pc:sldMk cId="3800418244" sldId="260"/>
        </pc:sldMkLst>
        <pc:spChg chg="mod">
          <ac:chgData name="Jeff DeRemer" userId="a37f3d2d141577c5" providerId="Windows Live" clId="Web-{84FDC6C0-EB0C-48F3-B9B4-1D7FAE88DCC6}" dt="2023-07-27T18:08:42.231" v="116" actId="20577"/>
          <ac:spMkLst>
            <pc:docMk/>
            <pc:sldMk cId="3800418244" sldId="260"/>
            <ac:spMk id="3" creationId="{0C5B5C69-3010-67FC-1E38-ECFAC33F0253}"/>
          </ac:spMkLst>
        </pc:spChg>
      </pc:sldChg>
      <pc:sldChg chg="modSp">
        <pc:chgData name="Jeff DeRemer" userId="a37f3d2d141577c5" providerId="Windows Live" clId="Web-{84FDC6C0-EB0C-48F3-B9B4-1D7FAE88DCC6}" dt="2023-07-27T18:15:40.091" v="157" actId="20577"/>
        <pc:sldMkLst>
          <pc:docMk/>
          <pc:sldMk cId="1862461135" sldId="261"/>
        </pc:sldMkLst>
        <pc:spChg chg="mod">
          <ac:chgData name="Jeff DeRemer" userId="a37f3d2d141577c5" providerId="Windows Live" clId="Web-{84FDC6C0-EB0C-48F3-B9B4-1D7FAE88DCC6}" dt="2023-07-27T18:15:40.091" v="157" actId="20577"/>
          <ac:spMkLst>
            <pc:docMk/>
            <pc:sldMk cId="1862461135" sldId="261"/>
            <ac:spMk id="3" creationId="{4FA58D88-1C41-4DB8-50F5-C0148DF26DEC}"/>
          </ac:spMkLst>
        </pc:spChg>
      </pc:sldChg>
      <pc:sldChg chg="modSp">
        <pc:chgData name="Jeff DeRemer" userId="a37f3d2d141577c5" providerId="Windows Live" clId="Web-{84FDC6C0-EB0C-48F3-B9B4-1D7FAE88DCC6}" dt="2023-07-27T18:22:15.809" v="242" actId="20577"/>
        <pc:sldMkLst>
          <pc:docMk/>
          <pc:sldMk cId="750474985" sldId="262"/>
        </pc:sldMkLst>
        <pc:spChg chg="mod">
          <ac:chgData name="Jeff DeRemer" userId="a37f3d2d141577c5" providerId="Windows Live" clId="Web-{84FDC6C0-EB0C-48F3-B9B4-1D7FAE88DCC6}" dt="2023-07-27T18:22:15.809" v="242" actId="20577"/>
          <ac:spMkLst>
            <pc:docMk/>
            <pc:sldMk cId="750474985" sldId="262"/>
            <ac:spMk id="3" creationId="{429D0DB0-413D-C8AB-1A23-F9C01F950E4C}"/>
          </ac:spMkLst>
        </pc:spChg>
      </pc:sldChg>
      <pc:sldChg chg="modSp">
        <pc:chgData name="Jeff DeRemer" userId="a37f3d2d141577c5" providerId="Windows Live" clId="Web-{84FDC6C0-EB0C-48F3-B9B4-1D7FAE88DCC6}" dt="2023-07-27T18:15:00.636" v="141" actId="20577"/>
        <pc:sldMkLst>
          <pc:docMk/>
          <pc:sldMk cId="1604463162" sldId="263"/>
        </pc:sldMkLst>
        <pc:spChg chg="mod">
          <ac:chgData name="Jeff DeRemer" userId="a37f3d2d141577c5" providerId="Windows Live" clId="Web-{84FDC6C0-EB0C-48F3-B9B4-1D7FAE88DCC6}" dt="2023-07-27T18:15:00.636" v="141" actId="20577"/>
          <ac:spMkLst>
            <pc:docMk/>
            <pc:sldMk cId="1604463162" sldId="263"/>
            <ac:spMk id="3" creationId="{FF35C628-9ED1-48A4-98A5-A82E3566925E}"/>
          </ac:spMkLst>
        </pc:spChg>
      </pc:sldChg>
      <pc:sldChg chg="modSp">
        <pc:chgData name="Jeff DeRemer" userId="a37f3d2d141577c5" providerId="Windows Live" clId="Web-{84FDC6C0-EB0C-48F3-B9B4-1D7FAE88DCC6}" dt="2023-07-27T18:22:56.076" v="252" actId="20577"/>
        <pc:sldMkLst>
          <pc:docMk/>
          <pc:sldMk cId="98002227" sldId="264"/>
        </pc:sldMkLst>
        <pc:spChg chg="mod">
          <ac:chgData name="Jeff DeRemer" userId="a37f3d2d141577c5" providerId="Windows Live" clId="Web-{84FDC6C0-EB0C-48F3-B9B4-1D7FAE88DCC6}" dt="2023-07-27T18:22:56.076" v="252" actId="20577"/>
          <ac:spMkLst>
            <pc:docMk/>
            <pc:sldMk cId="98002227" sldId="264"/>
            <ac:spMk id="3" creationId="{18544897-D0A9-DA82-41A4-10CBB57ECE59}"/>
          </ac:spMkLst>
        </pc:spChg>
      </pc:sldChg>
      <pc:sldChg chg="modSp">
        <pc:chgData name="Jeff DeRemer" userId="a37f3d2d141577c5" providerId="Windows Live" clId="Web-{84FDC6C0-EB0C-48F3-B9B4-1D7FAE88DCC6}" dt="2023-07-27T18:23:28.093" v="259" actId="20577"/>
        <pc:sldMkLst>
          <pc:docMk/>
          <pc:sldMk cId="4027165043" sldId="265"/>
        </pc:sldMkLst>
        <pc:spChg chg="mod">
          <ac:chgData name="Jeff DeRemer" userId="a37f3d2d141577c5" providerId="Windows Live" clId="Web-{84FDC6C0-EB0C-48F3-B9B4-1D7FAE88DCC6}" dt="2023-07-27T18:23:28.093" v="259" actId="20577"/>
          <ac:spMkLst>
            <pc:docMk/>
            <pc:sldMk cId="4027165043" sldId="265"/>
            <ac:spMk id="3" creationId="{4182CC16-3AE7-DF35-254E-91CD4D63E479}"/>
          </ac:spMkLst>
        </pc:spChg>
      </pc:sldChg>
      <pc:sldChg chg="modSp">
        <pc:chgData name="Jeff DeRemer" userId="a37f3d2d141577c5" providerId="Windows Live" clId="Web-{84FDC6C0-EB0C-48F3-B9B4-1D7FAE88DCC6}" dt="2023-07-27T18:30:02.499" v="326" actId="20577"/>
        <pc:sldMkLst>
          <pc:docMk/>
          <pc:sldMk cId="1052964133" sldId="266"/>
        </pc:sldMkLst>
        <pc:spChg chg="mod">
          <ac:chgData name="Jeff DeRemer" userId="a37f3d2d141577c5" providerId="Windows Live" clId="Web-{84FDC6C0-EB0C-48F3-B9B4-1D7FAE88DCC6}" dt="2023-07-27T18:30:02.499" v="326" actId="20577"/>
          <ac:spMkLst>
            <pc:docMk/>
            <pc:sldMk cId="1052964133" sldId="266"/>
            <ac:spMk id="3" creationId="{FB20C80A-234C-1B92-533C-D58FA0A04C61}"/>
          </ac:spMkLst>
        </pc:spChg>
      </pc:sldChg>
      <pc:sldChg chg="modSp">
        <pc:chgData name="Jeff DeRemer" userId="a37f3d2d141577c5" providerId="Windows Live" clId="Web-{84FDC6C0-EB0C-48F3-B9B4-1D7FAE88DCC6}" dt="2023-07-27T18:38:23.597" v="365" actId="20577"/>
        <pc:sldMkLst>
          <pc:docMk/>
          <pc:sldMk cId="1079600738" sldId="267"/>
        </pc:sldMkLst>
        <pc:spChg chg="mod">
          <ac:chgData name="Jeff DeRemer" userId="a37f3d2d141577c5" providerId="Windows Live" clId="Web-{84FDC6C0-EB0C-48F3-B9B4-1D7FAE88DCC6}" dt="2023-07-27T18:38:23.597" v="365" actId="20577"/>
          <ac:spMkLst>
            <pc:docMk/>
            <pc:sldMk cId="1079600738" sldId="267"/>
            <ac:spMk id="3" creationId="{D5A21A21-6D25-B829-492F-6BC8C1ADA0ED}"/>
          </ac:spMkLst>
        </pc:spChg>
      </pc:sldChg>
      <pc:sldChg chg="del">
        <pc:chgData name="Jeff DeRemer" userId="a37f3d2d141577c5" providerId="Windows Live" clId="Web-{84FDC6C0-EB0C-48F3-B9B4-1D7FAE88DCC6}" dt="2023-07-27T18:40:33.524" v="366"/>
        <pc:sldMkLst>
          <pc:docMk/>
          <pc:sldMk cId="3059359370" sldId="268"/>
        </pc:sldMkLst>
      </pc:sldChg>
      <pc:sldChg chg="modSp">
        <pc:chgData name="Jeff DeRemer" userId="a37f3d2d141577c5" providerId="Windows Live" clId="Web-{84FDC6C0-EB0C-48F3-B9B4-1D7FAE88DCC6}" dt="2023-07-27T18:29:32.889" v="313" actId="20577"/>
        <pc:sldMkLst>
          <pc:docMk/>
          <pc:sldMk cId="4291219111" sldId="269"/>
        </pc:sldMkLst>
        <pc:spChg chg="mod">
          <ac:chgData name="Jeff DeRemer" userId="a37f3d2d141577c5" providerId="Windows Live" clId="Web-{84FDC6C0-EB0C-48F3-B9B4-1D7FAE88DCC6}" dt="2023-07-27T18:29:32.889" v="313" actId="20577"/>
          <ac:spMkLst>
            <pc:docMk/>
            <pc:sldMk cId="4291219111" sldId="269"/>
            <ac:spMk id="3" creationId="{0F18B9B2-A879-82B3-D71E-0BA6774BC0F8}"/>
          </ac:spMkLst>
        </pc:spChg>
      </pc:sldChg>
      <pc:sldChg chg="modSp">
        <pc:chgData name="Jeff DeRemer" userId="a37f3d2d141577c5" providerId="Windows Live" clId="Web-{84FDC6C0-EB0C-48F3-B9B4-1D7FAE88DCC6}" dt="2023-07-27T18:22:33.841" v="248" actId="20577"/>
        <pc:sldMkLst>
          <pc:docMk/>
          <pc:sldMk cId="3628189326" sldId="270"/>
        </pc:sldMkLst>
        <pc:spChg chg="mod">
          <ac:chgData name="Jeff DeRemer" userId="a37f3d2d141577c5" providerId="Windows Live" clId="Web-{84FDC6C0-EB0C-48F3-B9B4-1D7FAE88DCC6}" dt="2023-07-27T18:22:33.841" v="248" actId="20577"/>
          <ac:spMkLst>
            <pc:docMk/>
            <pc:sldMk cId="3628189326" sldId="270"/>
            <ac:spMk id="3" creationId="{6F7476CC-B0F5-EBA0-A09C-F0614C089CE5}"/>
          </ac:spMkLst>
        </pc:spChg>
      </pc:sldChg>
      <pc:sldChg chg="modSp">
        <pc:chgData name="Jeff DeRemer" userId="a37f3d2d141577c5" providerId="Windows Live" clId="Web-{84FDC6C0-EB0C-48F3-B9B4-1D7FAE88DCC6}" dt="2023-07-27T18:41:28.088" v="371" actId="20577"/>
        <pc:sldMkLst>
          <pc:docMk/>
          <pc:sldMk cId="4094167011" sldId="271"/>
        </pc:sldMkLst>
        <pc:spChg chg="mod">
          <ac:chgData name="Jeff DeRemer" userId="a37f3d2d141577c5" providerId="Windows Live" clId="Web-{84FDC6C0-EB0C-48F3-B9B4-1D7FAE88DCC6}" dt="2023-07-27T18:41:28.088" v="371" actId="20577"/>
          <ac:spMkLst>
            <pc:docMk/>
            <pc:sldMk cId="4094167011" sldId="271"/>
            <ac:spMk id="3" creationId="{1149A847-D5C9-8EA2-01EB-CE8AF3A606C7}"/>
          </ac:spMkLst>
        </pc:spChg>
      </pc:sldChg>
      <pc:sldChg chg="modSp">
        <pc:chgData name="Jeff DeRemer" userId="a37f3d2d141577c5" providerId="Windows Live" clId="Web-{84FDC6C0-EB0C-48F3-B9B4-1D7FAE88DCC6}" dt="2023-07-27T18:47:34.837" v="396" actId="20577"/>
        <pc:sldMkLst>
          <pc:docMk/>
          <pc:sldMk cId="517718756" sldId="274"/>
        </pc:sldMkLst>
        <pc:spChg chg="mod">
          <ac:chgData name="Jeff DeRemer" userId="a37f3d2d141577c5" providerId="Windows Live" clId="Web-{84FDC6C0-EB0C-48F3-B9B4-1D7FAE88DCC6}" dt="2023-07-27T18:47:34.837" v="396" actId="20577"/>
          <ac:spMkLst>
            <pc:docMk/>
            <pc:sldMk cId="517718756" sldId="274"/>
            <ac:spMk id="3" creationId="{36AB1BDB-E2A1-4202-92E8-6D3885AAD11B}"/>
          </ac:spMkLst>
        </pc:spChg>
      </pc:sldChg>
      <pc:sldChg chg="modSp">
        <pc:chgData name="Jeff DeRemer" userId="a37f3d2d141577c5" providerId="Windows Live" clId="Web-{84FDC6C0-EB0C-48F3-B9B4-1D7FAE88DCC6}" dt="2023-07-27T18:42:45.670" v="381" actId="20577"/>
        <pc:sldMkLst>
          <pc:docMk/>
          <pc:sldMk cId="494778731" sldId="275"/>
        </pc:sldMkLst>
        <pc:spChg chg="mod">
          <ac:chgData name="Jeff DeRemer" userId="a37f3d2d141577c5" providerId="Windows Live" clId="Web-{84FDC6C0-EB0C-48F3-B9B4-1D7FAE88DCC6}" dt="2023-07-27T18:42:45.670" v="381" actId="20577"/>
          <ac:spMkLst>
            <pc:docMk/>
            <pc:sldMk cId="494778731" sldId="275"/>
            <ac:spMk id="3" creationId="{62D247C3-81E2-E2CD-1A32-6248E469CEAD}"/>
          </ac:spMkLst>
        </pc:spChg>
      </pc:sldChg>
      <pc:sldChg chg="modSp">
        <pc:chgData name="Jeff DeRemer" userId="a37f3d2d141577c5" providerId="Windows Live" clId="Web-{84FDC6C0-EB0C-48F3-B9B4-1D7FAE88DCC6}" dt="2023-07-27T18:44:04.735" v="394" actId="20577"/>
        <pc:sldMkLst>
          <pc:docMk/>
          <pc:sldMk cId="3591501101" sldId="276"/>
        </pc:sldMkLst>
        <pc:spChg chg="mod">
          <ac:chgData name="Jeff DeRemer" userId="a37f3d2d141577c5" providerId="Windows Live" clId="Web-{84FDC6C0-EB0C-48F3-B9B4-1D7FAE88DCC6}" dt="2023-07-27T18:44:04.735" v="394" actId="20577"/>
          <ac:spMkLst>
            <pc:docMk/>
            <pc:sldMk cId="3591501101" sldId="276"/>
            <ac:spMk id="3" creationId="{0398F67A-659A-3AB8-CBA9-89F233418F8E}"/>
          </ac:spMkLst>
        </pc:spChg>
      </pc:sldChg>
      <pc:sldChg chg="modSp">
        <pc:chgData name="Jeff DeRemer" userId="a37f3d2d141577c5" providerId="Windows Live" clId="Web-{84FDC6C0-EB0C-48F3-B9B4-1D7FAE88DCC6}" dt="2023-07-27T18:48:04.557" v="400" actId="20577"/>
        <pc:sldMkLst>
          <pc:docMk/>
          <pc:sldMk cId="2990784307" sldId="277"/>
        </pc:sldMkLst>
        <pc:spChg chg="mod">
          <ac:chgData name="Jeff DeRemer" userId="a37f3d2d141577c5" providerId="Windows Live" clId="Web-{84FDC6C0-EB0C-48F3-B9B4-1D7FAE88DCC6}" dt="2023-07-27T18:48:04.557" v="400" actId="20577"/>
          <ac:spMkLst>
            <pc:docMk/>
            <pc:sldMk cId="2990784307" sldId="277"/>
            <ac:spMk id="3" creationId="{8505100E-6EFE-B8B7-5E92-053F23902331}"/>
          </ac:spMkLst>
        </pc:spChg>
      </pc:sldChg>
      <pc:sldChg chg="modSp">
        <pc:chgData name="Jeff DeRemer" userId="a37f3d2d141577c5" providerId="Windows Live" clId="Web-{84FDC6C0-EB0C-48F3-B9B4-1D7FAE88DCC6}" dt="2023-07-27T18:53:15.241" v="414" actId="20577"/>
        <pc:sldMkLst>
          <pc:docMk/>
          <pc:sldMk cId="3744251568" sldId="278"/>
        </pc:sldMkLst>
        <pc:spChg chg="mod">
          <ac:chgData name="Jeff DeRemer" userId="a37f3d2d141577c5" providerId="Windows Live" clId="Web-{84FDC6C0-EB0C-48F3-B9B4-1D7FAE88DCC6}" dt="2023-07-27T18:53:15.241" v="414" actId="20577"/>
          <ac:spMkLst>
            <pc:docMk/>
            <pc:sldMk cId="3744251568" sldId="278"/>
            <ac:spMk id="3" creationId="{FB490085-442A-F459-46C4-DE49E5A3B707}"/>
          </ac:spMkLst>
        </pc:spChg>
      </pc:sldChg>
      <pc:sldChg chg="del">
        <pc:chgData name="Jeff DeRemer" userId="a37f3d2d141577c5" providerId="Windows Live" clId="Web-{84FDC6C0-EB0C-48F3-B9B4-1D7FAE88DCC6}" dt="2023-07-27T18:48:55.559" v="403"/>
        <pc:sldMkLst>
          <pc:docMk/>
          <pc:sldMk cId="1741603341" sldId="281"/>
        </pc:sldMkLst>
      </pc:sldChg>
      <pc:sldChg chg="modSp">
        <pc:chgData name="Jeff DeRemer" userId="a37f3d2d141577c5" providerId="Windows Live" clId="Web-{84FDC6C0-EB0C-48F3-B9B4-1D7FAE88DCC6}" dt="2023-07-27T18:53:33.523" v="422" actId="20577"/>
        <pc:sldMkLst>
          <pc:docMk/>
          <pc:sldMk cId="204965760" sldId="282"/>
        </pc:sldMkLst>
        <pc:spChg chg="mod">
          <ac:chgData name="Jeff DeRemer" userId="a37f3d2d141577c5" providerId="Windows Live" clId="Web-{84FDC6C0-EB0C-48F3-B9B4-1D7FAE88DCC6}" dt="2023-07-27T18:53:33.523" v="422" actId="20577"/>
          <ac:spMkLst>
            <pc:docMk/>
            <pc:sldMk cId="204965760" sldId="282"/>
            <ac:spMk id="3" creationId="{214B1D8D-63BD-DD0B-C0F5-8839FC6374EC}"/>
          </ac:spMkLst>
        </pc:spChg>
      </pc:sldChg>
      <pc:sldChg chg="modSp">
        <pc:chgData name="Jeff DeRemer" userId="a37f3d2d141577c5" providerId="Windows Live" clId="Web-{84FDC6C0-EB0C-48F3-B9B4-1D7FAE88DCC6}" dt="2023-07-27T18:40:42.930" v="368" actId="20577"/>
        <pc:sldMkLst>
          <pc:docMk/>
          <pc:sldMk cId="1861732289" sldId="283"/>
        </pc:sldMkLst>
        <pc:spChg chg="mod">
          <ac:chgData name="Jeff DeRemer" userId="a37f3d2d141577c5" providerId="Windows Live" clId="Web-{84FDC6C0-EB0C-48F3-B9B4-1D7FAE88DCC6}" dt="2023-07-27T18:40:42.930" v="368" actId="20577"/>
          <ac:spMkLst>
            <pc:docMk/>
            <pc:sldMk cId="1861732289" sldId="283"/>
            <ac:spMk id="3" creationId="{A4DD8A52-93C3-307C-94F8-99CD4F67B3B0}"/>
          </ac:spMkLst>
        </pc:spChg>
      </pc:sldChg>
      <pc:sldChg chg="modSp ord">
        <pc:chgData name="Jeff DeRemer" userId="a37f3d2d141577c5" providerId="Windows Live" clId="Web-{84FDC6C0-EB0C-48F3-B9B4-1D7FAE88DCC6}" dt="2023-07-27T18:41:44.120" v="377" actId="20577"/>
        <pc:sldMkLst>
          <pc:docMk/>
          <pc:sldMk cId="1987841433" sldId="284"/>
        </pc:sldMkLst>
        <pc:spChg chg="mod">
          <ac:chgData name="Jeff DeRemer" userId="a37f3d2d141577c5" providerId="Windows Live" clId="Web-{84FDC6C0-EB0C-48F3-B9B4-1D7FAE88DCC6}" dt="2023-07-27T18:41:44.120" v="377" actId="20577"/>
          <ac:spMkLst>
            <pc:docMk/>
            <pc:sldMk cId="1987841433" sldId="284"/>
            <ac:spMk id="3" creationId="{167EB91F-F6C9-4B4F-90F3-7CA2D46122AE}"/>
          </ac:spMkLst>
        </pc:spChg>
      </pc:sldChg>
      <pc:sldChg chg="modSp">
        <pc:chgData name="Jeff DeRemer" userId="a37f3d2d141577c5" providerId="Windows Live" clId="Web-{84FDC6C0-EB0C-48F3-B9B4-1D7FAE88DCC6}" dt="2023-07-27T18:22:49.498" v="250" actId="20577"/>
        <pc:sldMkLst>
          <pc:docMk/>
          <pc:sldMk cId="1112612059" sldId="285"/>
        </pc:sldMkLst>
        <pc:spChg chg="mod">
          <ac:chgData name="Jeff DeRemer" userId="a37f3d2d141577c5" providerId="Windows Live" clId="Web-{84FDC6C0-EB0C-48F3-B9B4-1D7FAE88DCC6}" dt="2023-07-27T18:22:49.498" v="250" actId="20577"/>
          <ac:spMkLst>
            <pc:docMk/>
            <pc:sldMk cId="1112612059" sldId="285"/>
            <ac:spMk id="3" creationId="{2C233C5D-AE6E-EE9D-E247-48CB088754FF}"/>
          </ac:spMkLst>
        </pc:spChg>
      </pc:sldChg>
      <pc:sldChg chg="modSp">
        <pc:chgData name="Jeff DeRemer" userId="a37f3d2d141577c5" providerId="Windows Live" clId="Web-{84FDC6C0-EB0C-48F3-B9B4-1D7FAE88DCC6}" dt="2023-07-27T18:48:12.026" v="402" actId="20577"/>
        <pc:sldMkLst>
          <pc:docMk/>
          <pc:sldMk cId="1175048660" sldId="288"/>
        </pc:sldMkLst>
        <pc:spChg chg="mod">
          <ac:chgData name="Jeff DeRemer" userId="a37f3d2d141577c5" providerId="Windows Live" clId="Web-{84FDC6C0-EB0C-48F3-B9B4-1D7FAE88DCC6}" dt="2023-07-27T18:48:12.026" v="402" actId="20577"/>
          <ac:spMkLst>
            <pc:docMk/>
            <pc:sldMk cId="1175048660" sldId="288"/>
            <ac:spMk id="3" creationId="{E35BB5F5-DEF6-901B-798D-F75EF1BEE6C3}"/>
          </ac:spMkLst>
        </pc:spChg>
      </pc:sldChg>
      <pc:sldChg chg="modSp">
        <pc:chgData name="Jeff DeRemer" userId="a37f3d2d141577c5" providerId="Windows Live" clId="Web-{84FDC6C0-EB0C-48F3-B9B4-1D7FAE88DCC6}" dt="2023-07-27T18:54:37.885" v="426" actId="20577"/>
        <pc:sldMkLst>
          <pc:docMk/>
          <pc:sldMk cId="1487085672" sldId="289"/>
        </pc:sldMkLst>
        <pc:spChg chg="mod">
          <ac:chgData name="Jeff DeRemer" userId="a37f3d2d141577c5" providerId="Windows Live" clId="Web-{84FDC6C0-EB0C-48F3-B9B4-1D7FAE88DCC6}" dt="2023-07-27T18:54:37.885" v="426" actId="20577"/>
          <ac:spMkLst>
            <pc:docMk/>
            <pc:sldMk cId="1487085672" sldId="289"/>
            <ac:spMk id="3" creationId="{35D0BBDA-8803-BE37-2613-0EDAF02F44B8}"/>
          </ac:spMkLst>
        </pc:spChg>
      </pc:sldChg>
      <pc:sldChg chg="modSp">
        <pc:chgData name="Jeff DeRemer" userId="a37f3d2d141577c5" providerId="Windows Live" clId="Web-{84FDC6C0-EB0C-48F3-B9B4-1D7FAE88DCC6}" dt="2023-07-27T18:19:29.693" v="219" actId="20577"/>
        <pc:sldMkLst>
          <pc:docMk/>
          <pc:sldMk cId="4076531934" sldId="290"/>
        </pc:sldMkLst>
        <pc:spChg chg="mod">
          <ac:chgData name="Jeff DeRemer" userId="a37f3d2d141577c5" providerId="Windows Live" clId="Web-{84FDC6C0-EB0C-48F3-B9B4-1D7FAE88DCC6}" dt="2023-07-27T18:19:29.693" v="219" actId="20577"/>
          <ac:spMkLst>
            <pc:docMk/>
            <pc:sldMk cId="4076531934" sldId="290"/>
            <ac:spMk id="3" creationId="{960B53B4-EA2F-EDEB-811E-08923203A428}"/>
          </ac:spMkLst>
        </pc:spChg>
      </pc:sldChg>
      <pc:sldChg chg="del">
        <pc:chgData name="Jeff DeRemer" userId="a37f3d2d141577c5" providerId="Windows Live" clId="Web-{84FDC6C0-EB0C-48F3-B9B4-1D7FAE88DCC6}" dt="2023-07-27T18:23:11.999" v="256"/>
        <pc:sldMkLst>
          <pc:docMk/>
          <pc:sldMk cId="117291877" sldId="291"/>
        </pc:sldMkLst>
      </pc:sldChg>
      <pc:sldChg chg="modSp">
        <pc:chgData name="Jeff DeRemer" userId="a37f3d2d141577c5" providerId="Windows Live" clId="Web-{84FDC6C0-EB0C-48F3-B9B4-1D7FAE88DCC6}" dt="2023-07-27T18:22:09.090" v="239" actId="20577"/>
        <pc:sldMkLst>
          <pc:docMk/>
          <pc:sldMk cId="2803421184" sldId="292"/>
        </pc:sldMkLst>
        <pc:spChg chg="mod">
          <ac:chgData name="Jeff DeRemer" userId="a37f3d2d141577c5" providerId="Windows Live" clId="Web-{84FDC6C0-EB0C-48F3-B9B4-1D7FAE88DCC6}" dt="2023-07-27T18:22:09.090" v="239" actId="20577"/>
          <ac:spMkLst>
            <pc:docMk/>
            <pc:sldMk cId="2803421184" sldId="292"/>
            <ac:spMk id="3" creationId="{DABAC2CE-B759-65A2-A9AA-973000EA0D14}"/>
          </ac:spMkLst>
        </pc:spChg>
      </pc:sldChg>
      <pc:sldChg chg="modSp">
        <pc:chgData name="Jeff DeRemer" userId="a37f3d2d141577c5" providerId="Windows Live" clId="Web-{84FDC6C0-EB0C-48F3-B9B4-1D7FAE88DCC6}" dt="2023-07-27T18:20:02.038" v="227" actId="20577"/>
        <pc:sldMkLst>
          <pc:docMk/>
          <pc:sldMk cId="3257431584" sldId="296"/>
        </pc:sldMkLst>
        <pc:spChg chg="mod">
          <ac:chgData name="Jeff DeRemer" userId="a37f3d2d141577c5" providerId="Windows Live" clId="Web-{84FDC6C0-EB0C-48F3-B9B4-1D7FAE88DCC6}" dt="2023-07-27T18:20:02.038" v="227" actId="20577"/>
          <ac:spMkLst>
            <pc:docMk/>
            <pc:sldMk cId="3257431584" sldId="296"/>
            <ac:spMk id="3" creationId="{796CF47D-9B0B-ECCF-6644-4B8820451995}"/>
          </ac:spMkLst>
        </pc:spChg>
      </pc:sldChg>
      <pc:sldChg chg="modSp">
        <pc:chgData name="Jeff DeRemer" userId="a37f3d2d141577c5" providerId="Windows Live" clId="Web-{84FDC6C0-EB0C-48F3-B9B4-1D7FAE88DCC6}" dt="2023-07-27T18:21:52.793" v="231" actId="20577"/>
        <pc:sldMkLst>
          <pc:docMk/>
          <pc:sldMk cId="3916907533" sldId="297"/>
        </pc:sldMkLst>
        <pc:spChg chg="mod">
          <ac:chgData name="Jeff DeRemer" userId="a37f3d2d141577c5" providerId="Windows Live" clId="Web-{84FDC6C0-EB0C-48F3-B9B4-1D7FAE88DCC6}" dt="2023-07-27T18:21:52.793" v="231" actId="20577"/>
          <ac:spMkLst>
            <pc:docMk/>
            <pc:sldMk cId="3916907533" sldId="297"/>
            <ac:spMk id="3" creationId="{44445D3B-2A71-A9CA-450D-9A629D66162C}"/>
          </ac:spMkLst>
        </pc:spChg>
      </pc:sldChg>
      <pc:sldChg chg="del mod modShow">
        <pc:chgData name="Jeff DeRemer" userId="a37f3d2d141577c5" providerId="Windows Live" clId="Web-{84FDC6C0-EB0C-48F3-B9B4-1D7FAE88DCC6}" dt="2023-07-27T18:23:07.217" v="255"/>
        <pc:sldMkLst>
          <pc:docMk/>
          <pc:sldMk cId="4013399894" sldId="298"/>
        </pc:sldMkLst>
      </pc:sldChg>
      <pc:sldChg chg="modSp">
        <pc:chgData name="Jeff DeRemer" userId="a37f3d2d141577c5" providerId="Windows Live" clId="Web-{84FDC6C0-EB0C-48F3-B9B4-1D7FAE88DCC6}" dt="2023-07-27T18:35:02.417" v="333" actId="20577"/>
        <pc:sldMkLst>
          <pc:docMk/>
          <pc:sldMk cId="2145870571" sldId="307"/>
        </pc:sldMkLst>
        <pc:spChg chg="mod">
          <ac:chgData name="Jeff DeRemer" userId="a37f3d2d141577c5" providerId="Windows Live" clId="Web-{84FDC6C0-EB0C-48F3-B9B4-1D7FAE88DCC6}" dt="2023-07-27T18:35:02.417" v="333" actId="20577"/>
          <ac:spMkLst>
            <pc:docMk/>
            <pc:sldMk cId="2145870571" sldId="307"/>
            <ac:spMk id="3" creationId="{E16765E4-91CB-D7BB-72DE-17157CA29AE6}"/>
          </ac:spMkLst>
        </pc:spChg>
      </pc:sldChg>
      <pc:sldChg chg="modSp">
        <pc:chgData name="Jeff DeRemer" userId="a37f3d2d141577c5" providerId="Windows Live" clId="Web-{84FDC6C0-EB0C-48F3-B9B4-1D7FAE88DCC6}" dt="2023-07-27T18:35:41.184" v="347" actId="20577"/>
        <pc:sldMkLst>
          <pc:docMk/>
          <pc:sldMk cId="1173428035" sldId="308"/>
        </pc:sldMkLst>
        <pc:spChg chg="mod">
          <ac:chgData name="Jeff DeRemer" userId="a37f3d2d141577c5" providerId="Windows Live" clId="Web-{84FDC6C0-EB0C-48F3-B9B4-1D7FAE88DCC6}" dt="2023-07-27T18:35:41.184" v="347" actId="20577"/>
          <ac:spMkLst>
            <pc:docMk/>
            <pc:sldMk cId="1173428035" sldId="308"/>
            <ac:spMk id="3" creationId="{D8401FEB-2B12-65C9-4AB5-92E8C061DEA6}"/>
          </ac:spMkLst>
        </pc:spChg>
      </pc:sldChg>
      <pc:sldChg chg="modSp">
        <pc:chgData name="Jeff DeRemer" userId="a37f3d2d141577c5" providerId="Windows Live" clId="Web-{84FDC6C0-EB0C-48F3-B9B4-1D7FAE88DCC6}" dt="2023-07-27T18:05:29.411" v="12" actId="20577"/>
        <pc:sldMkLst>
          <pc:docMk/>
          <pc:sldMk cId="3630277452" sldId="309"/>
        </pc:sldMkLst>
        <pc:spChg chg="mod">
          <ac:chgData name="Jeff DeRemer" userId="a37f3d2d141577c5" providerId="Windows Live" clId="Web-{84FDC6C0-EB0C-48F3-B9B4-1D7FAE88DCC6}" dt="2023-07-27T18:05:29.411" v="12" actId="20577"/>
          <ac:spMkLst>
            <pc:docMk/>
            <pc:sldMk cId="3630277452" sldId="309"/>
            <ac:spMk id="3" creationId="{667CAB59-D103-80B2-8972-BA950EE5CE80}"/>
          </ac:spMkLst>
        </pc:spChg>
      </pc:sldChg>
      <pc:sldChg chg="modSp">
        <pc:chgData name="Jeff DeRemer" userId="a37f3d2d141577c5" providerId="Windows Live" clId="Web-{84FDC6C0-EB0C-48F3-B9B4-1D7FAE88DCC6}" dt="2023-07-27T18:19:06.943" v="210" actId="20577"/>
        <pc:sldMkLst>
          <pc:docMk/>
          <pc:sldMk cId="588049691" sldId="314"/>
        </pc:sldMkLst>
        <pc:spChg chg="mod">
          <ac:chgData name="Jeff DeRemer" userId="a37f3d2d141577c5" providerId="Windows Live" clId="Web-{84FDC6C0-EB0C-48F3-B9B4-1D7FAE88DCC6}" dt="2023-07-27T18:19:06.943" v="210" actId="20577"/>
          <ac:spMkLst>
            <pc:docMk/>
            <pc:sldMk cId="588049691" sldId="314"/>
            <ac:spMk id="3" creationId="{8AED796B-6634-4BD1-1D8D-60652409EDCF}"/>
          </ac:spMkLst>
        </pc:spChg>
      </pc:sldChg>
      <pc:sldChg chg="modSp">
        <pc:chgData name="Jeff DeRemer" userId="a37f3d2d141577c5" providerId="Windows Live" clId="Web-{84FDC6C0-EB0C-48F3-B9B4-1D7FAE88DCC6}" dt="2023-07-27T18:08:00.963" v="106" actId="20577"/>
        <pc:sldMkLst>
          <pc:docMk/>
          <pc:sldMk cId="3588194236" sldId="315"/>
        </pc:sldMkLst>
        <pc:spChg chg="mod">
          <ac:chgData name="Jeff DeRemer" userId="a37f3d2d141577c5" providerId="Windows Live" clId="Web-{84FDC6C0-EB0C-48F3-B9B4-1D7FAE88DCC6}" dt="2023-07-27T18:08:00.963" v="106" actId="20577"/>
          <ac:spMkLst>
            <pc:docMk/>
            <pc:sldMk cId="3588194236" sldId="315"/>
            <ac:spMk id="3" creationId="{8797E62F-9EFE-7982-AA44-CA6ED395C745}"/>
          </ac:spMkLst>
        </pc:spChg>
      </pc:sldChg>
      <pc:sldChg chg="modSp">
        <pc:chgData name="Jeff DeRemer" userId="a37f3d2d141577c5" providerId="Windows Live" clId="Web-{84FDC6C0-EB0C-48F3-B9B4-1D7FAE88DCC6}" dt="2023-07-27T18:43:45.922" v="390" actId="20577"/>
        <pc:sldMkLst>
          <pc:docMk/>
          <pc:sldMk cId="3080211462" sldId="316"/>
        </pc:sldMkLst>
        <pc:spChg chg="mod">
          <ac:chgData name="Jeff DeRemer" userId="a37f3d2d141577c5" providerId="Windows Live" clId="Web-{84FDC6C0-EB0C-48F3-B9B4-1D7FAE88DCC6}" dt="2023-07-27T18:43:45.922" v="390" actId="20577"/>
          <ac:spMkLst>
            <pc:docMk/>
            <pc:sldMk cId="3080211462" sldId="316"/>
            <ac:spMk id="3" creationId="{22CFC226-DC8E-64BB-56E7-EA99E3243D7F}"/>
          </ac:spMkLst>
        </pc:spChg>
      </pc:sldChg>
    </pc:docChg>
  </pc:docChgLst>
  <pc:docChgLst>
    <pc:chgData name="Jeff DeRemer" userId="a37f3d2d141577c5" providerId="Windows Live" clId="Web-{EF293B2D-7142-426E-91D2-5C3DD4C3F1AE}"/>
    <pc:docChg chg="delSld delSection modSection">
      <pc:chgData name="Jeff DeRemer" userId="a37f3d2d141577c5" providerId="Windows Live" clId="Web-{EF293B2D-7142-426E-91D2-5C3DD4C3F1AE}" dt="2023-09-03T11:12:26.567" v="59"/>
      <pc:docMkLst>
        <pc:docMk/>
      </pc:docMkLst>
      <pc:sldChg chg="del">
        <pc:chgData name="Jeff DeRemer" userId="a37f3d2d141577c5" providerId="Windows Live" clId="Web-{EF293B2D-7142-426E-91D2-5C3DD4C3F1AE}" dt="2023-09-03T11:11:23.159" v="2"/>
        <pc:sldMkLst>
          <pc:docMk/>
          <pc:sldMk cId="436497126" sldId="257"/>
        </pc:sldMkLst>
      </pc:sldChg>
      <pc:sldChg chg="del">
        <pc:chgData name="Jeff DeRemer" userId="a37f3d2d141577c5" providerId="Windows Live" clId="Web-{EF293B2D-7142-426E-91D2-5C3DD4C3F1AE}" dt="2023-09-03T11:11:24.441" v="4"/>
        <pc:sldMkLst>
          <pc:docMk/>
          <pc:sldMk cId="3204198918" sldId="258"/>
        </pc:sldMkLst>
      </pc:sldChg>
      <pc:sldChg chg="del">
        <pc:chgData name="Jeff DeRemer" userId="a37f3d2d141577c5" providerId="Windows Live" clId="Web-{EF293B2D-7142-426E-91D2-5C3DD4C3F1AE}" dt="2023-09-03T11:11:28.753" v="10"/>
        <pc:sldMkLst>
          <pc:docMk/>
          <pc:sldMk cId="1537062186" sldId="259"/>
        </pc:sldMkLst>
      </pc:sldChg>
      <pc:sldChg chg="del">
        <pc:chgData name="Jeff DeRemer" userId="a37f3d2d141577c5" providerId="Windows Live" clId="Web-{EF293B2D-7142-426E-91D2-5C3DD4C3F1AE}" dt="2023-09-03T11:11:30.613" v="12"/>
        <pc:sldMkLst>
          <pc:docMk/>
          <pc:sldMk cId="3800418244" sldId="260"/>
        </pc:sldMkLst>
      </pc:sldChg>
      <pc:sldChg chg="del">
        <pc:chgData name="Jeff DeRemer" userId="a37f3d2d141577c5" providerId="Windows Live" clId="Web-{EF293B2D-7142-426E-91D2-5C3DD4C3F1AE}" dt="2023-09-03T11:11:31.972" v="14"/>
        <pc:sldMkLst>
          <pc:docMk/>
          <pc:sldMk cId="1862461135" sldId="261"/>
        </pc:sldMkLst>
      </pc:sldChg>
      <pc:sldChg chg="del">
        <pc:chgData name="Jeff DeRemer" userId="a37f3d2d141577c5" providerId="Windows Live" clId="Web-{EF293B2D-7142-426E-91D2-5C3DD4C3F1AE}" dt="2023-09-03T11:11:33.441" v="16"/>
        <pc:sldMkLst>
          <pc:docMk/>
          <pc:sldMk cId="750474985" sldId="262"/>
        </pc:sldMkLst>
      </pc:sldChg>
      <pc:sldChg chg="del">
        <pc:chgData name="Jeff DeRemer" userId="a37f3d2d141577c5" providerId="Windows Live" clId="Web-{EF293B2D-7142-426E-91D2-5C3DD4C3F1AE}" dt="2023-09-03T11:11:31.331" v="13"/>
        <pc:sldMkLst>
          <pc:docMk/>
          <pc:sldMk cId="1604463162" sldId="263"/>
        </pc:sldMkLst>
      </pc:sldChg>
      <pc:sldChg chg="del">
        <pc:chgData name="Jeff DeRemer" userId="a37f3d2d141577c5" providerId="Windows Live" clId="Web-{EF293B2D-7142-426E-91D2-5C3DD4C3F1AE}" dt="2023-09-03T11:11:39.644" v="22"/>
        <pc:sldMkLst>
          <pc:docMk/>
          <pc:sldMk cId="98002227" sldId="264"/>
        </pc:sldMkLst>
      </pc:sldChg>
      <pc:sldChg chg="del">
        <pc:chgData name="Jeff DeRemer" userId="a37f3d2d141577c5" providerId="Windows Live" clId="Web-{EF293B2D-7142-426E-91D2-5C3DD4C3F1AE}" dt="2023-09-03T11:11:40.379" v="23"/>
        <pc:sldMkLst>
          <pc:docMk/>
          <pc:sldMk cId="4027165043" sldId="265"/>
        </pc:sldMkLst>
      </pc:sldChg>
      <pc:sldChg chg="del">
        <pc:chgData name="Jeff DeRemer" userId="a37f3d2d141577c5" providerId="Windows Live" clId="Web-{EF293B2D-7142-426E-91D2-5C3DD4C3F1AE}" dt="2023-09-03T11:11:42.441" v="26"/>
        <pc:sldMkLst>
          <pc:docMk/>
          <pc:sldMk cId="1052964133" sldId="266"/>
        </pc:sldMkLst>
      </pc:sldChg>
      <pc:sldChg chg="del">
        <pc:chgData name="Jeff DeRemer" userId="a37f3d2d141577c5" providerId="Windows Live" clId="Web-{EF293B2D-7142-426E-91D2-5C3DD4C3F1AE}" dt="2023-09-03T11:11:44.566" v="29"/>
        <pc:sldMkLst>
          <pc:docMk/>
          <pc:sldMk cId="1079600738" sldId="267"/>
        </pc:sldMkLst>
      </pc:sldChg>
      <pc:sldChg chg="del">
        <pc:chgData name="Jeff DeRemer" userId="a37f3d2d141577c5" providerId="Windows Live" clId="Web-{EF293B2D-7142-426E-91D2-5C3DD4C3F1AE}" dt="2023-09-03T11:11:41.832" v="25"/>
        <pc:sldMkLst>
          <pc:docMk/>
          <pc:sldMk cId="4291219111" sldId="269"/>
        </pc:sldMkLst>
      </pc:sldChg>
      <pc:sldChg chg="del">
        <pc:chgData name="Jeff DeRemer" userId="a37f3d2d141577c5" providerId="Windows Live" clId="Web-{EF293B2D-7142-426E-91D2-5C3DD4C3F1AE}" dt="2023-09-03T11:11:35.691" v="17"/>
        <pc:sldMkLst>
          <pc:docMk/>
          <pc:sldMk cId="3628189326" sldId="270"/>
        </pc:sldMkLst>
      </pc:sldChg>
      <pc:sldChg chg="del">
        <pc:chgData name="Jeff DeRemer" userId="a37f3d2d141577c5" providerId="Windows Live" clId="Web-{EF293B2D-7142-426E-91D2-5C3DD4C3F1AE}" dt="2023-09-03T11:11:45.582" v="31"/>
        <pc:sldMkLst>
          <pc:docMk/>
          <pc:sldMk cId="4094167011" sldId="271"/>
        </pc:sldMkLst>
      </pc:sldChg>
      <pc:sldChg chg="del">
        <pc:chgData name="Jeff DeRemer" userId="a37f3d2d141577c5" providerId="Windows Live" clId="Web-{EF293B2D-7142-426E-91D2-5C3DD4C3F1AE}" dt="2023-09-03T11:11:50.285" v="40"/>
        <pc:sldMkLst>
          <pc:docMk/>
          <pc:sldMk cId="1682394483" sldId="272"/>
        </pc:sldMkLst>
      </pc:sldChg>
      <pc:sldChg chg="del">
        <pc:chgData name="Jeff DeRemer" userId="a37f3d2d141577c5" providerId="Windows Live" clId="Web-{EF293B2D-7142-426E-91D2-5C3DD4C3F1AE}" dt="2023-09-03T11:11:49.363" v="38"/>
        <pc:sldMkLst>
          <pc:docMk/>
          <pc:sldMk cId="1966568967" sldId="273"/>
        </pc:sldMkLst>
      </pc:sldChg>
      <pc:sldChg chg="del">
        <pc:chgData name="Jeff DeRemer" userId="a37f3d2d141577c5" providerId="Windows Live" clId="Web-{EF293B2D-7142-426E-91D2-5C3DD4C3F1AE}" dt="2023-09-03T11:11:49.910" v="39"/>
        <pc:sldMkLst>
          <pc:docMk/>
          <pc:sldMk cId="517718756" sldId="274"/>
        </pc:sldMkLst>
      </pc:sldChg>
      <pc:sldChg chg="del">
        <pc:chgData name="Jeff DeRemer" userId="a37f3d2d141577c5" providerId="Windows Live" clId="Web-{EF293B2D-7142-426E-91D2-5C3DD4C3F1AE}" dt="2023-09-03T11:11:47.269" v="34"/>
        <pc:sldMkLst>
          <pc:docMk/>
          <pc:sldMk cId="494778731" sldId="275"/>
        </pc:sldMkLst>
      </pc:sldChg>
      <pc:sldChg chg="del">
        <pc:chgData name="Jeff DeRemer" userId="a37f3d2d141577c5" providerId="Windows Live" clId="Web-{EF293B2D-7142-426E-91D2-5C3DD4C3F1AE}" dt="2023-09-03T11:11:48.738" v="37"/>
        <pc:sldMkLst>
          <pc:docMk/>
          <pc:sldMk cId="3591501101" sldId="276"/>
        </pc:sldMkLst>
      </pc:sldChg>
      <pc:sldChg chg="del">
        <pc:chgData name="Jeff DeRemer" userId="a37f3d2d141577c5" providerId="Windows Live" clId="Web-{EF293B2D-7142-426E-91D2-5C3DD4C3F1AE}" dt="2023-09-03T11:11:51.019" v="41"/>
        <pc:sldMkLst>
          <pc:docMk/>
          <pc:sldMk cId="2990784307" sldId="277"/>
        </pc:sldMkLst>
      </pc:sldChg>
      <pc:sldChg chg="del">
        <pc:chgData name="Jeff DeRemer" userId="a37f3d2d141577c5" providerId="Windows Live" clId="Web-{EF293B2D-7142-426E-91D2-5C3DD4C3F1AE}" dt="2023-09-03T11:11:55.160" v="45"/>
        <pc:sldMkLst>
          <pc:docMk/>
          <pc:sldMk cId="3744251568" sldId="278"/>
        </pc:sldMkLst>
      </pc:sldChg>
      <pc:sldChg chg="del">
        <pc:chgData name="Jeff DeRemer" userId="a37f3d2d141577c5" providerId="Windows Live" clId="Web-{EF293B2D-7142-426E-91D2-5C3DD4C3F1AE}" dt="2023-09-03T11:11:54.535" v="44"/>
        <pc:sldMkLst>
          <pc:docMk/>
          <pc:sldMk cId="3982399502" sldId="279"/>
        </pc:sldMkLst>
      </pc:sldChg>
      <pc:sldChg chg="del">
        <pc:chgData name="Jeff DeRemer" userId="a37f3d2d141577c5" providerId="Windows Live" clId="Web-{EF293B2D-7142-426E-91D2-5C3DD4C3F1AE}" dt="2023-09-03T11:11:53.754" v="43"/>
        <pc:sldMkLst>
          <pc:docMk/>
          <pc:sldMk cId="2746935985" sldId="280"/>
        </pc:sldMkLst>
      </pc:sldChg>
      <pc:sldChg chg="del">
        <pc:chgData name="Jeff DeRemer" userId="a37f3d2d141577c5" providerId="Windows Live" clId="Web-{EF293B2D-7142-426E-91D2-5C3DD4C3F1AE}" dt="2023-09-03T11:11:55.598" v="46"/>
        <pc:sldMkLst>
          <pc:docMk/>
          <pc:sldMk cId="204965760" sldId="282"/>
        </pc:sldMkLst>
      </pc:sldChg>
      <pc:sldChg chg="del">
        <pc:chgData name="Jeff DeRemer" userId="a37f3d2d141577c5" providerId="Windows Live" clId="Web-{EF293B2D-7142-426E-91D2-5C3DD4C3F1AE}" dt="2023-09-03T11:11:45.129" v="30"/>
        <pc:sldMkLst>
          <pc:docMk/>
          <pc:sldMk cId="1861732289" sldId="283"/>
        </pc:sldMkLst>
      </pc:sldChg>
      <pc:sldChg chg="del">
        <pc:chgData name="Jeff DeRemer" userId="a37f3d2d141577c5" providerId="Windows Live" clId="Web-{EF293B2D-7142-426E-91D2-5C3DD4C3F1AE}" dt="2023-09-03T11:11:46.769" v="33"/>
        <pc:sldMkLst>
          <pc:docMk/>
          <pc:sldMk cId="1987841433" sldId="284"/>
        </pc:sldMkLst>
      </pc:sldChg>
      <pc:sldChg chg="del">
        <pc:chgData name="Jeff DeRemer" userId="a37f3d2d141577c5" providerId="Windows Live" clId="Web-{EF293B2D-7142-426E-91D2-5C3DD4C3F1AE}" dt="2023-09-03T11:11:38.019" v="20"/>
        <pc:sldMkLst>
          <pc:docMk/>
          <pc:sldMk cId="1112612059" sldId="285"/>
        </pc:sldMkLst>
      </pc:sldChg>
      <pc:sldChg chg="del">
        <pc:chgData name="Jeff DeRemer" userId="a37f3d2d141577c5" providerId="Windows Live" clId="Web-{EF293B2D-7142-426E-91D2-5C3DD4C3F1AE}" dt="2023-09-03T11:11:38.972" v="21"/>
        <pc:sldMkLst>
          <pc:docMk/>
          <pc:sldMk cId="2771794891" sldId="286"/>
        </pc:sldMkLst>
      </pc:sldChg>
      <pc:sldChg chg="del">
        <pc:chgData name="Jeff DeRemer" userId="a37f3d2d141577c5" providerId="Windows Live" clId="Web-{EF293B2D-7142-426E-91D2-5C3DD4C3F1AE}" dt="2023-09-03T11:11:37.285" v="19"/>
        <pc:sldMkLst>
          <pc:docMk/>
          <pc:sldMk cId="4209612668" sldId="287"/>
        </pc:sldMkLst>
      </pc:sldChg>
      <pc:sldChg chg="del">
        <pc:chgData name="Jeff DeRemer" userId="a37f3d2d141577c5" providerId="Windows Live" clId="Web-{EF293B2D-7142-426E-91D2-5C3DD4C3F1AE}" dt="2023-09-03T11:11:52.941" v="42"/>
        <pc:sldMkLst>
          <pc:docMk/>
          <pc:sldMk cId="1175048660" sldId="288"/>
        </pc:sldMkLst>
      </pc:sldChg>
      <pc:sldChg chg="del">
        <pc:chgData name="Jeff DeRemer" userId="a37f3d2d141577c5" providerId="Windows Live" clId="Web-{EF293B2D-7142-426E-91D2-5C3DD4C3F1AE}" dt="2023-09-03T11:11:25.644" v="6"/>
        <pc:sldMkLst>
          <pc:docMk/>
          <pc:sldMk cId="4076531934" sldId="290"/>
        </pc:sldMkLst>
      </pc:sldChg>
      <pc:sldChg chg="del">
        <pc:chgData name="Jeff DeRemer" userId="a37f3d2d141577c5" providerId="Windows Live" clId="Web-{EF293B2D-7142-426E-91D2-5C3DD4C3F1AE}" dt="2023-09-03T11:11:32.706" v="15"/>
        <pc:sldMkLst>
          <pc:docMk/>
          <pc:sldMk cId="2803421184" sldId="292"/>
        </pc:sldMkLst>
      </pc:sldChg>
      <pc:sldChg chg="del">
        <pc:chgData name="Jeff DeRemer" userId="a37f3d2d141577c5" providerId="Windows Live" clId="Web-{EF293B2D-7142-426E-91D2-5C3DD4C3F1AE}" dt="2023-09-03T11:11:41.144" v="24"/>
        <pc:sldMkLst>
          <pc:docMk/>
          <pc:sldMk cId="2373186645" sldId="294"/>
        </pc:sldMkLst>
      </pc:sldChg>
      <pc:sldChg chg="del">
        <pc:chgData name="Jeff DeRemer" userId="a37f3d2d141577c5" providerId="Windows Live" clId="Web-{EF293B2D-7142-426E-91D2-5C3DD4C3F1AE}" dt="2023-09-03T11:11:26.378" v="7"/>
        <pc:sldMkLst>
          <pc:docMk/>
          <pc:sldMk cId="3257431584" sldId="296"/>
        </pc:sldMkLst>
      </pc:sldChg>
      <pc:sldChg chg="del">
        <pc:chgData name="Jeff DeRemer" userId="a37f3d2d141577c5" providerId="Windows Live" clId="Web-{EF293B2D-7142-426E-91D2-5C3DD4C3F1AE}" dt="2023-09-03T11:11:27.175" v="8"/>
        <pc:sldMkLst>
          <pc:docMk/>
          <pc:sldMk cId="3916907533" sldId="297"/>
        </pc:sldMkLst>
      </pc:sldChg>
      <pc:sldChg chg="del">
        <pc:chgData name="Jeff DeRemer" userId="a37f3d2d141577c5" providerId="Windows Live" clId="Web-{EF293B2D-7142-426E-91D2-5C3DD4C3F1AE}" dt="2023-09-03T11:11:56.066" v="47"/>
        <pc:sldMkLst>
          <pc:docMk/>
          <pc:sldMk cId="586689482" sldId="300"/>
        </pc:sldMkLst>
      </pc:sldChg>
      <pc:sldChg chg="del">
        <pc:chgData name="Jeff DeRemer" userId="a37f3d2d141577c5" providerId="Windows Live" clId="Web-{EF293B2D-7142-426E-91D2-5C3DD4C3F1AE}" dt="2023-09-03T11:11:47.722" v="35"/>
        <pc:sldMkLst>
          <pc:docMk/>
          <pc:sldMk cId="1935756779" sldId="305"/>
        </pc:sldMkLst>
      </pc:sldChg>
      <pc:sldChg chg="del">
        <pc:chgData name="Jeff DeRemer" userId="a37f3d2d141577c5" providerId="Windows Live" clId="Web-{EF293B2D-7142-426E-91D2-5C3DD4C3F1AE}" dt="2023-09-03T11:11:36.394" v="18"/>
        <pc:sldMkLst>
          <pc:docMk/>
          <pc:sldMk cId="3166782752" sldId="306"/>
        </pc:sldMkLst>
      </pc:sldChg>
      <pc:sldChg chg="del">
        <pc:chgData name="Jeff DeRemer" userId="a37f3d2d141577c5" providerId="Windows Live" clId="Web-{EF293B2D-7142-426E-91D2-5C3DD4C3F1AE}" dt="2023-09-03T11:11:43.066" v="27"/>
        <pc:sldMkLst>
          <pc:docMk/>
          <pc:sldMk cId="2145870571" sldId="307"/>
        </pc:sldMkLst>
      </pc:sldChg>
      <pc:sldChg chg="del">
        <pc:chgData name="Jeff DeRemer" userId="a37f3d2d141577c5" providerId="Windows Live" clId="Web-{EF293B2D-7142-426E-91D2-5C3DD4C3F1AE}" dt="2023-09-03T11:11:43.832" v="28"/>
        <pc:sldMkLst>
          <pc:docMk/>
          <pc:sldMk cId="1173428035" sldId="308"/>
        </pc:sldMkLst>
      </pc:sldChg>
      <pc:sldChg chg="del">
        <pc:chgData name="Jeff DeRemer" userId="a37f3d2d141577c5" providerId="Windows Live" clId="Web-{EF293B2D-7142-426E-91D2-5C3DD4C3F1AE}" dt="2023-09-03T11:11:27.831" v="9"/>
        <pc:sldMkLst>
          <pc:docMk/>
          <pc:sldMk cId="3630277452" sldId="309"/>
        </pc:sldMkLst>
      </pc:sldChg>
      <pc:sldChg chg="del">
        <pc:chgData name="Jeff DeRemer" userId="a37f3d2d141577c5" providerId="Windows Live" clId="Web-{EF293B2D-7142-426E-91D2-5C3DD4C3F1AE}" dt="2023-09-03T11:11:23.706" v="3"/>
        <pc:sldMkLst>
          <pc:docMk/>
          <pc:sldMk cId="2940824636" sldId="310"/>
        </pc:sldMkLst>
      </pc:sldChg>
      <pc:sldChg chg="del">
        <pc:chgData name="Jeff DeRemer" userId="a37f3d2d141577c5" providerId="Windows Live" clId="Web-{EF293B2D-7142-426E-91D2-5C3DD4C3F1AE}" dt="2023-09-03T11:11:46.176" v="32"/>
        <pc:sldMkLst>
          <pc:docMk/>
          <pc:sldMk cId="322086555" sldId="312"/>
        </pc:sldMkLst>
      </pc:sldChg>
      <pc:sldChg chg="del">
        <pc:chgData name="Jeff DeRemer" userId="a37f3d2d141577c5" providerId="Windows Live" clId="Web-{EF293B2D-7142-426E-91D2-5C3DD4C3F1AE}" dt="2023-09-03T11:11:22.597" v="1"/>
        <pc:sldMkLst>
          <pc:docMk/>
          <pc:sldMk cId="3904009533" sldId="313"/>
        </pc:sldMkLst>
      </pc:sldChg>
      <pc:sldChg chg="del">
        <pc:chgData name="Jeff DeRemer" userId="a37f3d2d141577c5" providerId="Windows Live" clId="Web-{EF293B2D-7142-426E-91D2-5C3DD4C3F1AE}" dt="2023-09-03T11:11:25.003" v="5"/>
        <pc:sldMkLst>
          <pc:docMk/>
          <pc:sldMk cId="588049691" sldId="314"/>
        </pc:sldMkLst>
      </pc:sldChg>
      <pc:sldChg chg="del">
        <pc:chgData name="Jeff DeRemer" userId="a37f3d2d141577c5" providerId="Windows Live" clId="Web-{EF293B2D-7142-426E-91D2-5C3DD4C3F1AE}" dt="2023-09-03T11:11:29.503" v="11"/>
        <pc:sldMkLst>
          <pc:docMk/>
          <pc:sldMk cId="3588194236" sldId="315"/>
        </pc:sldMkLst>
      </pc:sldChg>
      <pc:sldChg chg="del">
        <pc:chgData name="Jeff DeRemer" userId="a37f3d2d141577c5" providerId="Windows Live" clId="Web-{EF293B2D-7142-426E-91D2-5C3DD4C3F1AE}" dt="2023-09-03T11:11:48.285" v="36"/>
        <pc:sldMkLst>
          <pc:docMk/>
          <pc:sldMk cId="3080211462" sldId="316"/>
        </pc:sldMkLst>
      </pc:sldChg>
      <pc:sldChg chg="del">
        <pc:chgData name="Jeff DeRemer" userId="a37f3d2d141577c5" providerId="Windows Live" clId="Web-{EF293B2D-7142-426E-91D2-5C3DD4C3F1AE}" dt="2023-09-03T11:11:21.956" v="0"/>
        <pc:sldMkLst>
          <pc:docMk/>
          <pc:sldMk cId="915020623" sldId="317"/>
        </pc:sldMkLst>
      </pc:sldChg>
      <pc:sldChg chg="del">
        <pc:chgData name="Jeff DeRemer" userId="a37f3d2d141577c5" providerId="Windows Live" clId="Web-{EF293B2D-7142-426E-91D2-5C3DD4C3F1AE}" dt="2023-09-03T11:12:26.567" v="59"/>
        <pc:sldMkLst>
          <pc:docMk/>
          <pc:sldMk cId="1712350636" sldId="318"/>
        </pc:sldMkLst>
      </pc:sldChg>
      <pc:sldChg chg="del">
        <pc:chgData name="Jeff DeRemer" userId="a37f3d2d141577c5" providerId="Windows Live" clId="Web-{EF293B2D-7142-426E-91D2-5C3DD4C3F1AE}" dt="2023-09-03T11:11:56.660" v="48"/>
        <pc:sldMkLst>
          <pc:docMk/>
          <pc:sldMk cId="2417779818" sldId="319"/>
        </pc:sldMkLst>
      </pc:sldChg>
    </pc:docChg>
  </pc:docChgLst>
  <pc:docChgLst>
    <pc:chgData name="Jeff DeRemer" userId="a37f3d2d141577c5" providerId="Windows Live" clId="Web-{440B02FF-CBA4-4939-A8C4-9DEDA1DD0B81}"/>
    <pc:docChg chg="addSld delSld modSld sldOrd addSection modSection">
      <pc:chgData name="Jeff DeRemer" userId="a37f3d2d141577c5" providerId="Windows Live" clId="Web-{440B02FF-CBA4-4939-A8C4-9DEDA1DD0B81}" dt="2023-07-23T18:16:14.708" v="897" actId="20577"/>
      <pc:docMkLst>
        <pc:docMk/>
      </pc:docMkLst>
      <pc:sldChg chg="modSp ord">
        <pc:chgData name="Jeff DeRemer" userId="a37f3d2d141577c5" providerId="Windows Live" clId="Web-{440B02FF-CBA4-4939-A8C4-9DEDA1DD0B81}" dt="2023-07-23T18:10:47.632" v="794" actId="20577"/>
        <pc:sldMkLst>
          <pc:docMk/>
          <pc:sldMk cId="436497126" sldId="257"/>
        </pc:sldMkLst>
        <pc:spChg chg="mod">
          <ac:chgData name="Jeff DeRemer" userId="a37f3d2d141577c5" providerId="Windows Live" clId="Web-{440B02FF-CBA4-4939-A8C4-9DEDA1DD0B81}" dt="2023-07-23T18:10:47.632" v="794" actId="20577"/>
          <ac:spMkLst>
            <pc:docMk/>
            <pc:sldMk cId="436497126" sldId="257"/>
            <ac:spMk id="3" creationId="{69F6AD24-2AA8-1769-5A4C-06990BD5C0B0}"/>
          </ac:spMkLst>
        </pc:spChg>
      </pc:sldChg>
      <pc:sldChg chg="modSp">
        <pc:chgData name="Jeff DeRemer" userId="a37f3d2d141577c5" providerId="Windows Live" clId="Web-{440B02FF-CBA4-4939-A8C4-9DEDA1DD0B81}" dt="2023-07-23T18:11:33.775" v="808" actId="20577"/>
        <pc:sldMkLst>
          <pc:docMk/>
          <pc:sldMk cId="3204198918" sldId="258"/>
        </pc:sldMkLst>
        <pc:spChg chg="mod">
          <ac:chgData name="Jeff DeRemer" userId="a37f3d2d141577c5" providerId="Windows Live" clId="Web-{440B02FF-CBA4-4939-A8C4-9DEDA1DD0B81}" dt="2023-07-23T18:11:33.775" v="808" actId="20577"/>
          <ac:spMkLst>
            <pc:docMk/>
            <pc:sldMk cId="3204198918" sldId="258"/>
            <ac:spMk id="3" creationId="{B6C27F68-3CFD-F860-DC38-DB6A07A7E802}"/>
          </ac:spMkLst>
        </pc:spChg>
      </pc:sldChg>
      <pc:sldChg chg="modSp">
        <pc:chgData name="Jeff DeRemer" userId="a37f3d2d141577c5" providerId="Windows Live" clId="Web-{440B02FF-CBA4-4939-A8C4-9DEDA1DD0B81}" dt="2023-07-23T18:16:14.708" v="897" actId="20577"/>
        <pc:sldMkLst>
          <pc:docMk/>
          <pc:sldMk cId="1537062186" sldId="259"/>
        </pc:sldMkLst>
        <pc:spChg chg="mod">
          <ac:chgData name="Jeff DeRemer" userId="a37f3d2d141577c5" providerId="Windows Live" clId="Web-{440B02FF-CBA4-4939-A8C4-9DEDA1DD0B81}" dt="2023-07-23T18:16:14.708" v="897" actId="20577"/>
          <ac:spMkLst>
            <pc:docMk/>
            <pc:sldMk cId="1537062186" sldId="259"/>
            <ac:spMk id="3" creationId="{C94EAD4E-0DEF-F3E3-2CD3-304D0D8776E8}"/>
          </ac:spMkLst>
        </pc:spChg>
      </pc:sldChg>
      <pc:sldChg chg="modSp ord">
        <pc:chgData name="Jeff DeRemer" userId="a37f3d2d141577c5" providerId="Windows Live" clId="Web-{440B02FF-CBA4-4939-A8C4-9DEDA1DD0B81}" dt="2023-07-23T17:24:41.676" v="169" actId="20577"/>
        <pc:sldMkLst>
          <pc:docMk/>
          <pc:sldMk cId="3800418244" sldId="260"/>
        </pc:sldMkLst>
        <pc:spChg chg="mod">
          <ac:chgData name="Jeff DeRemer" userId="a37f3d2d141577c5" providerId="Windows Live" clId="Web-{440B02FF-CBA4-4939-A8C4-9DEDA1DD0B81}" dt="2023-07-23T17:24:41.676" v="169" actId="20577"/>
          <ac:spMkLst>
            <pc:docMk/>
            <pc:sldMk cId="3800418244" sldId="260"/>
            <ac:spMk id="2" creationId="{B1D4C514-C7C7-BF2E-7E46-F8567E808013}"/>
          </ac:spMkLst>
        </pc:spChg>
      </pc:sldChg>
      <pc:sldChg chg="ord">
        <pc:chgData name="Jeff DeRemer" userId="a37f3d2d141577c5" providerId="Windows Live" clId="Web-{440B02FF-CBA4-4939-A8C4-9DEDA1DD0B81}" dt="2023-07-23T17:30:46.769" v="271"/>
        <pc:sldMkLst>
          <pc:docMk/>
          <pc:sldMk cId="4291219111" sldId="269"/>
        </pc:sldMkLst>
      </pc:sldChg>
      <pc:sldChg chg="modSp ord">
        <pc:chgData name="Jeff DeRemer" userId="a37f3d2d141577c5" providerId="Windows Live" clId="Web-{440B02FF-CBA4-4939-A8C4-9DEDA1DD0B81}" dt="2023-07-23T17:33:09.634" v="282" actId="20577"/>
        <pc:sldMkLst>
          <pc:docMk/>
          <pc:sldMk cId="3628189326" sldId="270"/>
        </pc:sldMkLst>
        <pc:spChg chg="mod">
          <ac:chgData name="Jeff DeRemer" userId="a37f3d2d141577c5" providerId="Windows Live" clId="Web-{440B02FF-CBA4-4939-A8C4-9DEDA1DD0B81}" dt="2023-07-23T17:33:09.634" v="282" actId="20577"/>
          <ac:spMkLst>
            <pc:docMk/>
            <pc:sldMk cId="3628189326" sldId="270"/>
            <ac:spMk id="2" creationId="{9DB831FD-D532-CC05-3979-A33DE6AA6F6E}"/>
          </ac:spMkLst>
        </pc:spChg>
      </pc:sldChg>
      <pc:sldChg chg="ord">
        <pc:chgData name="Jeff DeRemer" userId="a37f3d2d141577c5" providerId="Windows Live" clId="Web-{440B02FF-CBA4-4939-A8C4-9DEDA1DD0B81}" dt="2023-07-23T17:40:29.433" v="409"/>
        <pc:sldMkLst>
          <pc:docMk/>
          <pc:sldMk cId="1682394483" sldId="272"/>
        </pc:sldMkLst>
      </pc:sldChg>
      <pc:sldChg chg="ord">
        <pc:chgData name="Jeff DeRemer" userId="a37f3d2d141577c5" providerId="Windows Live" clId="Web-{440B02FF-CBA4-4939-A8C4-9DEDA1DD0B81}" dt="2023-07-23T18:02:52.598" v="727"/>
        <pc:sldMkLst>
          <pc:docMk/>
          <pc:sldMk cId="1966568967" sldId="273"/>
        </pc:sldMkLst>
      </pc:sldChg>
      <pc:sldChg chg="modSp ord">
        <pc:chgData name="Jeff DeRemer" userId="a37f3d2d141577c5" providerId="Windows Live" clId="Web-{440B02FF-CBA4-4939-A8C4-9DEDA1DD0B81}" dt="2023-07-23T17:42:16.610" v="435"/>
        <pc:sldMkLst>
          <pc:docMk/>
          <pc:sldMk cId="517718756" sldId="274"/>
        </pc:sldMkLst>
        <pc:spChg chg="mod">
          <ac:chgData name="Jeff DeRemer" userId="a37f3d2d141577c5" providerId="Windows Live" clId="Web-{440B02FF-CBA4-4939-A8C4-9DEDA1DD0B81}" dt="2023-07-23T17:42:12.547" v="434" actId="20577"/>
          <ac:spMkLst>
            <pc:docMk/>
            <pc:sldMk cId="517718756" sldId="274"/>
            <ac:spMk id="2" creationId="{DA44FD8D-74EE-A547-A9C3-112CE6388BDC}"/>
          </ac:spMkLst>
        </pc:spChg>
      </pc:sldChg>
      <pc:sldChg chg="ord">
        <pc:chgData name="Jeff DeRemer" userId="a37f3d2d141577c5" providerId="Windows Live" clId="Web-{440B02FF-CBA4-4939-A8C4-9DEDA1DD0B81}" dt="2023-07-23T17:42:34.907" v="436"/>
        <pc:sldMkLst>
          <pc:docMk/>
          <pc:sldMk cId="3591501101" sldId="276"/>
        </pc:sldMkLst>
      </pc:sldChg>
      <pc:sldChg chg="ord">
        <pc:chgData name="Jeff DeRemer" userId="a37f3d2d141577c5" providerId="Windows Live" clId="Web-{440B02FF-CBA4-4939-A8C4-9DEDA1DD0B81}" dt="2023-07-23T17:46:45.746" v="498"/>
        <pc:sldMkLst>
          <pc:docMk/>
          <pc:sldMk cId="2746935985" sldId="280"/>
        </pc:sldMkLst>
      </pc:sldChg>
      <pc:sldChg chg="ord">
        <pc:chgData name="Jeff DeRemer" userId="a37f3d2d141577c5" providerId="Windows Live" clId="Web-{440B02FF-CBA4-4939-A8C4-9DEDA1DD0B81}" dt="2023-07-23T17:47:02.793" v="499"/>
        <pc:sldMkLst>
          <pc:docMk/>
          <pc:sldMk cId="1741603341" sldId="281"/>
        </pc:sldMkLst>
      </pc:sldChg>
      <pc:sldChg chg="ord">
        <pc:chgData name="Jeff DeRemer" userId="a37f3d2d141577c5" providerId="Windows Live" clId="Web-{440B02FF-CBA4-4939-A8C4-9DEDA1DD0B81}" dt="2023-07-23T17:47:32.498" v="503"/>
        <pc:sldMkLst>
          <pc:docMk/>
          <pc:sldMk cId="1861732289" sldId="283"/>
        </pc:sldMkLst>
      </pc:sldChg>
      <pc:sldChg chg="ord">
        <pc:chgData name="Jeff DeRemer" userId="a37f3d2d141577c5" providerId="Windows Live" clId="Web-{440B02FF-CBA4-4939-A8C4-9DEDA1DD0B81}" dt="2023-07-23T17:51:16.288" v="548"/>
        <pc:sldMkLst>
          <pc:docMk/>
          <pc:sldMk cId="1987841433" sldId="284"/>
        </pc:sldMkLst>
      </pc:sldChg>
      <pc:sldChg chg="ord">
        <pc:chgData name="Jeff DeRemer" userId="a37f3d2d141577c5" providerId="Windows Live" clId="Web-{440B02FF-CBA4-4939-A8C4-9DEDA1DD0B81}" dt="2023-07-23T17:56:54.942" v="627"/>
        <pc:sldMkLst>
          <pc:docMk/>
          <pc:sldMk cId="1112612059" sldId="285"/>
        </pc:sldMkLst>
      </pc:sldChg>
      <pc:sldChg chg="ord">
        <pc:chgData name="Jeff DeRemer" userId="a37f3d2d141577c5" providerId="Windows Live" clId="Web-{440B02FF-CBA4-4939-A8C4-9DEDA1DD0B81}" dt="2023-07-23T17:57:47.507" v="636"/>
        <pc:sldMkLst>
          <pc:docMk/>
          <pc:sldMk cId="2771794891" sldId="286"/>
        </pc:sldMkLst>
      </pc:sldChg>
      <pc:sldChg chg="ord">
        <pc:chgData name="Jeff DeRemer" userId="a37f3d2d141577c5" providerId="Windows Live" clId="Web-{440B02FF-CBA4-4939-A8C4-9DEDA1DD0B81}" dt="2023-07-23T17:54:07.514" v="567"/>
        <pc:sldMkLst>
          <pc:docMk/>
          <pc:sldMk cId="4209612668" sldId="287"/>
        </pc:sldMkLst>
      </pc:sldChg>
      <pc:sldChg chg="ord">
        <pc:chgData name="Jeff DeRemer" userId="a37f3d2d141577c5" providerId="Windows Live" clId="Web-{440B02FF-CBA4-4939-A8C4-9DEDA1DD0B81}" dt="2023-07-23T17:58:26.837" v="638"/>
        <pc:sldMkLst>
          <pc:docMk/>
          <pc:sldMk cId="1175048660" sldId="288"/>
        </pc:sldMkLst>
      </pc:sldChg>
      <pc:sldChg chg="modSp">
        <pc:chgData name="Jeff DeRemer" userId="a37f3d2d141577c5" providerId="Windows Live" clId="Web-{440B02FF-CBA4-4939-A8C4-9DEDA1DD0B81}" dt="2023-07-23T18:12:42.903" v="835" actId="20577"/>
        <pc:sldMkLst>
          <pc:docMk/>
          <pc:sldMk cId="4076531934" sldId="290"/>
        </pc:sldMkLst>
        <pc:spChg chg="mod">
          <ac:chgData name="Jeff DeRemer" userId="a37f3d2d141577c5" providerId="Windows Live" clId="Web-{440B02FF-CBA4-4939-A8C4-9DEDA1DD0B81}" dt="2023-07-23T18:12:42.903" v="835" actId="20577"/>
          <ac:spMkLst>
            <pc:docMk/>
            <pc:sldMk cId="4076531934" sldId="290"/>
            <ac:spMk id="3" creationId="{960B53B4-EA2F-EDEB-811E-08923203A428}"/>
          </ac:spMkLst>
        </pc:spChg>
      </pc:sldChg>
      <pc:sldChg chg="modSp ord">
        <pc:chgData name="Jeff DeRemer" userId="a37f3d2d141577c5" providerId="Windows Live" clId="Web-{440B02FF-CBA4-4939-A8C4-9DEDA1DD0B81}" dt="2023-07-23T17:54:35.249" v="584" actId="20577"/>
        <pc:sldMkLst>
          <pc:docMk/>
          <pc:sldMk cId="117291877" sldId="291"/>
        </pc:sldMkLst>
        <pc:spChg chg="mod">
          <ac:chgData name="Jeff DeRemer" userId="a37f3d2d141577c5" providerId="Windows Live" clId="Web-{440B02FF-CBA4-4939-A8C4-9DEDA1DD0B81}" dt="2023-07-23T17:54:35.249" v="584" actId="20577"/>
          <ac:spMkLst>
            <pc:docMk/>
            <pc:sldMk cId="117291877" sldId="291"/>
            <ac:spMk id="2" creationId="{7C7FA624-06C1-58CB-6EBF-6A6E06B55AA5}"/>
          </ac:spMkLst>
        </pc:spChg>
      </pc:sldChg>
      <pc:sldChg chg="modSp ord">
        <pc:chgData name="Jeff DeRemer" userId="a37f3d2d141577c5" providerId="Windows Live" clId="Web-{440B02FF-CBA4-4939-A8C4-9DEDA1DD0B81}" dt="2023-07-23T17:29:30.813" v="258" actId="20577"/>
        <pc:sldMkLst>
          <pc:docMk/>
          <pc:sldMk cId="2373186645" sldId="294"/>
        </pc:sldMkLst>
        <pc:spChg chg="mod">
          <ac:chgData name="Jeff DeRemer" userId="a37f3d2d141577c5" providerId="Windows Live" clId="Web-{440B02FF-CBA4-4939-A8C4-9DEDA1DD0B81}" dt="2023-07-23T17:29:30.813" v="258" actId="20577"/>
          <ac:spMkLst>
            <pc:docMk/>
            <pc:sldMk cId="2373186645" sldId="294"/>
            <ac:spMk id="2" creationId="{B2222F7C-0144-814E-2BAD-01A1646151D4}"/>
          </ac:spMkLst>
        </pc:spChg>
      </pc:sldChg>
      <pc:sldChg chg="modSp">
        <pc:chgData name="Jeff DeRemer" userId="a37f3d2d141577c5" providerId="Windows Live" clId="Web-{440B02FF-CBA4-4939-A8C4-9DEDA1DD0B81}" dt="2023-07-23T18:14:05.594" v="865" actId="20577"/>
        <pc:sldMkLst>
          <pc:docMk/>
          <pc:sldMk cId="3257431584" sldId="296"/>
        </pc:sldMkLst>
        <pc:spChg chg="mod">
          <ac:chgData name="Jeff DeRemer" userId="a37f3d2d141577c5" providerId="Windows Live" clId="Web-{440B02FF-CBA4-4939-A8C4-9DEDA1DD0B81}" dt="2023-07-23T18:14:05.594" v="865" actId="20577"/>
          <ac:spMkLst>
            <pc:docMk/>
            <pc:sldMk cId="3257431584" sldId="296"/>
            <ac:spMk id="3" creationId="{796CF47D-9B0B-ECCF-6644-4B8820451995}"/>
          </ac:spMkLst>
        </pc:spChg>
      </pc:sldChg>
      <pc:sldChg chg="modSp">
        <pc:chgData name="Jeff DeRemer" userId="a37f3d2d141577c5" providerId="Windows Live" clId="Web-{440B02FF-CBA4-4939-A8C4-9DEDA1DD0B81}" dt="2023-07-23T18:14:39.345" v="870" actId="20577"/>
        <pc:sldMkLst>
          <pc:docMk/>
          <pc:sldMk cId="3916907533" sldId="297"/>
        </pc:sldMkLst>
        <pc:spChg chg="mod">
          <ac:chgData name="Jeff DeRemer" userId="a37f3d2d141577c5" providerId="Windows Live" clId="Web-{440B02FF-CBA4-4939-A8C4-9DEDA1DD0B81}" dt="2023-07-23T17:15:50.983" v="38" actId="20577"/>
          <ac:spMkLst>
            <pc:docMk/>
            <pc:sldMk cId="3916907533" sldId="297"/>
            <ac:spMk id="2" creationId="{5A685380-2386-9E47-2E6D-53289BC316F1}"/>
          </ac:spMkLst>
        </pc:spChg>
        <pc:spChg chg="mod">
          <ac:chgData name="Jeff DeRemer" userId="a37f3d2d141577c5" providerId="Windows Live" clId="Web-{440B02FF-CBA4-4939-A8C4-9DEDA1DD0B81}" dt="2023-07-23T18:14:39.345" v="870" actId="20577"/>
          <ac:spMkLst>
            <pc:docMk/>
            <pc:sldMk cId="3916907533" sldId="297"/>
            <ac:spMk id="3" creationId="{44445D3B-2A71-A9CA-450D-9A629D66162C}"/>
          </ac:spMkLst>
        </pc:spChg>
      </pc:sldChg>
      <pc:sldChg chg="modSp">
        <pc:chgData name="Jeff DeRemer" userId="a37f3d2d141577c5" providerId="Windows Live" clId="Web-{440B02FF-CBA4-4939-A8C4-9DEDA1DD0B81}" dt="2023-07-23T17:24:14.597" v="161" actId="20577"/>
        <pc:sldMkLst>
          <pc:docMk/>
          <pc:sldMk cId="4013399894" sldId="298"/>
        </pc:sldMkLst>
        <pc:spChg chg="mod">
          <ac:chgData name="Jeff DeRemer" userId="a37f3d2d141577c5" providerId="Windows Live" clId="Web-{440B02FF-CBA4-4939-A8C4-9DEDA1DD0B81}" dt="2023-07-23T17:24:14.597" v="161" actId="20577"/>
          <ac:spMkLst>
            <pc:docMk/>
            <pc:sldMk cId="4013399894" sldId="298"/>
            <ac:spMk id="2" creationId="{9FC04FDF-F6C6-A102-AAE8-320D1538DF86}"/>
          </ac:spMkLst>
        </pc:spChg>
      </pc:sldChg>
      <pc:sldChg chg="modSp ord">
        <pc:chgData name="Jeff DeRemer" userId="a37f3d2d141577c5" providerId="Windows Live" clId="Web-{440B02FF-CBA4-4939-A8C4-9DEDA1DD0B81}" dt="2023-07-23T17:41:17.732" v="420"/>
        <pc:sldMkLst>
          <pc:docMk/>
          <pc:sldMk cId="1935756779" sldId="305"/>
        </pc:sldMkLst>
        <pc:spChg chg="mod">
          <ac:chgData name="Jeff DeRemer" userId="a37f3d2d141577c5" providerId="Windows Live" clId="Web-{440B02FF-CBA4-4939-A8C4-9DEDA1DD0B81}" dt="2023-07-23T17:41:17.592" v="419" actId="20577"/>
          <ac:spMkLst>
            <pc:docMk/>
            <pc:sldMk cId="1935756779" sldId="305"/>
            <ac:spMk id="2" creationId="{3ACE7FED-C200-7B67-3E02-882BF64E67DD}"/>
          </ac:spMkLst>
        </pc:spChg>
      </pc:sldChg>
      <pc:sldChg chg="ord">
        <pc:chgData name="Jeff DeRemer" userId="a37f3d2d141577c5" providerId="Windows Live" clId="Web-{440B02FF-CBA4-4939-A8C4-9DEDA1DD0B81}" dt="2023-07-23T17:52:52.745" v="558"/>
        <pc:sldMkLst>
          <pc:docMk/>
          <pc:sldMk cId="3166782752" sldId="306"/>
        </pc:sldMkLst>
      </pc:sldChg>
      <pc:sldChg chg="modSp ord">
        <pc:chgData name="Jeff DeRemer" userId="a37f3d2d141577c5" providerId="Windows Live" clId="Web-{440B02FF-CBA4-4939-A8C4-9DEDA1DD0B81}" dt="2023-07-23T18:15:28.253" v="878" actId="20577"/>
        <pc:sldMkLst>
          <pc:docMk/>
          <pc:sldMk cId="3630277452" sldId="309"/>
        </pc:sldMkLst>
        <pc:spChg chg="mod">
          <ac:chgData name="Jeff DeRemer" userId="a37f3d2d141577c5" providerId="Windows Live" clId="Web-{440B02FF-CBA4-4939-A8C4-9DEDA1DD0B81}" dt="2023-07-23T17:17:36.440" v="56" actId="20577"/>
          <ac:spMkLst>
            <pc:docMk/>
            <pc:sldMk cId="3630277452" sldId="309"/>
            <ac:spMk id="2" creationId="{143E2224-8D2A-9674-3AB7-C33CFCD589D7}"/>
          </ac:spMkLst>
        </pc:spChg>
        <pc:spChg chg="mod">
          <ac:chgData name="Jeff DeRemer" userId="a37f3d2d141577c5" providerId="Windows Live" clId="Web-{440B02FF-CBA4-4939-A8C4-9DEDA1DD0B81}" dt="2023-07-23T18:15:28.253" v="878" actId="20577"/>
          <ac:spMkLst>
            <pc:docMk/>
            <pc:sldMk cId="3630277452" sldId="309"/>
            <ac:spMk id="3" creationId="{667CAB59-D103-80B2-8972-BA950EE5CE80}"/>
          </ac:spMkLst>
        </pc:spChg>
      </pc:sldChg>
      <pc:sldChg chg="ord">
        <pc:chgData name="Jeff DeRemer" userId="a37f3d2d141577c5" providerId="Windows Live" clId="Web-{440B02FF-CBA4-4939-A8C4-9DEDA1DD0B81}" dt="2023-07-23T17:13:30.336" v="7"/>
        <pc:sldMkLst>
          <pc:docMk/>
          <pc:sldMk cId="2940824636" sldId="310"/>
        </pc:sldMkLst>
      </pc:sldChg>
      <pc:sldChg chg="del">
        <pc:chgData name="Jeff DeRemer" userId="a37f3d2d141577c5" providerId="Windows Live" clId="Web-{440B02FF-CBA4-4939-A8C4-9DEDA1DD0B81}" dt="2023-07-23T17:20:55.776" v="96"/>
        <pc:sldMkLst>
          <pc:docMk/>
          <pc:sldMk cId="919761700" sldId="311"/>
        </pc:sldMkLst>
      </pc:sldChg>
      <pc:sldChg chg="modSp">
        <pc:chgData name="Jeff DeRemer" userId="a37f3d2d141577c5" providerId="Windows Live" clId="Web-{440B02FF-CBA4-4939-A8C4-9DEDA1DD0B81}" dt="2023-07-23T18:12:09.808" v="828" actId="20577"/>
        <pc:sldMkLst>
          <pc:docMk/>
          <pc:sldMk cId="588049691" sldId="314"/>
        </pc:sldMkLst>
        <pc:spChg chg="mod">
          <ac:chgData name="Jeff DeRemer" userId="a37f3d2d141577c5" providerId="Windows Live" clId="Web-{440B02FF-CBA4-4939-A8C4-9DEDA1DD0B81}" dt="2023-07-23T18:12:09.808" v="828" actId="20577"/>
          <ac:spMkLst>
            <pc:docMk/>
            <pc:sldMk cId="588049691" sldId="314"/>
            <ac:spMk id="2" creationId="{155F2CC8-9572-2144-062B-FABFE70C4A2C}"/>
          </ac:spMkLst>
        </pc:spChg>
        <pc:spChg chg="mod">
          <ac:chgData name="Jeff DeRemer" userId="a37f3d2d141577c5" providerId="Windows Live" clId="Web-{440B02FF-CBA4-4939-A8C4-9DEDA1DD0B81}" dt="2023-07-23T18:11:51.166" v="810" actId="20577"/>
          <ac:spMkLst>
            <pc:docMk/>
            <pc:sldMk cId="588049691" sldId="314"/>
            <ac:spMk id="3" creationId="{8AED796B-6634-4BD1-1D8D-60652409EDCF}"/>
          </ac:spMkLst>
        </pc:spChg>
      </pc:sldChg>
      <pc:sldChg chg="addSp delSp modSp new mod ord modClrScheme chgLayout">
        <pc:chgData name="Jeff DeRemer" userId="a37f3d2d141577c5" providerId="Windows Live" clId="Web-{440B02FF-CBA4-4939-A8C4-9DEDA1DD0B81}" dt="2023-07-23T18:01:11.250" v="726" actId="20577"/>
        <pc:sldMkLst>
          <pc:docMk/>
          <pc:sldMk cId="915020623" sldId="317"/>
        </pc:sldMkLst>
        <pc:spChg chg="mod ord">
          <ac:chgData name="Jeff DeRemer" userId="a37f3d2d141577c5" providerId="Windows Live" clId="Web-{440B02FF-CBA4-4939-A8C4-9DEDA1DD0B81}" dt="2023-07-23T17:25:22.287" v="176"/>
          <ac:spMkLst>
            <pc:docMk/>
            <pc:sldMk cId="915020623" sldId="317"/>
            <ac:spMk id="2" creationId="{65F11939-1EC1-1BF3-B0E1-3440CBC1F3D3}"/>
          </ac:spMkLst>
        </pc:spChg>
        <pc:spChg chg="mod ord">
          <ac:chgData name="Jeff DeRemer" userId="a37f3d2d141577c5" providerId="Windows Live" clId="Web-{440B02FF-CBA4-4939-A8C4-9DEDA1DD0B81}" dt="2023-07-23T18:01:11.250" v="726" actId="20577"/>
          <ac:spMkLst>
            <pc:docMk/>
            <pc:sldMk cId="915020623" sldId="317"/>
            <ac:spMk id="3" creationId="{594954C9-A707-69B0-D235-57E16BE68174}"/>
          </ac:spMkLst>
        </pc:spChg>
        <pc:spChg chg="mod ord">
          <ac:chgData name="Jeff DeRemer" userId="a37f3d2d141577c5" providerId="Windows Live" clId="Web-{440B02FF-CBA4-4939-A8C4-9DEDA1DD0B81}" dt="2023-07-23T17:25:22.287" v="176"/>
          <ac:spMkLst>
            <pc:docMk/>
            <pc:sldMk cId="915020623" sldId="317"/>
            <ac:spMk id="4" creationId="{A30A0D4B-262E-1FE0-1C19-F059B8114511}"/>
          </ac:spMkLst>
        </pc:spChg>
        <pc:spChg chg="mod ord">
          <ac:chgData name="Jeff DeRemer" userId="a37f3d2d141577c5" providerId="Windows Live" clId="Web-{440B02FF-CBA4-4939-A8C4-9DEDA1DD0B81}" dt="2023-07-23T17:25:22.287" v="176"/>
          <ac:spMkLst>
            <pc:docMk/>
            <pc:sldMk cId="915020623" sldId="317"/>
            <ac:spMk id="5" creationId="{9C47F7B9-CF6A-1293-C0A9-1561EF7BAA02}"/>
          </ac:spMkLst>
        </pc:spChg>
        <pc:spChg chg="add del mod ord">
          <ac:chgData name="Jeff DeRemer" userId="a37f3d2d141577c5" providerId="Windows Live" clId="Web-{440B02FF-CBA4-4939-A8C4-9DEDA1DD0B81}" dt="2023-07-23T17:25:33.663" v="177"/>
          <ac:spMkLst>
            <pc:docMk/>
            <pc:sldMk cId="915020623" sldId="317"/>
            <ac:spMk id="6" creationId="{0959453F-8CCD-A679-ADE0-7912AC98EEF8}"/>
          </ac:spMkLst>
        </pc:spChg>
        <pc:spChg chg="add del mod ord">
          <ac:chgData name="Jeff DeRemer" userId="a37f3d2d141577c5" providerId="Windows Live" clId="Web-{440B02FF-CBA4-4939-A8C4-9DEDA1DD0B81}" dt="2023-07-23T17:26:03.836" v="180"/>
          <ac:spMkLst>
            <pc:docMk/>
            <pc:sldMk cId="915020623" sldId="317"/>
            <ac:spMk id="7" creationId="{3C9FB7BD-BE21-C958-DBAF-9AE861477C1A}"/>
          </ac:spMkLst>
        </pc:spChg>
        <pc:spChg chg="add mod ord">
          <ac:chgData name="Jeff DeRemer" userId="a37f3d2d141577c5" providerId="Windows Live" clId="Web-{440B02FF-CBA4-4939-A8C4-9DEDA1DD0B81}" dt="2023-07-23T18:01:01.343" v="724" actId="20577"/>
          <ac:spMkLst>
            <pc:docMk/>
            <pc:sldMk cId="915020623" sldId="317"/>
            <ac:spMk id="8" creationId="{3938B658-D021-35F9-6892-A3ED33D1AD8C}"/>
          </ac:spMkLst>
        </pc:spChg>
      </pc:sldChg>
    </pc:docChg>
  </pc:docChgLst>
  <pc:docChgLst>
    <pc:chgData name="Jeff DeRemer" userId="a37f3d2d141577c5" providerId="Windows Live" clId="Web-{78709633-10D0-46A9-B600-506D0A837346}"/>
    <pc:docChg chg="addSld modSld sldOrd modSection">
      <pc:chgData name="Jeff DeRemer" userId="a37f3d2d141577c5" providerId="Windows Live" clId="Web-{78709633-10D0-46A9-B600-506D0A837346}" dt="2023-09-01T19:50:15.938" v="312"/>
      <pc:docMkLst>
        <pc:docMk/>
      </pc:docMkLst>
      <pc:sldChg chg="ord">
        <pc:chgData name="Jeff DeRemer" userId="a37f3d2d141577c5" providerId="Windows Live" clId="Web-{78709633-10D0-46A9-B600-506D0A837346}" dt="2023-09-01T19:50:15.938" v="312"/>
        <pc:sldMkLst>
          <pc:docMk/>
          <pc:sldMk cId="3056689765" sldId="293"/>
        </pc:sldMkLst>
      </pc:sldChg>
      <pc:sldChg chg="modSp">
        <pc:chgData name="Jeff DeRemer" userId="a37f3d2d141577c5" providerId="Windows Live" clId="Web-{78709633-10D0-46A9-B600-506D0A837346}" dt="2023-09-01T19:48:46.809" v="311" actId="20577"/>
        <pc:sldMkLst>
          <pc:docMk/>
          <pc:sldMk cId="588049691" sldId="314"/>
        </pc:sldMkLst>
        <pc:spChg chg="mod">
          <ac:chgData name="Jeff DeRemer" userId="a37f3d2d141577c5" providerId="Windows Live" clId="Web-{78709633-10D0-46A9-B600-506D0A837346}" dt="2023-09-01T19:34:37.575" v="49" actId="20577"/>
          <ac:spMkLst>
            <pc:docMk/>
            <pc:sldMk cId="588049691" sldId="314"/>
            <ac:spMk id="2" creationId="{155F2CC8-9572-2144-062B-FABFE70C4A2C}"/>
          </ac:spMkLst>
        </pc:spChg>
        <pc:spChg chg="mod">
          <ac:chgData name="Jeff DeRemer" userId="a37f3d2d141577c5" providerId="Windows Live" clId="Web-{78709633-10D0-46A9-B600-506D0A837346}" dt="2023-09-01T19:48:46.809" v="311" actId="20577"/>
          <ac:spMkLst>
            <pc:docMk/>
            <pc:sldMk cId="588049691" sldId="314"/>
            <ac:spMk id="3" creationId="{8AED796B-6634-4BD1-1D8D-60652409EDCF}"/>
          </ac:spMkLst>
        </pc:spChg>
      </pc:sldChg>
      <pc:sldChg chg="modSp">
        <pc:chgData name="Jeff DeRemer" userId="a37f3d2d141577c5" providerId="Windows Live" clId="Web-{78709633-10D0-46A9-B600-506D0A837346}" dt="2023-09-01T19:36:33.407" v="116" actId="20577"/>
        <pc:sldMkLst>
          <pc:docMk/>
          <pc:sldMk cId="2417779818" sldId="319"/>
        </pc:sldMkLst>
        <pc:spChg chg="mod">
          <ac:chgData name="Jeff DeRemer" userId="a37f3d2d141577c5" providerId="Windows Live" clId="Web-{78709633-10D0-46A9-B600-506D0A837346}" dt="2023-09-01T19:36:33.407" v="116" actId="20577"/>
          <ac:spMkLst>
            <pc:docMk/>
            <pc:sldMk cId="2417779818" sldId="319"/>
            <ac:spMk id="3" creationId="{12EED0E7-EAC5-B55A-2374-3C8714688BAE}"/>
          </ac:spMkLst>
        </pc:spChg>
      </pc:sldChg>
      <pc:sldChg chg="modSp new">
        <pc:chgData name="Jeff DeRemer" userId="a37f3d2d141577c5" providerId="Windows Live" clId="Web-{78709633-10D0-46A9-B600-506D0A837346}" dt="2023-09-01T19:42:06.904" v="232" actId="20577"/>
        <pc:sldMkLst>
          <pc:docMk/>
          <pc:sldMk cId="1363589781" sldId="320"/>
        </pc:sldMkLst>
        <pc:spChg chg="mod">
          <ac:chgData name="Jeff DeRemer" userId="a37f3d2d141577c5" providerId="Windows Live" clId="Web-{78709633-10D0-46A9-B600-506D0A837346}" dt="2023-09-01T19:42:06.904" v="232" actId="20577"/>
          <ac:spMkLst>
            <pc:docMk/>
            <pc:sldMk cId="1363589781" sldId="320"/>
            <ac:spMk id="2" creationId="{07EF102E-E259-88DD-3AD0-39AA23C1E14E}"/>
          </ac:spMkLst>
        </pc:spChg>
        <pc:spChg chg="mod">
          <ac:chgData name="Jeff DeRemer" userId="a37f3d2d141577c5" providerId="Windows Live" clId="Web-{78709633-10D0-46A9-B600-506D0A837346}" dt="2023-09-01T19:39:57.430" v="226" actId="20577"/>
          <ac:spMkLst>
            <pc:docMk/>
            <pc:sldMk cId="1363589781" sldId="320"/>
            <ac:spMk id="3" creationId="{C04151B2-B1AD-2D0C-5740-3000E828F1A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9/3/2023</a:t>
            </a:fld>
            <a:endParaRPr lang="en-US"/>
          </a:p>
        </p:txBody>
      </p:sp>
      <p:sp>
        <p:nvSpPr>
          <p:cNvPr id="8" name="Footer Placeholder 7"/>
          <p:cNvSpPr>
            <a:spLocks noGrp="1"/>
          </p:cNvSpPr>
          <p:nvPr>
            <p:ph type="ftr" sz="quarter" idx="11"/>
          </p:nvPr>
        </p:nvSpPr>
        <p:spPr/>
        <p:txBody>
          <a:bodyPr/>
          <a:lstStyle/>
          <a:p>
            <a:r>
              <a:rPr lang="en-US"/>
              <a:t>Copyright 2023 - Charon Software - All Rights Reserved </a:t>
            </a:r>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9/3/2023</a:t>
            </a:fld>
            <a:endParaRPr lang="en-US"/>
          </a:p>
        </p:txBody>
      </p:sp>
      <p:sp>
        <p:nvSpPr>
          <p:cNvPr id="4" name="Footer Placeholder 3"/>
          <p:cNvSpPr>
            <a:spLocks noGrp="1"/>
          </p:cNvSpPr>
          <p:nvPr>
            <p:ph type="ftr" sz="quarter" idx="11"/>
          </p:nvPr>
        </p:nvSpPr>
        <p:spPr/>
        <p:txBody>
          <a:bodyPr/>
          <a:lstStyle/>
          <a:p>
            <a:r>
              <a:rPr lang="en-US"/>
              <a:t>Copyright 2023 - Charon Software - All Rights Reserved </a:t>
            </a:r>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9/3/2023</a:t>
            </a:fld>
            <a:endParaRPr lang="en-US"/>
          </a:p>
        </p:txBody>
      </p:sp>
      <p:sp>
        <p:nvSpPr>
          <p:cNvPr id="3" name="Footer Placeholder 2"/>
          <p:cNvSpPr>
            <a:spLocks noGrp="1"/>
          </p:cNvSpPr>
          <p:nvPr>
            <p:ph type="ftr" sz="quarter" idx="11"/>
          </p:nvPr>
        </p:nvSpPr>
        <p:spPr/>
        <p:txBody>
          <a:bodyPr/>
          <a:lstStyle/>
          <a:p>
            <a:r>
              <a:rPr lang="en-US"/>
              <a:t>Copyright 2023 - Charon Software - All Rights Reserved </a:t>
            </a:r>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9/3/2023</a:t>
            </a:fld>
            <a:endParaRPr lang="en-US"/>
          </a:p>
        </p:txBody>
      </p:sp>
      <p:sp>
        <p:nvSpPr>
          <p:cNvPr id="6" name="Footer Placeholder 5"/>
          <p:cNvSpPr>
            <a:spLocks noGrp="1"/>
          </p:cNvSpPr>
          <p:nvPr>
            <p:ph type="ftr" sz="quarter" idx="11"/>
          </p:nvPr>
        </p:nvSpPr>
        <p:spPr/>
        <p:txBody>
          <a:bodyPr/>
          <a:lstStyle/>
          <a:p>
            <a:r>
              <a:rPr lang="en-US"/>
              <a:t>Copyright 2023 - Charon Software - All Rights Reserved </a:t>
            </a:r>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9/3/2023</a:t>
            </a:fld>
            <a:endParaRPr lang="en-US"/>
          </a:p>
        </p:txBody>
      </p:sp>
      <p:sp>
        <p:nvSpPr>
          <p:cNvPr id="5" name="Footer Placeholder 4"/>
          <p:cNvSpPr>
            <a:spLocks noGrp="1"/>
          </p:cNvSpPr>
          <p:nvPr>
            <p:ph type="ftr" sz="quarter" idx="11"/>
          </p:nvPr>
        </p:nvSpPr>
        <p:spPr/>
        <p:txBody>
          <a:bodyPr/>
          <a:lstStyle/>
          <a:p>
            <a:r>
              <a:rPr lang="en-US"/>
              <a:t>Copyright 2023 - Charon Software - All Rights Reserved </a:t>
            </a:r>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9/3/2023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Copyright 2023 - Charon Software - All Rights Reserved </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www.youtube.com/watch?v=epbOHloSpZM" TargetMode="External"/><Relationship Id="rId2" Type="http://schemas.openxmlformats.org/officeDocument/2006/relationships/hyperlink" Target="https://www.youtube.com/watch?v=G5uamDMoW4o"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mdb.com/title/tt0119081/" TargetMode="External"/><Relationship Id="rId2" Type="http://schemas.openxmlformats.org/officeDocument/2006/relationships/hyperlink" Target="https://www.space.com/31933-quantum-entanglement-action-at-a-distance.html#:~:text=Quantum%20entanglement%20is%20when%20two,Their%20state%20remains%20the%20sam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0C638-C474-1CE3-229C-BD4CC1159026}"/>
              </a:ext>
            </a:extLst>
          </p:cNvPr>
          <p:cNvSpPr>
            <a:spLocks noGrp="1"/>
          </p:cNvSpPr>
          <p:nvPr>
            <p:ph type="title"/>
          </p:nvPr>
        </p:nvSpPr>
        <p:spPr/>
        <p:txBody>
          <a:bodyPr/>
          <a:lstStyle/>
          <a:p>
            <a:r>
              <a:rPr lang="en-US">
                <a:ea typeface="Calibri Light"/>
                <a:cs typeface="Calibri Light"/>
              </a:rPr>
              <a:t>"A Case for Weirdoes" … ?  :)</a:t>
            </a:r>
            <a:endParaRPr lang="en-US"/>
          </a:p>
        </p:txBody>
      </p:sp>
      <p:sp>
        <p:nvSpPr>
          <p:cNvPr id="3" name="Content Placeholder 2">
            <a:extLst>
              <a:ext uri="{FF2B5EF4-FFF2-40B4-BE49-F238E27FC236}">
                <a16:creationId xmlns:a16="http://schemas.microsoft.com/office/drawing/2014/main" id="{A1E87770-01A5-B22D-9FD5-4D43730A2611}"/>
              </a:ext>
            </a:extLst>
          </p:cNvPr>
          <p:cNvSpPr>
            <a:spLocks noGrp="1"/>
          </p:cNvSpPr>
          <p:nvPr>
            <p:ph idx="1"/>
          </p:nvPr>
        </p:nvSpPr>
        <p:spPr/>
        <p:txBody>
          <a:bodyPr vert="horz" lIns="91440" tIns="45720" rIns="91440" bIns="45720" rtlCol="0" anchor="t">
            <a:normAutofit fontScale="70000" lnSpcReduction="20000"/>
          </a:bodyPr>
          <a:lstStyle/>
          <a:p>
            <a:r>
              <a:rPr lang="en-US">
                <a:ea typeface="Calibri"/>
                <a:cs typeface="Calibri"/>
              </a:rPr>
              <a:t>Don't know how much of a 'thing' this actually is .. hopefully it isn't .. </a:t>
            </a:r>
          </a:p>
          <a:p>
            <a:r>
              <a:rPr lang="en-US">
                <a:ea typeface="Calibri"/>
                <a:cs typeface="Calibri"/>
              </a:rPr>
              <a:t>I am tired of sitting in the back, heads-down, never speaking, never being heard, because I know -- I know, I know -- I am weird. It sometimes – honestly – feels as though I speak some different language. in my life; I've had several friends that could "get" me .. but a much higher proportion of people for whom I am unpalatable</a:t>
            </a:r>
            <a:endParaRPr lang="en-US"/>
          </a:p>
          <a:p>
            <a:r>
              <a:rPr lang="en-US">
                <a:ea typeface="Calibri"/>
                <a:cs typeface="Calibri"/>
              </a:rPr>
              <a:t>I accept that. That's my burden to bear, not any of theirs. Their opinions are 100% valid. </a:t>
            </a:r>
          </a:p>
          <a:p>
            <a:r>
              <a:rPr lang="en-US">
                <a:ea typeface="Calibri"/>
                <a:cs typeface="Calibri"/>
              </a:rPr>
              <a:t>But – we state right up front – my "inner team" is probably going to need to be people who've dealt with eccentric weirdos for whom "typical | normal" emotion processing isn't always going to come out the ways you may expect from "normal" people.. </a:t>
            </a:r>
          </a:p>
          <a:p>
            <a:r>
              <a:rPr lang="en-US">
                <a:ea typeface="Calibri"/>
                <a:cs typeface="Calibri"/>
              </a:rPr>
              <a:t>I see an entire world filled with leaders who are polished. If it's up to me -- I am on the lookout for other weirdoes. Other odd cases. The quiet ones. As long as your one and only (or at least "primary") agenda item is to join me on this march toward flying cars, space elevators, space ports, and boats on other planets; you're not "weird" to me!</a:t>
            </a:r>
          </a:p>
          <a:p>
            <a:r>
              <a:rPr lang="en-US">
                <a:ea typeface="Calibri"/>
                <a:cs typeface="Calibri"/>
              </a:rPr>
              <a:t>To be clear.. I know most people </a:t>
            </a:r>
            <a:r>
              <a:rPr lang="en-US" err="1">
                <a:ea typeface="Calibri"/>
                <a:cs typeface="Calibri"/>
              </a:rPr>
              <a:t>kinda</a:t>
            </a:r>
            <a:r>
              <a:rPr lang="en-US">
                <a:ea typeface="Calibri"/>
                <a:cs typeface="Calibri"/>
              </a:rPr>
              <a:t> expect the polish &amp; the pageantry.. That just isn't me. Not going to apologize. I am on the lookout for the best of those folks, yes. But also I want to maintain hold on direction. </a:t>
            </a:r>
          </a:p>
        </p:txBody>
      </p:sp>
      <p:sp>
        <p:nvSpPr>
          <p:cNvPr id="5" name="Slide Number Placeholder 4">
            <a:extLst>
              <a:ext uri="{FF2B5EF4-FFF2-40B4-BE49-F238E27FC236}">
                <a16:creationId xmlns:a16="http://schemas.microsoft.com/office/drawing/2014/main" id="{4A6CE72B-906C-FAEC-E850-9F8CEDE6E519}"/>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4" name="Footer Placeholder 3">
            <a:extLst>
              <a:ext uri="{FF2B5EF4-FFF2-40B4-BE49-F238E27FC236}">
                <a16:creationId xmlns:a16="http://schemas.microsoft.com/office/drawing/2014/main" id="{B30F8FA8-3F1E-F3AE-D55F-2890DE78AF04}"/>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9469007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E2DFA1-3C3D-57F5-E7EB-A45F698F1FE9}"/>
              </a:ext>
            </a:extLst>
          </p:cNvPr>
          <p:cNvSpPr>
            <a:spLocks noGrp="1"/>
          </p:cNvSpPr>
          <p:nvPr>
            <p:ph type="title"/>
          </p:nvPr>
        </p:nvSpPr>
        <p:spPr/>
        <p:txBody>
          <a:bodyPr/>
          <a:lstStyle/>
          <a:p>
            <a:r>
              <a:rPr lang="en-US">
                <a:cs typeface="Calibri Light"/>
              </a:rPr>
              <a:t>Something to Believe In</a:t>
            </a:r>
            <a:endParaRPr lang="en-US"/>
          </a:p>
        </p:txBody>
      </p:sp>
      <p:sp>
        <p:nvSpPr>
          <p:cNvPr id="3" name="Content Placeholder 2">
            <a:extLst>
              <a:ext uri="{FF2B5EF4-FFF2-40B4-BE49-F238E27FC236}">
                <a16:creationId xmlns:a16="http://schemas.microsoft.com/office/drawing/2014/main" id="{2F937BE4-4929-16C4-8E4A-1D00330A31F8}"/>
              </a:ext>
            </a:extLst>
          </p:cNvPr>
          <p:cNvSpPr>
            <a:spLocks noGrp="1"/>
          </p:cNvSpPr>
          <p:nvPr>
            <p:ph idx="1"/>
          </p:nvPr>
        </p:nvSpPr>
        <p:spPr/>
        <p:txBody>
          <a:bodyPr vert="horz" lIns="91440" tIns="45720" rIns="91440" bIns="45720" rtlCol="0" anchor="t">
            <a:normAutofit fontScale="47500" lnSpcReduction="20000"/>
          </a:bodyPr>
          <a:lstStyle/>
          <a:p>
            <a:r>
              <a:rPr lang="en-US">
                <a:cs typeface="Calibri"/>
              </a:rPr>
              <a:t>Queue the </a:t>
            </a:r>
            <a:r>
              <a:rPr lang="en-US">
                <a:cs typeface="Calibri"/>
                <a:hlinkClick r:id="rId2"/>
              </a:rPr>
              <a:t>80s monster-ballad by Poison</a:t>
            </a:r>
            <a:endParaRPr lang="en-US">
              <a:cs typeface="Calibri"/>
            </a:endParaRPr>
          </a:p>
          <a:p>
            <a:r>
              <a:rPr lang="en-US">
                <a:ea typeface="Calibri"/>
                <a:cs typeface="Calibri"/>
              </a:rPr>
              <a:t>If you're half as frustrated with the world of today as I am - I hear you!</a:t>
            </a:r>
          </a:p>
          <a:p>
            <a:pPr lvl="1"/>
            <a:r>
              <a:rPr lang="en-US">
                <a:cs typeface="Calibri"/>
              </a:rPr>
              <a:t>I don't care about "Next Year's Model Line Up" of ANY car maker (no offense – we are going to work on that with Partnerships!) </a:t>
            </a:r>
            <a:endParaRPr lang="en-US">
              <a:ea typeface="Calibri"/>
              <a:cs typeface="Calibri"/>
            </a:endParaRPr>
          </a:p>
          <a:p>
            <a:pPr lvl="1"/>
            <a:r>
              <a:rPr lang="en-US">
                <a:cs typeface="Calibri"/>
              </a:rPr>
              <a:t>I don't care about ANY "Coming Soon!" Sign with another McDonalds / Starbucks </a:t>
            </a:r>
          </a:p>
          <a:p>
            <a:pPr lvl="1"/>
            <a:r>
              <a:rPr lang="en-US">
                <a:cs typeface="Calibri"/>
              </a:rPr>
              <a:t>I don't want any more </a:t>
            </a:r>
            <a:r>
              <a:rPr lang="en-US">
                <a:cs typeface="Calibri"/>
                <a:hlinkClick r:id="rId3"/>
              </a:rPr>
              <a:t>Signs</a:t>
            </a:r>
            <a:r>
              <a:rPr lang="en-US">
                <a:cs typeface="Calibri"/>
              </a:rPr>
              <a:t>, power poles, asphalt, concrete. As much nature as I can get; that’s the goal. Can't </a:t>
            </a:r>
            <a:r>
              <a:rPr lang="en-US" i="1">
                <a:cs typeface="Calibri"/>
              </a:rPr>
              <a:t>All</a:t>
            </a:r>
            <a:r>
              <a:rPr lang="en-US">
                <a:cs typeface="Calibri"/>
              </a:rPr>
              <a:t> be nature – but we can work toward </a:t>
            </a:r>
            <a:r>
              <a:rPr lang="en-US" i="1">
                <a:cs typeface="Calibri"/>
              </a:rPr>
              <a:t>Most</a:t>
            </a:r>
            <a:endParaRPr lang="en-US" i="1">
              <a:ea typeface="Calibri"/>
              <a:cs typeface="Calibri"/>
            </a:endParaRPr>
          </a:p>
          <a:p>
            <a:pPr lvl="1"/>
            <a:r>
              <a:rPr lang="en-US">
                <a:cs typeface="Calibri"/>
              </a:rPr>
              <a:t>In fact – it often feels like there's more parts of the world of today that I don't like, very little that I do</a:t>
            </a:r>
          </a:p>
          <a:p>
            <a:r>
              <a:rPr lang="en-US">
                <a:cs typeface="Calibri"/>
              </a:rPr>
              <a:t>What would I change...? </a:t>
            </a:r>
          </a:p>
          <a:p>
            <a:pPr lvl="1"/>
            <a:r>
              <a:rPr lang="en-US">
                <a:cs typeface="Calibri"/>
              </a:rPr>
              <a:t>2 mph ride through the park, connected at high speed, but otherwise virtually no signs of humanity</a:t>
            </a:r>
            <a:endParaRPr lang="en-US">
              <a:ea typeface="Calibri"/>
              <a:cs typeface="Calibri"/>
            </a:endParaRPr>
          </a:p>
          <a:p>
            <a:pPr lvl="1"/>
            <a:r>
              <a:rPr lang="en-US">
                <a:cs typeface="Calibri"/>
              </a:rPr>
              <a:t>Meals, Work, Vacations, Pods, GLIDERS, Flying Cars, Floating Yachts .. so many things that are not accessible to any but a few, today </a:t>
            </a:r>
          </a:p>
          <a:p>
            <a:pPr lvl="1"/>
            <a:r>
              <a:rPr lang="en-US">
                <a:cs typeface="Calibri"/>
              </a:rPr>
              <a:t>What is there like that today? Mudslinging.. because politics has us all shell-shocked </a:t>
            </a:r>
          </a:p>
          <a:p>
            <a:r>
              <a:rPr lang="en-US">
                <a:cs typeface="Calibri"/>
              </a:rPr>
              <a:t>Some things that have been played out;</a:t>
            </a:r>
          </a:p>
          <a:p>
            <a:pPr lvl="1"/>
            <a:r>
              <a:rPr lang="en-US">
                <a:cs typeface="Calibri"/>
              </a:rPr>
              <a:t>Today's Theme Parks. (no offense to any of them, even less to the people who go to them!)</a:t>
            </a:r>
          </a:p>
          <a:p>
            <a:pPr lvl="1"/>
            <a:r>
              <a:rPr lang="en-US">
                <a:cs typeface="Calibri"/>
              </a:rPr>
              <a:t>Restaurants packed to the gills. You, me, and ~2,000 of our closest friends, all in a big common area like cattle</a:t>
            </a:r>
            <a:endParaRPr lang="en-US">
              <a:ea typeface="Calibri"/>
              <a:cs typeface="Calibri"/>
            </a:endParaRPr>
          </a:p>
          <a:p>
            <a:pPr lvl="1"/>
            <a:r>
              <a:rPr lang="en-US" dirty="0">
                <a:cs typeface="Calibri"/>
              </a:rPr>
              <a:t>Lack of fun things to do that aren't concrete &amp; asphalt. </a:t>
            </a:r>
            <a:r>
              <a:rPr lang="en-US" sz="2300">
                <a:cs typeface="Calibri"/>
              </a:rPr>
              <a:t>There are few natural sources of serotonin &amp; joy left. </a:t>
            </a:r>
            <a:r>
              <a:rPr lang="en-US" sz="2300" dirty="0">
                <a:cs typeface="Calibri"/>
              </a:rPr>
              <a:t>They've been paved over &amp; sold back at a premium </a:t>
            </a:r>
          </a:p>
          <a:p>
            <a:pPr lvl="1"/>
            <a:r>
              <a:rPr lang="en-US" dirty="0">
                <a:cs typeface="Calibri"/>
              </a:rPr>
              <a:t>I love our National Parks.. But we can't build them up like this.. We can't run them through with little train rides and shop-spots. And there aren't nearly as many of them as </a:t>
            </a:r>
            <a:r>
              <a:rPr lang="en-US">
                <a:cs typeface="Calibri"/>
              </a:rPr>
              <a:t>we hope to have of these</a:t>
            </a:r>
            <a:endParaRPr lang="en-US">
              <a:ea typeface="Calibri"/>
              <a:cs typeface="Calibri"/>
            </a:endParaRPr>
          </a:p>
          <a:p>
            <a:pPr lvl="1"/>
            <a:r>
              <a:rPr lang="en-US">
                <a:cs typeface="Calibri"/>
              </a:rPr>
              <a:t>Besides; Some of us only ever get to see them at most once a year. Many; never at all. </a:t>
            </a:r>
          </a:p>
          <a:p>
            <a:r>
              <a:rPr lang="en-US">
                <a:cs typeface="Calibri"/>
              </a:rPr>
              <a:t>I would love to build a 3-way compromise between Wild Nature | Unfettered Capitalism | Community-accessible Fund-raising &amp; Events.. This feels like one possible means of maybe doing something fun</a:t>
            </a:r>
            <a:endParaRPr lang="en-US">
              <a:ea typeface="Calibri"/>
              <a:cs typeface="Calibri"/>
            </a:endParaRPr>
          </a:p>
          <a:p>
            <a:r>
              <a:rPr lang="en-US">
                <a:cs typeface="Calibri"/>
              </a:rPr>
              <a:t>Dream Big :) </a:t>
            </a:r>
          </a:p>
        </p:txBody>
      </p:sp>
      <p:sp>
        <p:nvSpPr>
          <p:cNvPr id="5" name="Slide Number Placeholder 4">
            <a:extLst>
              <a:ext uri="{FF2B5EF4-FFF2-40B4-BE49-F238E27FC236}">
                <a16:creationId xmlns:a16="http://schemas.microsoft.com/office/drawing/2014/main" id="{92455492-433A-E45A-DB3F-CF573E71795D}"/>
              </a:ext>
            </a:extLst>
          </p:cNvPr>
          <p:cNvSpPr>
            <a:spLocks noGrp="1"/>
          </p:cNvSpPr>
          <p:nvPr>
            <p:ph type="sldNum" sz="quarter" idx="12"/>
          </p:nvPr>
        </p:nvSpPr>
        <p:spPr/>
        <p:txBody>
          <a:bodyPr/>
          <a:lstStyle/>
          <a:p>
            <a:fld id="{330EA680-D336-4FF7-8B7A-9848BB0A1C32}" type="slidenum">
              <a:rPr lang="en-US" smtClean="0"/>
              <a:t>2</a:t>
            </a:fld>
            <a:endParaRPr lang="en-US"/>
          </a:p>
        </p:txBody>
      </p:sp>
      <p:sp>
        <p:nvSpPr>
          <p:cNvPr id="4" name="Footer Placeholder 3">
            <a:extLst>
              <a:ext uri="{FF2B5EF4-FFF2-40B4-BE49-F238E27FC236}">
                <a16:creationId xmlns:a16="http://schemas.microsoft.com/office/drawing/2014/main" id="{66850BF1-880E-1F0F-B9A1-E91317D6470C}"/>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894770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F8E9A-5D3A-D8CF-ECB5-7C6A70492C1B}"/>
              </a:ext>
            </a:extLst>
          </p:cNvPr>
          <p:cNvSpPr>
            <a:spLocks noGrp="1"/>
          </p:cNvSpPr>
          <p:nvPr>
            <p:ph type="title"/>
          </p:nvPr>
        </p:nvSpPr>
        <p:spPr/>
        <p:txBody>
          <a:bodyPr/>
          <a:lstStyle/>
          <a:p>
            <a:r>
              <a:rPr lang="en-US">
                <a:ea typeface="Calibri Light"/>
                <a:cs typeface="Calibri Light"/>
              </a:rPr>
              <a:t>Addendum – "Peel Back Time" &amp; have a see</a:t>
            </a:r>
            <a:endParaRPr lang="en-US"/>
          </a:p>
        </p:txBody>
      </p:sp>
      <p:sp>
        <p:nvSpPr>
          <p:cNvPr id="3" name="Content Placeholder 2">
            <a:extLst>
              <a:ext uri="{FF2B5EF4-FFF2-40B4-BE49-F238E27FC236}">
                <a16:creationId xmlns:a16="http://schemas.microsoft.com/office/drawing/2014/main" id="{D69A567F-FFA9-404D-99D7-C7D9CEAD062C}"/>
              </a:ext>
            </a:extLst>
          </p:cNvPr>
          <p:cNvSpPr>
            <a:spLocks noGrp="1"/>
          </p:cNvSpPr>
          <p:nvPr>
            <p:ph idx="1"/>
          </p:nvPr>
        </p:nvSpPr>
        <p:spPr/>
        <p:txBody>
          <a:bodyPr vert="horz" lIns="91440" tIns="45720" rIns="91440" bIns="45720" rtlCol="0" anchor="t">
            <a:normAutofit fontScale="47500" lnSpcReduction="20000"/>
          </a:bodyPr>
          <a:lstStyle/>
          <a:p>
            <a:endParaRPr lang="en-US">
              <a:ea typeface="Calibri"/>
              <a:cs typeface="Calibri"/>
            </a:endParaRPr>
          </a:p>
          <a:p>
            <a:r>
              <a:rPr lang="en-US" dirty="0">
                <a:ea typeface="Calibri"/>
                <a:cs typeface="Calibri"/>
              </a:rPr>
              <a:t>This one's a bit "Nerdy", alright? I am intrigued by this.. </a:t>
            </a:r>
          </a:p>
          <a:p>
            <a:r>
              <a:rPr lang="en-US" dirty="0">
                <a:ea typeface="Calibri"/>
                <a:cs typeface="Calibri"/>
              </a:rPr>
              <a:t>If </a:t>
            </a:r>
            <a:r>
              <a:rPr lang="en-US" dirty="0">
                <a:ea typeface="Calibri"/>
                <a:cs typeface="Calibri"/>
                <a:hlinkClick r:id="rId2"/>
              </a:rPr>
              <a:t>Quantum Entanglement</a:t>
            </a:r>
            <a:r>
              <a:rPr lang="en-US" dirty="0">
                <a:ea typeface="Calibri"/>
                <a:cs typeface="Calibri"/>
              </a:rPr>
              <a:t> exists – then we can look backwards. Only by a little (8 minutes, max) and with a very limited range (it'll have to by high noon or so, local time) but .. we could theoretically do this (?) - for a lot of $$ </a:t>
            </a:r>
            <a:endParaRPr lang="en-US" dirty="0">
              <a:cs typeface="Calibri"/>
            </a:endParaRPr>
          </a:p>
          <a:p>
            <a:r>
              <a:rPr lang="en-US" dirty="0">
                <a:ea typeface="Calibri"/>
                <a:cs typeface="Calibri"/>
              </a:rPr>
              <a:t>Form 3* concentric but offset rings of telescopes in offset orbit. Each is equipped with one of these entangled computers</a:t>
            </a:r>
          </a:p>
          <a:p>
            <a:pPr lvl="1"/>
            <a:r>
              <a:rPr lang="en-US" dirty="0">
                <a:ea typeface="Calibri"/>
                <a:cs typeface="Calibri"/>
              </a:rPr>
              <a:t>3 rings lets us test a separate | additional theory, plus provides greater coverage and redundancy </a:t>
            </a:r>
          </a:p>
          <a:p>
            <a:r>
              <a:rPr lang="en-US" dirty="0">
                <a:ea typeface="Calibri"/>
                <a:cs typeface="Calibri"/>
              </a:rPr>
              <a:t>If a crime was committed at exactly 12:00 : High Noon in any given city – the coordinates are given to these satellites, which turn their apertures on that location. </a:t>
            </a:r>
          </a:p>
          <a:p>
            <a:r>
              <a:rPr lang="en-US" dirty="0">
                <a:ea typeface="Calibri"/>
                <a:cs typeface="Calibri"/>
              </a:rPr>
              <a:t>Allowing for instant connection between crime -&gt; earth system notified -&gt; signal sent -&gt; signal received -&gt; &amp; telescopes aimed.. :) the video feed that those telescopes are seeing is from 11:52 or so.. </a:t>
            </a:r>
          </a:p>
          <a:p>
            <a:r>
              <a:rPr lang="en-US" dirty="0">
                <a:ea typeface="Calibri"/>
                <a:cs typeface="Calibri"/>
              </a:rPr>
              <a:t>The rest is limited by normal. Allowing for zero-lag on connecting pieces; by 12:08 we begin receiving images from 11:52</a:t>
            </a:r>
          </a:p>
          <a:p>
            <a:r>
              <a:rPr lang="en-US" dirty="0">
                <a:ea typeface="Calibri"/>
                <a:cs typeface="Calibri"/>
              </a:rPr>
              <a:t>We get to watch the events not only of the </a:t>
            </a:r>
            <a:r>
              <a:rPr lang="en-US" i="1" dirty="0">
                <a:ea typeface="Calibri"/>
                <a:cs typeface="Calibri"/>
              </a:rPr>
              <a:t>crime itself</a:t>
            </a:r>
            <a:r>
              <a:rPr lang="en-US" dirty="0">
                <a:ea typeface="Calibri"/>
                <a:cs typeface="Calibri"/>
              </a:rPr>
              <a:t>.. but the events of </a:t>
            </a:r>
            <a:r>
              <a:rPr lang="en-US" i="1" dirty="0">
                <a:ea typeface="Calibri"/>
                <a:cs typeface="Calibri"/>
              </a:rPr>
              <a:t>several minutes leading up</a:t>
            </a:r>
            <a:r>
              <a:rPr lang="en-US" dirty="0">
                <a:ea typeface="Calibri"/>
                <a:cs typeface="Calibri"/>
              </a:rPr>
              <a:t> to that moment </a:t>
            </a:r>
          </a:p>
          <a:p>
            <a:r>
              <a:rPr lang="en-US" dirty="0">
                <a:ea typeface="Calibri"/>
                <a:cs typeface="Calibri"/>
              </a:rPr>
              <a:t>We can't be sure of what else might happen when we have system which would be -- presumably – bidirectional. I don't know what (if anything, honestly...) lies around that corner. But in the "About Me" section of all of this.. I must know. Like Sam Neill in </a:t>
            </a:r>
            <a:r>
              <a:rPr lang="en-US" dirty="0">
                <a:ea typeface="Calibri"/>
                <a:cs typeface="Calibri"/>
                <a:hlinkClick r:id="rId3"/>
              </a:rPr>
              <a:t>Event Horizon</a:t>
            </a:r>
            <a:r>
              <a:rPr lang="en-US" dirty="0">
                <a:ea typeface="Calibri"/>
                <a:cs typeface="Calibri"/>
              </a:rPr>
              <a:t>, I can't </a:t>
            </a:r>
            <a:r>
              <a:rPr lang="en-US" i="1" dirty="0">
                <a:ea typeface="Calibri"/>
                <a:cs typeface="Calibri"/>
              </a:rPr>
              <a:t>not</a:t>
            </a:r>
            <a:r>
              <a:rPr lang="en-US" dirty="0">
                <a:ea typeface="Calibri"/>
                <a:cs typeface="Calibri"/>
              </a:rPr>
              <a:t> look.. :) </a:t>
            </a:r>
          </a:p>
          <a:p>
            <a:pPr lvl="1"/>
            <a:r>
              <a:rPr lang="en-US" dirty="0">
                <a:ea typeface="Calibri"/>
                <a:cs typeface="Calibri"/>
              </a:rPr>
              <a:t>But also - I want to check in with the world, first.. Like what do we think? Do we peel back the veil of time and see if there's secrets hidden? I vote "Yes"</a:t>
            </a:r>
          </a:p>
          <a:p>
            <a:r>
              <a:rPr lang="en-US" dirty="0">
                <a:ea typeface="Calibri"/>
                <a:cs typeface="Calibri"/>
              </a:rPr>
              <a:t>Not sure anyone else sees value in a police force that would be able to look backwards through time as part of its crime-fighting..</a:t>
            </a:r>
          </a:p>
          <a:p>
            <a:r>
              <a:rPr lang="en-US" dirty="0">
                <a:ea typeface="Calibri"/>
                <a:cs typeface="Calibri"/>
              </a:rPr>
              <a:t>Again – That could never be the property of ANY single entity -- Person, Company, Govt entity.. </a:t>
            </a:r>
          </a:p>
          <a:p>
            <a:pPr marL="0" indent="0">
              <a:buNone/>
            </a:pPr>
            <a:endParaRPr lang="en-US">
              <a:ea typeface="Calibri"/>
              <a:cs typeface="Calibri"/>
            </a:endParaRPr>
          </a:p>
        </p:txBody>
      </p:sp>
      <p:sp>
        <p:nvSpPr>
          <p:cNvPr id="5" name="Slide Number Placeholder 4">
            <a:extLst>
              <a:ext uri="{FF2B5EF4-FFF2-40B4-BE49-F238E27FC236}">
                <a16:creationId xmlns:a16="http://schemas.microsoft.com/office/drawing/2014/main" id="{650BD85B-7570-4ECD-4813-569DEF680CCF}"/>
              </a:ext>
            </a:extLst>
          </p:cNvPr>
          <p:cNvSpPr>
            <a:spLocks noGrp="1"/>
          </p:cNvSpPr>
          <p:nvPr>
            <p:ph type="sldNum" sz="quarter" idx="12"/>
          </p:nvPr>
        </p:nvSpPr>
        <p:spPr/>
        <p:txBody>
          <a:bodyPr/>
          <a:lstStyle/>
          <a:p>
            <a:fld id="{330EA680-D336-4FF7-8B7A-9848BB0A1C32}" type="slidenum">
              <a:rPr lang="en-US" smtClean="0"/>
              <a:t>3</a:t>
            </a:fld>
            <a:endParaRPr lang="en-US"/>
          </a:p>
        </p:txBody>
      </p:sp>
      <p:sp>
        <p:nvSpPr>
          <p:cNvPr id="4" name="Footer Placeholder 3">
            <a:extLst>
              <a:ext uri="{FF2B5EF4-FFF2-40B4-BE49-F238E27FC236}">
                <a16:creationId xmlns:a16="http://schemas.microsoft.com/office/drawing/2014/main" id="{7293D9E2-6150-EEE2-FC3B-86EF6CAEEBB8}"/>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2279057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3A037-6859-8AC4-94F1-CDA730FFF00E}"/>
              </a:ext>
            </a:extLst>
          </p:cNvPr>
          <p:cNvSpPr>
            <a:spLocks noGrp="1"/>
          </p:cNvSpPr>
          <p:nvPr>
            <p:ph type="title"/>
          </p:nvPr>
        </p:nvSpPr>
        <p:spPr/>
        <p:txBody>
          <a:bodyPr/>
          <a:lstStyle/>
          <a:p>
            <a:r>
              <a:rPr lang="en-US">
                <a:ea typeface="Calibri Light"/>
                <a:cs typeface="Calibri Light"/>
              </a:rPr>
              <a:t>Addendum – Webcam on the Moon</a:t>
            </a:r>
            <a:endParaRPr lang="en-US"/>
          </a:p>
        </p:txBody>
      </p:sp>
      <p:sp>
        <p:nvSpPr>
          <p:cNvPr id="3" name="Content Placeholder 2">
            <a:extLst>
              <a:ext uri="{FF2B5EF4-FFF2-40B4-BE49-F238E27FC236}">
                <a16:creationId xmlns:a16="http://schemas.microsoft.com/office/drawing/2014/main" id="{A3C0D4D8-582A-F3CA-2766-0DE69A56D4C7}"/>
              </a:ext>
            </a:extLst>
          </p:cNvPr>
          <p:cNvSpPr>
            <a:spLocks noGrp="1"/>
          </p:cNvSpPr>
          <p:nvPr>
            <p:ph idx="1"/>
          </p:nvPr>
        </p:nvSpPr>
        <p:spPr/>
        <p:txBody>
          <a:bodyPr vert="horz" lIns="91440" tIns="45720" rIns="91440" bIns="45720" rtlCol="0" anchor="t">
            <a:normAutofit/>
          </a:bodyPr>
          <a:lstStyle/>
          <a:p>
            <a:r>
              <a:rPr lang="en-US">
                <a:ea typeface="Calibri"/>
                <a:cs typeface="Calibri"/>
              </a:rPr>
              <a:t>Why don't we have a webcam with live nonstop footage of what the moon's face – which never turns from earth – sees, 24/7 ??</a:t>
            </a:r>
          </a:p>
          <a:p>
            <a:r>
              <a:rPr lang="en-US">
                <a:ea typeface="Calibri"/>
                <a:cs typeface="Calibri"/>
              </a:rPr>
              <a:t>And please may we remedy that? I feel like this is actually a worthy endeavor, on its own.. Let's get a webcam on the moon, ffs</a:t>
            </a:r>
          </a:p>
          <a:p>
            <a:r>
              <a:rPr lang="en-US">
                <a:ea typeface="Calibri"/>
                <a:cs typeface="Calibri"/>
              </a:rPr>
              <a:t>ASAP – this is definitely a high priority item, for as soon as humanly possible</a:t>
            </a:r>
          </a:p>
        </p:txBody>
      </p:sp>
      <p:sp>
        <p:nvSpPr>
          <p:cNvPr id="5" name="Slide Number Placeholder 4">
            <a:extLst>
              <a:ext uri="{FF2B5EF4-FFF2-40B4-BE49-F238E27FC236}">
                <a16:creationId xmlns:a16="http://schemas.microsoft.com/office/drawing/2014/main" id="{BE186059-B420-8A1E-B15B-07AAE9D66D9D}"/>
              </a:ext>
            </a:extLst>
          </p:cNvPr>
          <p:cNvSpPr>
            <a:spLocks noGrp="1"/>
          </p:cNvSpPr>
          <p:nvPr>
            <p:ph type="sldNum" sz="quarter" idx="12"/>
          </p:nvPr>
        </p:nvSpPr>
        <p:spPr/>
        <p:txBody>
          <a:bodyPr/>
          <a:lstStyle/>
          <a:p>
            <a:fld id="{330EA680-D336-4FF7-8B7A-9848BB0A1C32}" type="slidenum">
              <a:rPr lang="en-US" smtClean="0"/>
              <a:t>4</a:t>
            </a:fld>
            <a:endParaRPr lang="en-US"/>
          </a:p>
        </p:txBody>
      </p:sp>
      <p:sp>
        <p:nvSpPr>
          <p:cNvPr id="4" name="Footer Placeholder 3">
            <a:extLst>
              <a:ext uri="{FF2B5EF4-FFF2-40B4-BE49-F238E27FC236}">
                <a16:creationId xmlns:a16="http://schemas.microsoft.com/office/drawing/2014/main" id="{74F1ED14-F81D-52A1-3CAD-1608ECE3012D}"/>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25363718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2F42E-71E2-E1A2-37B7-6E9C499FFAE7}"/>
              </a:ext>
            </a:extLst>
          </p:cNvPr>
          <p:cNvSpPr>
            <a:spLocks noGrp="1"/>
          </p:cNvSpPr>
          <p:nvPr>
            <p:ph type="title"/>
          </p:nvPr>
        </p:nvSpPr>
        <p:spPr/>
        <p:txBody>
          <a:bodyPr/>
          <a:lstStyle/>
          <a:p>
            <a:r>
              <a:rPr lang="en-US">
                <a:cs typeface="Calibri Light"/>
              </a:rPr>
              <a:t>Flying Cars – closing thoughts, for now.. </a:t>
            </a:r>
            <a:endParaRPr lang="en-US"/>
          </a:p>
        </p:txBody>
      </p:sp>
      <p:sp>
        <p:nvSpPr>
          <p:cNvPr id="3" name="Content Placeholder 2">
            <a:extLst>
              <a:ext uri="{FF2B5EF4-FFF2-40B4-BE49-F238E27FC236}">
                <a16:creationId xmlns:a16="http://schemas.microsoft.com/office/drawing/2014/main" id="{9467E316-5D91-2FB1-4C2B-A1567791A982}"/>
              </a:ext>
            </a:extLst>
          </p:cNvPr>
          <p:cNvSpPr>
            <a:spLocks noGrp="1"/>
          </p:cNvSpPr>
          <p:nvPr>
            <p:ph idx="1"/>
          </p:nvPr>
        </p:nvSpPr>
        <p:spPr/>
        <p:txBody>
          <a:bodyPr vert="horz" lIns="91440" tIns="45720" rIns="91440" bIns="45720" rtlCol="0" anchor="t">
            <a:normAutofit/>
          </a:bodyPr>
          <a:lstStyle/>
          <a:p>
            <a:r>
              <a:rPr lang="en-US">
                <a:cs typeface="Calibri"/>
              </a:rPr>
              <a:t>I don't want to pretend that any of this is "final form" or even remotely close to that.. I want to start some dialog, and see whose ideas are the most sought after by the widest groups of people</a:t>
            </a:r>
          </a:p>
          <a:p>
            <a:r>
              <a:rPr lang="en-US">
                <a:cs typeface="Calibri"/>
              </a:rPr>
              <a:t>All of these designs – for any part of all of this – can be made into whatever we need them to be. They could take years to get them right .. OR we can keep things modular</a:t>
            </a:r>
          </a:p>
        </p:txBody>
      </p:sp>
      <p:sp>
        <p:nvSpPr>
          <p:cNvPr id="5" name="Slide Number Placeholder 4">
            <a:extLst>
              <a:ext uri="{FF2B5EF4-FFF2-40B4-BE49-F238E27FC236}">
                <a16:creationId xmlns:a16="http://schemas.microsoft.com/office/drawing/2014/main" id="{2B9C54DF-533F-26EA-D248-FBEFE07D58E8}"/>
              </a:ext>
            </a:extLst>
          </p:cNvPr>
          <p:cNvSpPr>
            <a:spLocks noGrp="1"/>
          </p:cNvSpPr>
          <p:nvPr>
            <p:ph type="sldNum" sz="quarter" idx="12"/>
          </p:nvPr>
        </p:nvSpPr>
        <p:spPr/>
        <p:txBody>
          <a:bodyPr/>
          <a:lstStyle/>
          <a:p>
            <a:fld id="{330EA680-D336-4FF7-8B7A-9848BB0A1C32}" type="slidenum">
              <a:rPr lang="en-US" smtClean="0"/>
              <a:t>5</a:t>
            </a:fld>
            <a:endParaRPr lang="en-US"/>
          </a:p>
        </p:txBody>
      </p:sp>
      <p:sp>
        <p:nvSpPr>
          <p:cNvPr id="4" name="Footer Placeholder 3">
            <a:extLst>
              <a:ext uri="{FF2B5EF4-FFF2-40B4-BE49-F238E27FC236}">
                <a16:creationId xmlns:a16="http://schemas.microsoft.com/office/drawing/2014/main" id="{998DB161-18B7-3960-1DE7-D0E8672789B7}"/>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30566897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ABDE6-357D-FC17-2CEA-CA3F5C03FDA2}"/>
              </a:ext>
            </a:extLst>
          </p:cNvPr>
          <p:cNvSpPr>
            <a:spLocks noGrp="1"/>
          </p:cNvSpPr>
          <p:nvPr>
            <p:ph type="title"/>
          </p:nvPr>
        </p:nvSpPr>
        <p:spPr/>
        <p:txBody>
          <a:bodyPr/>
          <a:lstStyle/>
          <a:p>
            <a:r>
              <a:rPr lang="en-US">
                <a:cs typeface="Calibri Light"/>
              </a:rPr>
              <a:t>What's Next? </a:t>
            </a:r>
            <a:endParaRPr lang="en-US"/>
          </a:p>
        </p:txBody>
      </p:sp>
      <p:sp>
        <p:nvSpPr>
          <p:cNvPr id="3" name="Content Placeholder 2">
            <a:extLst>
              <a:ext uri="{FF2B5EF4-FFF2-40B4-BE49-F238E27FC236}">
                <a16:creationId xmlns:a16="http://schemas.microsoft.com/office/drawing/2014/main" id="{35D0BBDA-8803-BE37-2613-0EDAF02F44B8}"/>
              </a:ext>
            </a:extLst>
          </p:cNvPr>
          <p:cNvSpPr>
            <a:spLocks noGrp="1"/>
          </p:cNvSpPr>
          <p:nvPr>
            <p:ph idx="1"/>
          </p:nvPr>
        </p:nvSpPr>
        <p:spPr/>
        <p:txBody>
          <a:bodyPr vert="horz" lIns="91440" tIns="45720" rIns="91440" bIns="45720" rtlCol="0" anchor="t">
            <a:normAutofit fontScale="62500" lnSpcReduction="20000"/>
          </a:bodyPr>
          <a:lstStyle/>
          <a:p>
            <a:r>
              <a:rPr lang="en-US" dirty="0">
                <a:cs typeface="Calibri"/>
              </a:rPr>
              <a:t>Can we get 2 to 3 thousand folks to send a dollar or two? </a:t>
            </a:r>
            <a:endParaRPr lang="en-US" dirty="0">
              <a:ea typeface="Calibri"/>
              <a:cs typeface="Calibri"/>
            </a:endParaRPr>
          </a:p>
          <a:p>
            <a:r>
              <a:rPr lang="en-US" dirty="0">
                <a:cs typeface="Calibri"/>
              </a:rPr>
              <a:t>1st goal is $2,400 and we will see what we can do for next iteration</a:t>
            </a:r>
            <a:endParaRPr lang="en-US" dirty="0">
              <a:ea typeface="Calibri"/>
              <a:cs typeface="Calibri"/>
            </a:endParaRPr>
          </a:p>
          <a:p>
            <a:r>
              <a:rPr lang="en-US" dirty="0">
                <a:cs typeface="Calibri"/>
              </a:rPr>
              <a:t>Maybe we can coordinate Meetup(s)? </a:t>
            </a:r>
            <a:endParaRPr lang="en-US" dirty="0">
              <a:ea typeface="Calibri"/>
              <a:cs typeface="Calibri"/>
            </a:endParaRPr>
          </a:p>
          <a:p>
            <a:pPr lvl="1"/>
            <a:r>
              <a:rPr lang="en-US" dirty="0">
                <a:cs typeface="Calibri"/>
              </a:rPr>
              <a:t>I'll buy Pizza! :) </a:t>
            </a:r>
            <a:endParaRPr lang="en-US" dirty="0">
              <a:ea typeface="Calibri"/>
              <a:cs typeface="Calibri"/>
            </a:endParaRPr>
          </a:p>
          <a:p>
            <a:r>
              <a:rPr lang="en-US" dirty="0">
                <a:cs typeface="Calibri"/>
              </a:rPr>
              <a:t>If / when we hit $8 Million (big dream of big dreams)</a:t>
            </a:r>
            <a:endParaRPr lang="en-US" dirty="0">
              <a:ea typeface="Calibri"/>
              <a:cs typeface="Calibri" panose="020F0502020204030204"/>
            </a:endParaRPr>
          </a:p>
          <a:p>
            <a:pPr lvl="1"/>
            <a:r>
              <a:rPr lang="en-US" dirty="0">
                <a:cs typeface="Calibri"/>
              </a:rPr>
              <a:t>start our first Terran Astra Park right then &amp; there :)))</a:t>
            </a:r>
            <a:endParaRPr lang="en-US" dirty="0">
              <a:ea typeface="Calibri"/>
              <a:cs typeface="Calibri"/>
            </a:endParaRPr>
          </a:p>
          <a:p>
            <a:pPr lvl="1"/>
            <a:r>
              <a:rPr lang="en-US" dirty="0">
                <a:cs typeface="Calibri"/>
              </a:rPr>
              <a:t>Even more $$ (it's ok to dream. I love this plan! Maybe a few others will, too) we open as many parks as *practical</a:t>
            </a:r>
            <a:endParaRPr lang="en-US" dirty="0">
              <a:ea typeface="Calibri"/>
              <a:cs typeface="Calibri"/>
            </a:endParaRPr>
          </a:p>
          <a:p>
            <a:r>
              <a:rPr lang="en-US" dirty="0">
                <a:cs typeface="Calibri"/>
              </a:rPr>
              <a:t>If you want to help .. big "if" - no obligation, and please don't go overboard.. on the one hand; even saying that seems like more over-reach.. but we've all seen how sometimes people get carried away... </a:t>
            </a:r>
            <a:endParaRPr lang="en-US" dirty="0">
              <a:ea typeface="Calibri"/>
              <a:cs typeface="Calibri"/>
            </a:endParaRPr>
          </a:p>
          <a:p>
            <a:pPr lvl="1"/>
            <a:r>
              <a:rPr lang="en-US" dirty="0">
                <a:cs typeface="Calibri"/>
              </a:rPr>
              <a:t>graphics for these presentations..?</a:t>
            </a:r>
            <a:endParaRPr lang="en-US" dirty="0">
              <a:ea typeface="Calibri"/>
              <a:cs typeface="Calibri"/>
            </a:endParaRPr>
          </a:p>
          <a:p>
            <a:pPr lvl="1"/>
            <a:r>
              <a:rPr lang="en-US" dirty="0">
                <a:cs typeface="Calibri"/>
              </a:rPr>
              <a:t>game design? – let me hear from you</a:t>
            </a:r>
            <a:endParaRPr lang="en-US" dirty="0">
              <a:ea typeface="Calibri"/>
              <a:cs typeface="Calibri"/>
            </a:endParaRPr>
          </a:p>
          <a:p>
            <a:pPr lvl="1"/>
            <a:r>
              <a:rPr lang="en-US" dirty="0">
                <a:cs typeface="Calibri"/>
              </a:rPr>
              <a:t>Nothing so big that anyone's feelings gets hurt, Please! </a:t>
            </a:r>
            <a:endParaRPr lang="en-US" dirty="0"/>
          </a:p>
          <a:p>
            <a:r>
              <a:rPr lang="en-US" dirty="0">
                <a:cs typeface="Calibri"/>
              </a:rPr>
              <a:t>What I need are some "Meddling Kids" .. ready to make some big changes in the world , one bite at a time </a:t>
            </a:r>
            <a:endParaRPr lang="en-US" dirty="0">
              <a:ea typeface="Calibri"/>
              <a:cs typeface="Calibri"/>
            </a:endParaRPr>
          </a:p>
          <a:p>
            <a:r>
              <a:rPr lang="en-US" dirty="0">
                <a:cs typeface="Calibri"/>
              </a:rPr>
              <a:t>Yes, we want to track this as well as we can, as soon as we can.. but if your mindset is "get rich, make demands" --  may want to wait until those things are squared away. Early days? I am mostly looking for people who would want this badly enough to volunteer. Time means more than $$ right now. Although; we also need &amp; want a LOT of $$$ </a:t>
            </a:r>
            <a:endParaRPr lang="en-US" dirty="0">
              <a:ea typeface="Calibri"/>
              <a:cs typeface="Calibri"/>
            </a:endParaRPr>
          </a:p>
        </p:txBody>
      </p:sp>
      <p:sp>
        <p:nvSpPr>
          <p:cNvPr id="5" name="Slide Number Placeholder 4">
            <a:extLst>
              <a:ext uri="{FF2B5EF4-FFF2-40B4-BE49-F238E27FC236}">
                <a16:creationId xmlns:a16="http://schemas.microsoft.com/office/drawing/2014/main" id="{B4B5DC64-43B9-4F9C-D53E-AE187DE1A854}"/>
              </a:ext>
            </a:extLst>
          </p:cNvPr>
          <p:cNvSpPr>
            <a:spLocks noGrp="1"/>
          </p:cNvSpPr>
          <p:nvPr>
            <p:ph type="sldNum" sz="quarter" idx="12"/>
          </p:nvPr>
        </p:nvSpPr>
        <p:spPr/>
        <p:txBody>
          <a:bodyPr/>
          <a:lstStyle/>
          <a:p>
            <a:fld id="{330EA680-D336-4FF7-8B7A-9848BB0A1C32}" type="slidenum">
              <a:rPr lang="en-US" smtClean="0"/>
              <a:t>6</a:t>
            </a:fld>
            <a:endParaRPr lang="en-US"/>
          </a:p>
        </p:txBody>
      </p:sp>
      <p:sp>
        <p:nvSpPr>
          <p:cNvPr id="4" name="Footer Placeholder 3">
            <a:extLst>
              <a:ext uri="{FF2B5EF4-FFF2-40B4-BE49-F238E27FC236}">
                <a16:creationId xmlns:a16="http://schemas.microsoft.com/office/drawing/2014/main" id="{A3021DCE-A9E7-D3FF-C3A3-AC3B92D806FE}"/>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4870856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80173-B3B5-CC73-FF33-5D32FFD9933C}"/>
              </a:ext>
            </a:extLst>
          </p:cNvPr>
          <p:cNvSpPr>
            <a:spLocks noGrp="1"/>
          </p:cNvSpPr>
          <p:nvPr>
            <p:ph type="title"/>
          </p:nvPr>
        </p:nvSpPr>
        <p:spPr/>
        <p:txBody>
          <a:bodyPr/>
          <a:lstStyle/>
          <a:p>
            <a:r>
              <a:rPr lang="en-US">
                <a:cs typeface="Calibri Light"/>
              </a:rPr>
              <a:t>Kick Starter ? Meetup? </a:t>
            </a:r>
          </a:p>
        </p:txBody>
      </p:sp>
      <p:sp>
        <p:nvSpPr>
          <p:cNvPr id="3" name="Content Placeholder 2">
            <a:extLst>
              <a:ext uri="{FF2B5EF4-FFF2-40B4-BE49-F238E27FC236}">
                <a16:creationId xmlns:a16="http://schemas.microsoft.com/office/drawing/2014/main" id="{E3140AD6-29F6-0D56-8236-D0ADD8B7A538}"/>
              </a:ext>
            </a:extLst>
          </p:cNvPr>
          <p:cNvSpPr>
            <a:spLocks noGrp="1"/>
          </p:cNvSpPr>
          <p:nvPr>
            <p:ph idx="1"/>
          </p:nvPr>
        </p:nvSpPr>
        <p:spPr/>
        <p:txBody>
          <a:bodyPr vert="horz" lIns="91440" tIns="45720" rIns="91440" bIns="45720" rtlCol="0" anchor="t">
            <a:normAutofit fontScale="85000" lnSpcReduction="20000"/>
          </a:bodyPr>
          <a:lstStyle/>
          <a:p>
            <a:r>
              <a:rPr lang="en-US" sz="2600">
                <a:cs typeface="Calibri"/>
              </a:rPr>
              <a:t>Start this under stories? May end up being all it ever is; words</a:t>
            </a:r>
            <a:endParaRPr lang="en-US" sz="2600">
              <a:ea typeface="Calibri"/>
              <a:cs typeface="Calibri"/>
            </a:endParaRPr>
          </a:p>
          <a:p>
            <a:r>
              <a:rPr lang="en-US">
                <a:cs typeface="Calibri"/>
              </a:rPr>
              <a:t>Start this under Games? We need an MMO RPG as Concierge</a:t>
            </a:r>
            <a:endParaRPr lang="en-US">
              <a:ea typeface="Calibri"/>
              <a:cs typeface="Calibri"/>
            </a:endParaRPr>
          </a:p>
          <a:p>
            <a:r>
              <a:rPr lang="en-US">
                <a:cs typeface="Calibri"/>
              </a:rPr>
              <a:t>We </a:t>
            </a:r>
            <a:r>
              <a:rPr lang="en-US" i="1">
                <a:cs typeface="Calibri"/>
              </a:rPr>
              <a:t>are</a:t>
            </a:r>
            <a:r>
              <a:rPr lang="en-US">
                <a:cs typeface="Calibri"/>
              </a:rPr>
              <a:t> starting a restaurant, so.. </a:t>
            </a:r>
          </a:p>
          <a:p>
            <a:pPr lvl="1"/>
            <a:r>
              <a:rPr lang="en-US">
                <a:cs typeface="Calibri"/>
              </a:rPr>
              <a:t>$250 gets you one "rolling meal" voucher in a shared booth</a:t>
            </a:r>
          </a:p>
          <a:p>
            <a:pPr lvl="1"/>
            <a:r>
              <a:rPr lang="en-US">
                <a:cs typeface="Calibri"/>
              </a:rPr>
              <a:t>$2,500 gets a credit toward a </a:t>
            </a:r>
            <a:r>
              <a:rPr lang="en-US" i="1">
                <a:cs typeface="Calibri"/>
              </a:rPr>
              <a:t>down-payment</a:t>
            </a:r>
            <a:r>
              <a:rPr lang="en-US">
                <a:cs typeface="Calibri"/>
              </a:rPr>
              <a:t>* on your own personal B-sized</a:t>
            </a:r>
            <a:endParaRPr lang="en-US">
              <a:ea typeface="Calibri"/>
              <a:cs typeface="Calibri"/>
            </a:endParaRPr>
          </a:p>
          <a:p>
            <a:pPr lvl="2"/>
            <a:r>
              <a:rPr lang="en-US">
                <a:cs typeface="Calibri"/>
              </a:rPr>
              <a:t>*no way of knowing final price, at this moment. Goal would be that some entry level versions with (bamboo, screen, rattan) could be kept ~ $2500?</a:t>
            </a:r>
          </a:p>
          <a:p>
            <a:r>
              <a:rPr lang="en-US">
                <a:cs typeface="Calibri"/>
              </a:rPr>
              <a:t>I have nothing to send anybody, yet.. So for now – hoping to sell this as a story.. </a:t>
            </a:r>
          </a:p>
          <a:p>
            <a:pPr lvl="1"/>
            <a:r>
              <a:rPr lang="en-US">
                <a:cs typeface="Calibri"/>
              </a:rPr>
              <a:t>What 'swag' do we sell?</a:t>
            </a:r>
          </a:p>
          <a:p>
            <a:pPr lvl="1"/>
            <a:r>
              <a:rPr lang="en-US">
                <a:cs typeface="Calibri"/>
              </a:rPr>
              <a:t>What about RF cards..? Loaded with codes for Rides / etc.?</a:t>
            </a:r>
          </a:p>
          <a:p>
            <a:r>
              <a:rPr lang="en-US">
                <a:cs typeface="Calibri"/>
              </a:rPr>
              <a:t>So – Here was the story! If it was worth $1 - I'd love to hear from you </a:t>
            </a:r>
            <a:endParaRPr lang="en-US">
              <a:ea typeface="Calibri"/>
              <a:cs typeface="Calibri"/>
            </a:endParaRPr>
          </a:p>
          <a:p>
            <a:r>
              <a:rPr lang="en-US">
                <a:cs typeface="Calibri"/>
              </a:rPr>
              <a:t>Next (or soon?) kick starter will be for a game – need to connect with some folks who can help with development </a:t>
            </a:r>
            <a:endParaRPr lang="en-US">
              <a:ea typeface="Calibri"/>
              <a:cs typeface="Calibri"/>
            </a:endParaRPr>
          </a:p>
        </p:txBody>
      </p:sp>
      <p:sp>
        <p:nvSpPr>
          <p:cNvPr id="5" name="Slide Number Placeholder 4">
            <a:extLst>
              <a:ext uri="{FF2B5EF4-FFF2-40B4-BE49-F238E27FC236}">
                <a16:creationId xmlns:a16="http://schemas.microsoft.com/office/drawing/2014/main" id="{90397E48-BF50-7EFD-9745-2FB1914ED24F}"/>
              </a:ext>
            </a:extLst>
          </p:cNvPr>
          <p:cNvSpPr>
            <a:spLocks noGrp="1"/>
          </p:cNvSpPr>
          <p:nvPr>
            <p:ph type="sldNum" sz="quarter" idx="12"/>
          </p:nvPr>
        </p:nvSpPr>
        <p:spPr/>
        <p:txBody>
          <a:bodyPr/>
          <a:lstStyle/>
          <a:p>
            <a:fld id="{330EA680-D336-4FF7-8B7A-9848BB0A1C32}" type="slidenum">
              <a:rPr lang="en-US" smtClean="0"/>
              <a:t>7</a:t>
            </a:fld>
            <a:endParaRPr lang="en-US"/>
          </a:p>
        </p:txBody>
      </p:sp>
      <p:sp>
        <p:nvSpPr>
          <p:cNvPr id="4" name="Footer Placeholder 3">
            <a:extLst>
              <a:ext uri="{FF2B5EF4-FFF2-40B4-BE49-F238E27FC236}">
                <a16:creationId xmlns:a16="http://schemas.microsoft.com/office/drawing/2014/main" id="{AF08BE15-B414-500F-74D6-F447CBB66D00}"/>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1109033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806A-D5CC-5961-9566-95787A55C77B}"/>
              </a:ext>
            </a:extLst>
          </p:cNvPr>
          <p:cNvSpPr>
            <a:spLocks noGrp="1"/>
          </p:cNvSpPr>
          <p:nvPr>
            <p:ph type="title"/>
          </p:nvPr>
        </p:nvSpPr>
        <p:spPr/>
        <p:txBody>
          <a:bodyPr/>
          <a:lstStyle/>
          <a:p>
            <a:r>
              <a:rPr lang="en-US">
                <a:ea typeface="Calibri Light"/>
                <a:cs typeface="Calibri Light"/>
              </a:rPr>
              <a:t>Addendum – "Morality Police" -&gt; Tranquility?</a:t>
            </a:r>
            <a:endParaRPr lang="en-US"/>
          </a:p>
        </p:txBody>
      </p:sp>
      <p:sp>
        <p:nvSpPr>
          <p:cNvPr id="3" name="Content Placeholder 2">
            <a:extLst>
              <a:ext uri="{FF2B5EF4-FFF2-40B4-BE49-F238E27FC236}">
                <a16:creationId xmlns:a16="http://schemas.microsoft.com/office/drawing/2014/main" id="{A671A715-3108-8E98-50D4-DA14196AE3B9}"/>
              </a:ext>
            </a:extLst>
          </p:cNvPr>
          <p:cNvSpPr>
            <a:spLocks noGrp="1"/>
          </p:cNvSpPr>
          <p:nvPr>
            <p:ph idx="1"/>
          </p:nvPr>
        </p:nvSpPr>
        <p:spPr/>
        <p:txBody>
          <a:bodyPr vert="horz" lIns="91440" tIns="45720" rIns="91440" bIns="45720" rtlCol="0" anchor="t">
            <a:normAutofit fontScale="47500" lnSpcReduction="20000"/>
          </a:bodyPr>
          <a:lstStyle/>
          <a:p>
            <a:r>
              <a:rPr lang="en-US">
                <a:ea typeface="Calibri"/>
                <a:cs typeface="Calibri"/>
              </a:rPr>
              <a:t>I struggle with saying something like; 'please leave your agendas at the door'</a:t>
            </a:r>
          </a:p>
          <a:p>
            <a:r>
              <a:rPr lang="en-US">
                <a:ea typeface="Calibri"/>
                <a:cs typeface="Calibri"/>
              </a:rPr>
              <a:t>I know how important your thing is.. And I know you're justified, because after all; "THEM". I know how much you don't care for them. But; I know them. I had a barbecue with them, just last week. That thing they do that </a:t>
            </a:r>
            <a:r>
              <a:rPr lang="en-US" i="1">
                <a:ea typeface="Calibri"/>
                <a:cs typeface="Calibri"/>
              </a:rPr>
              <a:t>you</a:t>
            </a:r>
            <a:r>
              <a:rPr lang="en-US">
                <a:ea typeface="Calibri"/>
                <a:cs typeface="Calibri"/>
              </a:rPr>
              <a:t> hate? They insisted they be allowed. I told them no. Gotta say that same, here, to you. I know how important it is.. But it has to stay outside. </a:t>
            </a:r>
          </a:p>
          <a:p>
            <a:r>
              <a:rPr lang="en-US" sz="2700">
                <a:ea typeface="Calibri"/>
                <a:cs typeface="Calibri"/>
              </a:rPr>
              <a:t>Enough Proselytizing. </a:t>
            </a:r>
            <a:r>
              <a:rPr lang="en-US">
                <a:ea typeface="Calibri"/>
                <a:cs typeface="Calibri"/>
              </a:rPr>
              <a:t>Enough "mudslinging", I don't just mean politicians. Enough banners &amp; flags of all kinds. If it's any of a whole host of things currently tearing this country (&amp; the world) apart; I don't want it waved around in the parks</a:t>
            </a:r>
          </a:p>
          <a:p>
            <a:r>
              <a:rPr lang="en-US">
                <a:ea typeface="Calibri"/>
                <a:cs typeface="Calibri"/>
              </a:rPr>
              <a:t>Do we have the authority (or – for that matter – maybe even a moral obligation?) to say such things? </a:t>
            </a:r>
          </a:p>
          <a:p>
            <a:r>
              <a:rPr lang="en-US">
                <a:ea typeface="Calibri"/>
                <a:cs typeface="Calibri"/>
              </a:rPr>
              <a:t>I know, I know; WAY out of my lane.. But - I am at least going to be posing that question, if given half a chance. &amp; I'd welcome your input </a:t>
            </a:r>
          </a:p>
          <a:p>
            <a:r>
              <a:rPr lang="en-US">
                <a:ea typeface="Calibri"/>
                <a:cs typeface="Calibri"/>
              </a:rPr>
              <a:t>I feel we all deserve Parks ("Good -  D/C quality"). Inside of the parks; Oases ("Great – B"). In small pockets of Maximum Zen; Edens ("Perfect A-A++"). Picture a Japanese Garden. Let's create thousands of those, all over. If you are at peace with the people around you – you can </a:t>
            </a:r>
            <a:r>
              <a:rPr lang="en-US" i="1">
                <a:ea typeface="Calibri"/>
                <a:cs typeface="Calibri"/>
              </a:rPr>
              <a:t>earn</a:t>
            </a:r>
            <a:r>
              <a:rPr lang="en-US">
                <a:ea typeface="Calibri"/>
                <a:cs typeface="Calibri"/>
              </a:rPr>
              <a:t> visits there. Frank just gets them for you, based on feedback from interactions. He's always got you enrolled in that "Lottery" </a:t>
            </a:r>
          </a:p>
          <a:p>
            <a:r>
              <a:rPr lang="en-US">
                <a:ea typeface="Calibri"/>
                <a:cs typeface="Calibri"/>
              </a:rPr>
              <a:t>Honestly – there's No Way we create "Eden" when we are screaming at each other like this</a:t>
            </a:r>
          </a:p>
          <a:p>
            <a:r>
              <a:rPr lang="en-US">
                <a:ea typeface="Calibri"/>
                <a:cs typeface="Calibri"/>
              </a:rPr>
              <a:t>So – if you think </a:t>
            </a:r>
            <a:r>
              <a:rPr lang="en-US" i="1">
                <a:ea typeface="Calibri"/>
                <a:cs typeface="Calibri"/>
              </a:rPr>
              <a:t>your</a:t>
            </a:r>
            <a:r>
              <a:rPr lang="en-US">
                <a:ea typeface="Calibri"/>
                <a:cs typeface="Calibri"/>
              </a:rPr>
              <a:t> agenda – sorry – don't care which – supersedes that; I am sorry - I want this to be a club, not an "open to the public" business... I'd rather not do it at all, if we can't have at least ONE spot on this earth where we can be free of the damn noise.. Serenity Now!  :) </a:t>
            </a:r>
          </a:p>
          <a:p>
            <a:r>
              <a:rPr lang="en-US">
                <a:ea typeface="Calibri"/>
                <a:cs typeface="Calibri"/>
              </a:rPr>
              <a:t>I choose tranquility &amp; the pursuit of flying cars. If it's legal to say that that is the Guiding Principle #  1 ? .. those are the only two agenda items permitted. Everything else has to wait outside. Politics | Religion | Sexuality-related boundary-trampling | anything "incendiary" on the world stage.. I can only create a break from that (I feel?) by focusing on nature &amp; flying cars</a:t>
            </a:r>
          </a:p>
          <a:p>
            <a:r>
              <a:rPr lang="en-US">
                <a:ea typeface="Calibri"/>
                <a:cs typeface="Calibri"/>
              </a:rPr>
              <a:t>Part </a:t>
            </a:r>
            <a:r>
              <a:rPr lang="en-US" sz="2700">
                <a:ea typeface="Calibri"/>
                <a:cs typeface="Calibri"/>
              </a:rPr>
              <a:t>Rebel Scum. BORN Rebel Scum</a:t>
            </a:r>
            <a:r>
              <a:rPr lang="en-US">
                <a:ea typeface="Calibri"/>
                <a:cs typeface="Calibri"/>
              </a:rPr>
              <a:t>! But also part Empire. Sorry.. I honestly don't feel that we get there in the current state of humanity being nearly devoid of anything like accountability. Or a willingness to sit down, listen, &amp; compromise... Someone is going to need to codify that into the conditionality for something that people reach a place where they want it so bad; they're willing to agree to live a little tiny bit beyond "I GOT RIGHTS"</a:t>
            </a:r>
          </a:p>
        </p:txBody>
      </p:sp>
      <p:sp>
        <p:nvSpPr>
          <p:cNvPr id="5" name="Slide Number Placeholder 4">
            <a:extLst>
              <a:ext uri="{FF2B5EF4-FFF2-40B4-BE49-F238E27FC236}">
                <a16:creationId xmlns:a16="http://schemas.microsoft.com/office/drawing/2014/main" id="{D4161AAF-C6B2-9C61-466A-86A1373791F6}"/>
              </a:ext>
            </a:extLst>
          </p:cNvPr>
          <p:cNvSpPr>
            <a:spLocks noGrp="1"/>
          </p:cNvSpPr>
          <p:nvPr>
            <p:ph type="sldNum" sz="quarter" idx="12"/>
          </p:nvPr>
        </p:nvSpPr>
        <p:spPr/>
        <p:txBody>
          <a:bodyPr/>
          <a:lstStyle/>
          <a:p>
            <a:fld id="{330EA680-D336-4FF7-8B7A-9848BB0A1C32}" type="slidenum">
              <a:rPr lang="en-US" smtClean="0"/>
              <a:t>8</a:t>
            </a:fld>
            <a:endParaRPr lang="en-US"/>
          </a:p>
        </p:txBody>
      </p:sp>
      <p:sp>
        <p:nvSpPr>
          <p:cNvPr id="4" name="Footer Placeholder 3">
            <a:extLst>
              <a:ext uri="{FF2B5EF4-FFF2-40B4-BE49-F238E27FC236}">
                <a16:creationId xmlns:a16="http://schemas.microsoft.com/office/drawing/2014/main" id="{17163DFA-DA4C-9260-C497-9257CBB79A56}"/>
              </a:ext>
            </a:extLst>
          </p:cNvPr>
          <p:cNvSpPr>
            <a:spLocks noGrp="1"/>
          </p:cNvSpPr>
          <p:nvPr>
            <p:ph type="ftr" sz="quarter" idx="11"/>
          </p:nvPr>
        </p:nvSpPr>
        <p:spPr/>
        <p:txBody>
          <a:bodyPr/>
          <a:lstStyle/>
          <a:p>
            <a:r>
              <a:rPr lang="en-US"/>
              <a:t>Copyright 2023 - Charon Software - All Rights Reserved </a:t>
            </a:r>
          </a:p>
        </p:txBody>
      </p:sp>
    </p:spTree>
    <p:extLst>
      <p:ext uri="{BB962C8B-B14F-4D97-AF65-F5344CB8AC3E}">
        <p14:creationId xmlns:p14="http://schemas.microsoft.com/office/powerpoint/2010/main" val="409865326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0</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"A Case for Weirdoes" … ?  :)</vt:lpstr>
      <vt:lpstr>Something to Believe In</vt:lpstr>
      <vt:lpstr>Addendum – "Peel Back Time" &amp; have a see</vt:lpstr>
      <vt:lpstr>Addendum – Webcam on the Moon</vt:lpstr>
      <vt:lpstr>Flying Cars – closing thoughts, for now.. </vt:lpstr>
      <vt:lpstr>What's Next? </vt:lpstr>
      <vt:lpstr>Kick Starter ? Meetup? </vt:lpstr>
      <vt:lpstr>Addendum – "Morality Police" -&gt; Tranquility?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965</cp:revision>
  <dcterms:created xsi:type="dcterms:W3CDTF">2023-07-01T11:10:24Z</dcterms:created>
  <dcterms:modified xsi:type="dcterms:W3CDTF">2023-09-03T12:06:55Z</dcterms:modified>
</cp:coreProperties>
</file>