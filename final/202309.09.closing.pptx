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9" r:id="rId2"/>
    <p:sldId id="304" r:id="rId3"/>
    <p:sldId id="321" r:id="rId4"/>
    <p:sldId id="289" r:id="rId5"/>
    <p:sldId id="302" r:id="rId6"/>
    <p:sldId id="30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0D6592-E8B5-46E5-9B8D-07117D35C111}">
          <p14:sldIdLst>
            <p14:sldId id="299"/>
            <p14:sldId id="304"/>
            <p14:sldId id="321"/>
            <p14:sldId id="289"/>
            <p14:sldId id="302"/>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09F985-F149-4C5F-8B47-876A0F02611B}" v="196" dt="2023-07-09T16:56:03.518"/>
    <p1510:client id="{0BDED9F4-44CE-425C-96BA-E94E9F532312}" v="3584" dt="2023-07-08T15:38:03.634"/>
    <p1510:client id="{1223BCE1-4C89-41A7-8BEE-CB59582820A3}" v="249" dt="2023-07-08T16:16:33.004"/>
    <p1510:client id="{1D8C70B6-822F-45A3-9FA8-4D04D39FEA7F}" v="946" dt="2023-07-23T18:57:04.999"/>
    <p1510:client id="{2C89035A-D4C0-42E0-8F7B-602192D4449B}" v="18229" dt="2023-07-01T18:39:19.477"/>
    <p1510:client id="{42EDC90B-4339-41B8-BCE6-C8EF18E5B55E}" v="303" dt="2023-07-08T11:20:15.776"/>
    <p1510:client id="{437F9473-31E1-4FC1-A591-DF6B779AC242}" v="134" dt="2023-09-01T19:08:34.063"/>
    <p1510:client id="{440B02FF-CBA4-4939-A8C4-9DEDA1DD0B81}" v="898" dt="2023-07-23T18:16:14.708"/>
    <p1510:client id="{5BCE91C0-95A6-48B0-AF61-5AFECFED59A2}" v="118" dt="2023-07-09T15:04:15.203"/>
    <p1510:client id="{737A9984-4C3A-4A06-A56A-38548B16413A}" v="10" dt="2023-07-23T15:35:43.637"/>
    <p1510:client id="{75DACE6C-8541-45F6-BC50-3594DC9DD107}" v="4958" dt="2023-07-02T15:25:35.437"/>
    <p1510:client id="{78709633-10D0-46A9-B600-506D0A837346}" v="317" dt="2023-09-01T19:50:15.938"/>
    <p1510:client id="{84FDC6C0-EB0C-48F3-B9B4-1D7FAE88DCC6}" v="373" dt="2023-07-27T18:54:37.885"/>
    <p1510:client id="{887904E5-101B-4198-B41C-CB7CF2220861}" v="32" dt="2023-07-09T14:50:25.165"/>
    <p1510:client id="{8B7025ED-9249-4827-91F6-48E85415A15E}" v="643" dt="2023-09-03T13:20:46.424"/>
    <p1510:client id="{92EF2564-113B-429D-A8A2-071C7699B284}" v="11613" dt="2023-07-02T23:27:50.992"/>
    <p1510:client id="{9F28D5C8-2B8B-4C36-840A-84D9CE3ABDD9}" v="69" dt="2023-07-08T15:47:15.574"/>
    <p1510:client id="{A6BECA11-9D7C-43E7-A7C4-03BEAA99AD62}" v="78" dt="2023-07-08T17:19:20.380"/>
    <p1510:client id="{A79622ED-45C5-49CA-B4C5-3A324EB20FD8}" v="753" dt="2023-07-01T19:16:20.682"/>
    <p1510:client id="{B26B62FC-1869-4897-87A8-C4D70978CF54}" v="236" dt="2023-07-24T00:03:48.680"/>
    <p1510:client id="{B4B0189F-BBD9-48C2-B9B5-D6939AF870D8}" v="39" dt="2023-09-03T11:09:46.051"/>
    <p1510:client id="{C5C4C69A-C9AB-413A-9E04-A2ECC18226DA}" v="3" dt="2023-07-09T11:13:25.513"/>
    <p1510:client id="{D9BBC0EC-0D5B-42D0-A894-C3748449BDCD}" v="313" dt="2023-07-09T12:26:19.550"/>
    <p1510:client id="{E71E960E-2F63-4BB9-A55F-F31E851B72E7}" v="22" dt="2023-09-03T11:10:37.070"/>
    <p1510:client id="{F453DC0A-5A79-4B0E-A6BB-37057526593A}" v="50" dt="2023-07-09T18:22:19.420"/>
    <p1510:client id="{F53B665C-8E0F-4624-9FB6-6EF94641C9ED}" v="287" dt="2023-07-09T10:44:29.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DeRemer" userId="a37f3d2d141577c5" providerId="Windows Live" clId="Web-{8B7025ED-9249-4827-91F6-48E85415A15E}"/>
    <pc:docChg chg="addSld delSld modSld sldOrd modSection">
      <pc:chgData name="Jeff DeRemer" userId="a37f3d2d141577c5" providerId="Windows Live" clId="Web-{8B7025ED-9249-4827-91F6-48E85415A15E}" dt="2023-09-03T13:20:44.923" v="636" actId="20577"/>
      <pc:docMkLst>
        <pc:docMk/>
      </pc:docMkLst>
      <pc:sldChg chg="modSp">
        <pc:chgData name="Jeff DeRemer" userId="a37f3d2d141577c5" providerId="Windows Live" clId="Web-{8B7025ED-9249-4827-91F6-48E85415A15E}" dt="2023-09-03T13:00:27.392" v="402" actId="20577"/>
        <pc:sldMkLst>
          <pc:docMk/>
          <pc:sldMk cId="1487085672" sldId="289"/>
        </pc:sldMkLst>
        <pc:spChg chg="mod">
          <ac:chgData name="Jeff DeRemer" userId="a37f3d2d141577c5" providerId="Windows Live" clId="Web-{8B7025ED-9249-4827-91F6-48E85415A15E}" dt="2023-09-03T13:00:27.392" v="402" actId="20577"/>
          <ac:spMkLst>
            <pc:docMk/>
            <pc:sldMk cId="1487085672" sldId="289"/>
            <ac:spMk id="3" creationId="{35D0BBDA-8803-BE37-2613-0EDAF02F44B8}"/>
          </ac:spMkLst>
        </pc:spChg>
      </pc:sldChg>
      <pc:sldChg chg="del">
        <pc:chgData name="Jeff DeRemer" userId="a37f3d2d141577c5" providerId="Windows Live" clId="Web-{8B7025ED-9249-4827-91F6-48E85415A15E}" dt="2023-09-03T12:30:32.009" v="0"/>
        <pc:sldMkLst>
          <pc:docMk/>
          <pc:sldMk cId="3056689765" sldId="293"/>
        </pc:sldMkLst>
      </pc:sldChg>
      <pc:sldChg chg="del">
        <pc:chgData name="Jeff DeRemer" userId="a37f3d2d141577c5" providerId="Windows Live" clId="Web-{8B7025ED-9249-4827-91F6-48E85415A15E}" dt="2023-09-03T13:02:11.961" v="403"/>
        <pc:sldMkLst>
          <pc:docMk/>
          <pc:sldMk cId="1109033926" sldId="295"/>
        </pc:sldMkLst>
      </pc:sldChg>
      <pc:sldChg chg="modSp">
        <pc:chgData name="Jeff DeRemer" userId="a37f3d2d141577c5" providerId="Windows Live" clId="Web-{8B7025ED-9249-4827-91F6-48E85415A15E}" dt="2023-09-03T12:34:44.509" v="37" actId="20577"/>
        <pc:sldMkLst>
          <pc:docMk/>
          <pc:sldMk cId="3946900745" sldId="299"/>
        </pc:sldMkLst>
        <pc:spChg chg="mod">
          <ac:chgData name="Jeff DeRemer" userId="a37f3d2d141577c5" providerId="Windows Live" clId="Web-{8B7025ED-9249-4827-91F6-48E85415A15E}" dt="2023-09-03T12:34:44.509" v="37" actId="20577"/>
          <ac:spMkLst>
            <pc:docMk/>
            <pc:sldMk cId="3946900745" sldId="299"/>
            <ac:spMk id="3" creationId="{A1E87770-01A5-B22D-9FD5-4D43730A2611}"/>
          </ac:spMkLst>
        </pc:spChg>
      </pc:sldChg>
      <pc:sldChg chg="modSp">
        <pc:chgData name="Jeff DeRemer" userId="a37f3d2d141577c5" providerId="Windows Live" clId="Web-{8B7025ED-9249-4827-91F6-48E85415A15E}" dt="2023-09-03T13:20:44.923" v="636" actId="20577"/>
        <pc:sldMkLst>
          <pc:docMk/>
          <pc:sldMk cId="2227905725" sldId="301"/>
        </pc:sldMkLst>
        <pc:spChg chg="mod">
          <ac:chgData name="Jeff DeRemer" userId="a37f3d2d141577c5" providerId="Windows Live" clId="Web-{8B7025ED-9249-4827-91F6-48E85415A15E}" dt="2023-09-03T13:12:15.704" v="489" actId="20577"/>
          <ac:spMkLst>
            <pc:docMk/>
            <pc:sldMk cId="2227905725" sldId="301"/>
            <ac:spMk id="2" creationId="{D22F8E9A-5D3A-D8CF-ECB5-7C6A70492C1B}"/>
          </ac:spMkLst>
        </pc:spChg>
        <pc:spChg chg="mod">
          <ac:chgData name="Jeff DeRemer" userId="a37f3d2d141577c5" providerId="Windows Live" clId="Web-{8B7025ED-9249-4827-91F6-48E85415A15E}" dt="2023-09-03T13:20:44.923" v="636" actId="20577"/>
          <ac:spMkLst>
            <pc:docMk/>
            <pc:sldMk cId="2227905725" sldId="301"/>
            <ac:spMk id="3" creationId="{D69A567F-FFA9-404D-99D7-C7D9CEAD062C}"/>
          </ac:spMkLst>
        </pc:spChg>
      </pc:sldChg>
      <pc:sldChg chg="modSp">
        <pc:chgData name="Jeff DeRemer" userId="a37f3d2d141577c5" providerId="Windows Live" clId="Web-{8B7025ED-9249-4827-91F6-48E85415A15E}" dt="2023-09-03T13:07:11.857" v="441" actId="20577"/>
        <pc:sldMkLst>
          <pc:docMk/>
          <pc:sldMk cId="2536371849" sldId="302"/>
        </pc:sldMkLst>
        <pc:spChg chg="mod">
          <ac:chgData name="Jeff DeRemer" userId="a37f3d2d141577c5" providerId="Windows Live" clId="Web-{8B7025ED-9249-4827-91F6-48E85415A15E}" dt="2023-09-03T13:05:56.149" v="416" actId="20577"/>
          <ac:spMkLst>
            <pc:docMk/>
            <pc:sldMk cId="2536371849" sldId="302"/>
            <ac:spMk id="2" creationId="{FE13A037-6859-8AC4-94F1-CDA730FFF00E}"/>
          </ac:spMkLst>
        </pc:spChg>
        <pc:spChg chg="mod">
          <ac:chgData name="Jeff DeRemer" userId="a37f3d2d141577c5" providerId="Windows Live" clId="Web-{8B7025ED-9249-4827-91F6-48E85415A15E}" dt="2023-09-03T13:07:11.857" v="441" actId="20577"/>
          <ac:spMkLst>
            <pc:docMk/>
            <pc:sldMk cId="2536371849" sldId="302"/>
            <ac:spMk id="3" creationId="{A3C0D4D8-582A-F3CA-2766-0DE69A56D4C7}"/>
          </ac:spMkLst>
        </pc:spChg>
      </pc:sldChg>
      <pc:sldChg chg="del">
        <pc:chgData name="Jeff DeRemer" userId="a37f3d2d141577c5" providerId="Windows Live" clId="Web-{8B7025ED-9249-4827-91F6-48E85415A15E}" dt="2023-09-03T13:03:24.825" v="406"/>
        <pc:sldMkLst>
          <pc:docMk/>
          <pc:sldMk cId="4098653268" sldId="303"/>
        </pc:sldMkLst>
      </pc:sldChg>
      <pc:sldChg chg="modSp">
        <pc:chgData name="Jeff DeRemer" userId="a37f3d2d141577c5" providerId="Windows Live" clId="Web-{8B7025ED-9249-4827-91F6-48E85415A15E}" dt="2023-09-03T12:46:31.872" v="126" actId="20577"/>
        <pc:sldMkLst>
          <pc:docMk/>
          <pc:sldMk cId="2894770160" sldId="304"/>
        </pc:sldMkLst>
        <pc:spChg chg="mod">
          <ac:chgData name="Jeff DeRemer" userId="a37f3d2d141577c5" providerId="Windows Live" clId="Web-{8B7025ED-9249-4827-91F6-48E85415A15E}" dt="2023-09-03T12:46:31.872" v="126" actId="20577"/>
          <ac:spMkLst>
            <pc:docMk/>
            <pc:sldMk cId="2894770160" sldId="304"/>
            <ac:spMk id="3" creationId="{2F937BE4-4929-16C4-8E4A-1D00330A31F8}"/>
          </ac:spMkLst>
        </pc:spChg>
      </pc:sldChg>
      <pc:sldChg chg="del ord">
        <pc:chgData name="Jeff DeRemer" userId="a37f3d2d141577c5" providerId="Windows Live" clId="Web-{8B7025ED-9249-4827-91F6-48E85415A15E}" dt="2023-09-03T13:02:32.228" v="405"/>
        <pc:sldMkLst>
          <pc:docMk/>
          <pc:sldMk cId="1363589781" sldId="320"/>
        </pc:sldMkLst>
      </pc:sldChg>
      <pc:sldChg chg="modSp new">
        <pc:chgData name="Jeff DeRemer" userId="a37f3d2d141577c5" providerId="Windows Live" clId="Web-{8B7025ED-9249-4827-91F6-48E85415A15E}" dt="2023-09-03T12:49:46.618" v="153" actId="20577"/>
        <pc:sldMkLst>
          <pc:docMk/>
          <pc:sldMk cId="3260888231" sldId="321"/>
        </pc:sldMkLst>
        <pc:spChg chg="mod">
          <ac:chgData name="Jeff DeRemer" userId="a37f3d2d141577c5" providerId="Windows Live" clId="Web-{8B7025ED-9249-4827-91F6-48E85415A15E}" dt="2023-09-03T12:42:06.304" v="66" actId="20577"/>
          <ac:spMkLst>
            <pc:docMk/>
            <pc:sldMk cId="3260888231" sldId="321"/>
            <ac:spMk id="2" creationId="{8CD6714F-5268-1C79-ABA7-8ED8D44767F5}"/>
          </ac:spMkLst>
        </pc:spChg>
        <pc:spChg chg="mod">
          <ac:chgData name="Jeff DeRemer" userId="a37f3d2d141577c5" providerId="Windows Live" clId="Web-{8B7025ED-9249-4827-91F6-48E85415A15E}" dt="2023-09-03T12:49:46.618" v="153" actId="20577"/>
          <ac:spMkLst>
            <pc:docMk/>
            <pc:sldMk cId="3260888231" sldId="321"/>
            <ac:spMk id="3" creationId="{5A513BE7-7B92-A9C9-8C85-9B8A37DE1DD4}"/>
          </ac:spMkLst>
        </pc:spChg>
      </pc:sldChg>
    </pc:docChg>
  </pc:docChgLst>
  <pc:docChgLst>
    <pc:chgData name="Jeff DeRemer" userId="a37f3d2d141577c5" providerId="Windows Live" clId="Web-{1D8C70B6-822F-45A3-9FA8-4D04D39FEA7F}"/>
    <pc:docChg chg="addSld modSld sldOrd addSection delSection modSection">
      <pc:chgData name="Jeff DeRemer" userId="a37f3d2d141577c5" providerId="Windows Live" clId="Web-{1D8C70B6-822F-45A3-9FA8-4D04D39FEA7F}" dt="2023-07-23T18:57:04.999" v="959"/>
      <pc:docMkLst>
        <pc:docMk/>
      </pc:docMkLst>
      <pc:sldChg chg="modSp">
        <pc:chgData name="Jeff DeRemer" userId="a37f3d2d141577c5" providerId="Windows Live" clId="Web-{1D8C70B6-822F-45A3-9FA8-4D04D39FEA7F}" dt="2023-07-23T18:17:51.426" v="22" actId="20577"/>
        <pc:sldMkLst>
          <pc:docMk/>
          <pc:sldMk cId="1537062186" sldId="259"/>
        </pc:sldMkLst>
        <pc:spChg chg="mod">
          <ac:chgData name="Jeff DeRemer" userId="a37f3d2d141577c5" providerId="Windows Live" clId="Web-{1D8C70B6-822F-45A3-9FA8-4D04D39FEA7F}" dt="2023-07-23T18:17:51.426" v="22" actId="20577"/>
          <ac:spMkLst>
            <pc:docMk/>
            <pc:sldMk cId="1537062186" sldId="259"/>
            <ac:spMk id="3" creationId="{C94EAD4E-0DEF-F3E3-2CD3-304D0D8776E8}"/>
          </ac:spMkLst>
        </pc:spChg>
      </pc:sldChg>
      <pc:sldChg chg="modSp">
        <pc:chgData name="Jeff DeRemer" userId="a37f3d2d141577c5" providerId="Windows Live" clId="Web-{1D8C70B6-822F-45A3-9FA8-4D04D39FEA7F}" dt="2023-07-23T18:23:57.014" v="186" actId="20577"/>
        <pc:sldMkLst>
          <pc:docMk/>
          <pc:sldMk cId="3800418244" sldId="260"/>
        </pc:sldMkLst>
        <pc:spChg chg="mod">
          <ac:chgData name="Jeff DeRemer" userId="a37f3d2d141577c5" providerId="Windows Live" clId="Web-{1D8C70B6-822F-45A3-9FA8-4D04D39FEA7F}" dt="2023-07-23T18:23:57.014" v="186" actId="20577"/>
          <ac:spMkLst>
            <pc:docMk/>
            <pc:sldMk cId="3800418244" sldId="260"/>
            <ac:spMk id="3" creationId="{0C5B5C69-3010-67FC-1E38-ECFAC33F0253}"/>
          </ac:spMkLst>
        </pc:spChg>
      </pc:sldChg>
      <pc:sldChg chg="modSp">
        <pc:chgData name="Jeff DeRemer" userId="a37f3d2d141577c5" providerId="Windows Live" clId="Web-{1D8C70B6-822F-45A3-9FA8-4D04D39FEA7F}" dt="2023-07-23T18:19:50.226" v="90" actId="20577"/>
        <pc:sldMkLst>
          <pc:docMk/>
          <pc:sldMk cId="1862461135" sldId="261"/>
        </pc:sldMkLst>
        <pc:spChg chg="mod">
          <ac:chgData name="Jeff DeRemer" userId="a37f3d2d141577c5" providerId="Windows Live" clId="Web-{1D8C70B6-822F-45A3-9FA8-4D04D39FEA7F}" dt="2023-07-23T18:19:50.226" v="90" actId="20577"/>
          <ac:spMkLst>
            <pc:docMk/>
            <pc:sldMk cId="1862461135" sldId="261"/>
            <ac:spMk id="3" creationId="{4FA58D88-1C41-4DB8-50F5-C0148DF26DEC}"/>
          </ac:spMkLst>
        </pc:spChg>
      </pc:sldChg>
      <pc:sldChg chg="modSp ord">
        <pc:chgData name="Jeff DeRemer" userId="a37f3d2d141577c5" providerId="Windows Live" clId="Web-{1D8C70B6-822F-45A3-9FA8-4D04D39FEA7F}" dt="2023-07-23T18:24:14.780" v="190" actId="20577"/>
        <pc:sldMkLst>
          <pc:docMk/>
          <pc:sldMk cId="750474985" sldId="262"/>
        </pc:sldMkLst>
        <pc:spChg chg="mod">
          <ac:chgData name="Jeff DeRemer" userId="a37f3d2d141577c5" providerId="Windows Live" clId="Web-{1D8C70B6-822F-45A3-9FA8-4D04D39FEA7F}" dt="2023-07-23T18:22:51.091" v="180" actId="20577"/>
          <ac:spMkLst>
            <pc:docMk/>
            <pc:sldMk cId="750474985" sldId="262"/>
            <ac:spMk id="2" creationId="{720CAF6B-2713-2BF8-D39E-F92F43D744B3}"/>
          </ac:spMkLst>
        </pc:spChg>
        <pc:spChg chg="mod">
          <ac:chgData name="Jeff DeRemer" userId="a37f3d2d141577c5" providerId="Windows Live" clId="Web-{1D8C70B6-822F-45A3-9FA8-4D04D39FEA7F}" dt="2023-07-23T18:24:14.780" v="190" actId="20577"/>
          <ac:spMkLst>
            <pc:docMk/>
            <pc:sldMk cId="750474985" sldId="262"/>
            <ac:spMk id="3" creationId="{429D0DB0-413D-C8AB-1A23-F9C01F950E4C}"/>
          </ac:spMkLst>
        </pc:spChg>
      </pc:sldChg>
      <pc:sldChg chg="modSp">
        <pc:chgData name="Jeff DeRemer" userId="a37f3d2d141577c5" providerId="Windows Live" clId="Web-{1D8C70B6-822F-45A3-9FA8-4D04D39FEA7F}" dt="2023-07-23T18:21:50.230" v="165" actId="20577"/>
        <pc:sldMkLst>
          <pc:docMk/>
          <pc:sldMk cId="1604463162" sldId="263"/>
        </pc:sldMkLst>
        <pc:spChg chg="mod">
          <ac:chgData name="Jeff DeRemer" userId="a37f3d2d141577c5" providerId="Windows Live" clId="Web-{1D8C70B6-822F-45A3-9FA8-4D04D39FEA7F}" dt="2023-07-23T18:21:50.230" v="165" actId="20577"/>
          <ac:spMkLst>
            <pc:docMk/>
            <pc:sldMk cId="1604463162" sldId="263"/>
            <ac:spMk id="3" creationId="{FF35C628-9ED1-48A4-98A5-A82E3566925E}"/>
          </ac:spMkLst>
        </pc:spChg>
      </pc:sldChg>
      <pc:sldChg chg="modSp">
        <pc:chgData name="Jeff DeRemer" userId="a37f3d2d141577c5" providerId="Windows Live" clId="Web-{1D8C70B6-822F-45A3-9FA8-4D04D39FEA7F}" dt="2023-07-23T18:25:19.797" v="202" actId="20577"/>
        <pc:sldMkLst>
          <pc:docMk/>
          <pc:sldMk cId="98002227" sldId="264"/>
        </pc:sldMkLst>
        <pc:spChg chg="mod">
          <ac:chgData name="Jeff DeRemer" userId="a37f3d2d141577c5" providerId="Windows Live" clId="Web-{1D8C70B6-822F-45A3-9FA8-4D04D39FEA7F}" dt="2023-07-23T18:25:19.797" v="202" actId="20577"/>
          <ac:spMkLst>
            <pc:docMk/>
            <pc:sldMk cId="98002227" sldId="264"/>
            <ac:spMk id="3" creationId="{18544897-D0A9-DA82-41A4-10CBB57ECE59}"/>
          </ac:spMkLst>
        </pc:spChg>
      </pc:sldChg>
      <pc:sldChg chg="modSp">
        <pc:chgData name="Jeff DeRemer" userId="a37f3d2d141577c5" providerId="Windows Live" clId="Web-{1D8C70B6-822F-45A3-9FA8-4D04D39FEA7F}" dt="2023-07-23T18:26:20.424" v="208" actId="20577"/>
        <pc:sldMkLst>
          <pc:docMk/>
          <pc:sldMk cId="4027165043" sldId="265"/>
        </pc:sldMkLst>
        <pc:spChg chg="mod">
          <ac:chgData name="Jeff DeRemer" userId="a37f3d2d141577c5" providerId="Windows Live" clId="Web-{1D8C70B6-822F-45A3-9FA8-4D04D39FEA7F}" dt="2023-07-23T18:26:20.424" v="208" actId="20577"/>
          <ac:spMkLst>
            <pc:docMk/>
            <pc:sldMk cId="4027165043" sldId="265"/>
            <ac:spMk id="3" creationId="{4182CC16-3AE7-DF35-254E-91CD4D63E479}"/>
          </ac:spMkLst>
        </pc:spChg>
      </pc:sldChg>
      <pc:sldChg chg="modSp">
        <pc:chgData name="Jeff DeRemer" userId="a37f3d2d141577c5" providerId="Windows Live" clId="Web-{1D8C70B6-822F-45A3-9FA8-4D04D39FEA7F}" dt="2023-07-23T18:26:49.956" v="212" actId="20577"/>
        <pc:sldMkLst>
          <pc:docMk/>
          <pc:sldMk cId="1052964133" sldId="266"/>
        </pc:sldMkLst>
        <pc:spChg chg="mod">
          <ac:chgData name="Jeff DeRemer" userId="a37f3d2d141577c5" providerId="Windows Live" clId="Web-{1D8C70B6-822F-45A3-9FA8-4D04D39FEA7F}" dt="2023-07-23T18:26:49.956" v="212" actId="20577"/>
          <ac:spMkLst>
            <pc:docMk/>
            <pc:sldMk cId="1052964133" sldId="266"/>
            <ac:spMk id="3" creationId="{FB20C80A-234C-1B92-533C-D58FA0A04C61}"/>
          </ac:spMkLst>
        </pc:spChg>
      </pc:sldChg>
      <pc:sldChg chg="modSp">
        <pc:chgData name="Jeff DeRemer" userId="a37f3d2d141577c5" providerId="Windows Live" clId="Web-{1D8C70B6-822F-45A3-9FA8-4D04D39FEA7F}" dt="2023-07-23T18:29:39.116" v="357" actId="20577"/>
        <pc:sldMkLst>
          <pc:docMk/>
          <pc:sldMk cId="1079600738" sldId="267"/>
        </pc:sldMkLst>
        <pc:spChg chg="mod">
          <ac:chgData name="Jeff DeRemer" userId="a37f3d2d141577c5" providerId="Windows Live" clId="Web-{1D8C70B6-822F-45A3-9FA8-4D04D39FEA7F}" dt="2023-07-23T18:29:39.116" v="357" actId="20577"/>
          <ac:spMkLst>
            <pc:docMk/>
            <pc:sldMk cId="1079600738" sldId="267"/>
            <ac:spMk id="3" creationId="{D5A21A21-6D25-B829-492F-6BC8C1ADA0ED}"/>
          </ac:spMkLst>
        </pc:spChg>
      </pc:sldChg>
      <pc:sldChg chg="modSp">
        <pc:chgData name="Jeff DeRemer" userId="a37f3d2d141577c5" providerId="Windows Live" clId="Web-{1D8C70B6-822F-45A3-9FA8-4D04D39FEA7F}" dt="2023-07-23T18:30:00.710" v="362" actId="20577"/>
        <pc:sldMkLst>
          <pc:docMk/>
          <pc:sldMk cId="3059359370" sldId="268"/>
        </pc:sldMkLst>
        <pc:spChg chg="mod">
          <ac:chgData name="Jeff DeRemer" userId="a37f3d2d141577c5" providerId="Windows Live" clId="Web-{1D8C70B6-822F-45A3-9FA8-4D04D39FEA7F}" dt="2023-07-23T18:30:00.710" v="362" actId="20577"/>
          <ac:spMkLst>
            <pc:docMk/>
            <pc:sldMk cId="3059359370" sldId="268"/>
            <ac:spMk id="2" creationId="{BAE2503A-0488-D5C7-B302-07BABE5BDEFC}"/>
          </ac:spMkLst>
        </pc:spChg>
        <pc:spChg chg="mod">
          <ac:chgData name="Jeff DeRemer" userId="a37f3d2d141577c5" providerId="Windows Live" clId="Web-{1D8C70B6-822F-45A3-9FA8-4D04D39FEA7F}" dt="2023-07-23T18:29:53.148" v="359" actId="20577"/>
          <ac:spMkLst>
            <pc:docMk/>
            <pc:sldMk cId="3059359370" sldId="268"/>
            <ac:spMk id="3" creationId="{73345575-4215-69DF-BAC1-57E514E491CD}"/>
          </ac:spMkLst>
        </pc:spChg>
      </pc:sldChg>
      <pc:sldChg chg="modSp">
        <pc:chgData name="Jeff DeRemer" userId="a37f3d2d141577c5" providerId="Windows Live" clId="Web-{1D8C70B6-822F-45A3-9FA8-4D04D39FEA7F}" dt="2023-07-23T18:30:40.727" v="386" actId="20577"/>
        <pc:sldMkLst>
          <pc:docMk/>
          <pc:sldMk cId="4291219111" sldId="269"/>
        </pc:sldMkLst>
        <pc:spChg chg="mod">
          <ac:chgData name="Jeff DeRemer" userId="a37f3d2d141577c5" providerId="Windows Live" clId="Web-{1D8C70B6-822F-45A3-9FA8-4D04D39FEA7F}" dt="2023-07-23T18:30:31.242" v="384" actId="20577"/>
          <ac:spMkLst>
            <pc:docMk/>
            <pc:sldMk cId="4291219111" sldId="269"/>
            <ac:spMk id="2" creationId="{9247A437-3EC2-47AD-0CB0-00EE5C7560CD}"/>
          </ac:spMkLst>
        </pc:spChg>
        <pc:spChg chg="mod">
          <ac:chgData name="Jeff DeRemer" userId="a37f3d2d141577c5" providerId="Windows Live" clId="Web-{1D8C70B6-822F-45A3-9FA8-4D04D39FEA7F}" dt="2023-07-23T18:30:40.727" v="386" actId="20577"/>
          <ac:spMkLst>
            <pc:docMk/>
            <pc:sldMk cId="4291219111" sldId="269"/>
            <ac:spMk id="3" creationId="{0F18B9B2-A879-82B3-D71E-0BA6774BC0F8}"/>
          </ac:spMkLst>
        </pc:spChg>
      </pc:sldChg>
      <pc:sldChg chg="modSp">
        <pc:chgData name="Jeff DeRemer" userId="a37f3d2d141577c5" providerId="Windows Live" clId="Web-{1D8C70B6-822F-45A3-9FA8-4D04D39FEA7F}" dt="2023-07-23T18:39:31.474" v="707" actId="20577"/>
        <pc:sldMkLst>
          <pc:docMk/>
          <pc:sldMk cId="3628189326" sldId="270"/>
        </pc:sldMkLst>
        <pc:spChg chg="mod">
          <ac:chgData name="Jeff DeRemer" userId="a37f3d2d141577c5" providerId="Windows Live" clId="Web-{1D8C70B6-822F-45A3-9FA8-4D04D39FEA7F}" dt="2023-07-23T18:39:31.474" v="707" actId="20577"/>
          <ac:spMkLst>
            <pc:docMk/>
            <pc:sldMk cId="3628189326" sldId="270"/>
            <ac:spMk id="2" creationId="{9DB831FD-D532-CC05-3979-A33DE6AA6F6E}"/>
          </ac:spMkLst>
        </pc:spChg>
        <pc:spChg chg="mod">
          <ac:chgData name="Jeff DeRemer" userId="a37f3d2d141577c5" providerId="Windows Live" clId="Web-{1D8C70B6-822F-45A3-9FA8-4D04D39FEA7F}" dt="2023-07-23T18:39:29.115" v="705" actId="20577"/>
          <ac:spMkLst>
            <pc:docMk/>
            <pc:sldMk cId="3628189326" sldId="270"/>
            <ac:spMk id="3" creationId="{6F7476CC-B0F5-EBA0-A09C-F0614C089CE5}"/>
          </ac:spMkLst>
        </pc:spChg>
      </pc:sldChg>
      <pc:sldChg chg="modSp">
        <pc:chgData name="Jeff DeRemer" userId="a37f3d2d141577c5" providerId="Windows Live" clId="Web-{1D8C70B6-822F-45A3-9FA8-4D04D39FEA7F}" dt="2023-07-23T18:32:29.542" v="484" actId="20577"/>
        <pc:sldMkLst>
          <pc:docMk/>
          <pc:sldMk cId="4094167011" sldId="271"/>
        </pc:sldMkLst>
        <pc:spChg chg="mod">
          <ac:chgData name="Jeff DeRemer" userId="a37f3d2d141577c5" providerId="Windows Live" clId="Web-{1D8C70B6-822F-45A3-9FA8-4D04D39FEA7F}" dt="2023-07-23T18:32:29.542" v="484" actId="20577"/>
          <ac:spMkLst>
            <pc:docMk/>
            <pc:sldMk cId="4094167011" sldId="271"/>
            <ac:spMk id="3" creationId="{1149A847-D5C9-8EA2-01EB-CE8AF3A606C7}"/>
          </ac:spMkLst>
        </pc:spChg>
      </pc:sldChg>
      <pc:sldChg chg="modSp">
        <pc:chgData name="Jeff DeRemer" userId="a37f3d2d141577c5" providerId="Windows Live" clId="Web-{1D8C70B6-822F-45A3-9FA8-4D04D39FEA7F}" dt="2023-07-23T18:37:38.940" v="664" actId="20577"/>
        <pc:sldMkLst>
          <pc:docMk/>
          <pc:sldMk cId="1966568967" sldId="273"/>
        </pc:sldMkLst>
        <pc:spChg chg="mod">
          <ac:chgData name="Jeff DeRemer" userId="a37f3d2d141577c5" providerId="Windows Live" clId="Web-{1D8C70B6-822F-45A3-9FA8-4D04D39FEA7F}" dt="2023-07-23T18:37:38.940" v="664" actId="20577"/>
          <ac:spMkLst>
            <pc:docMk/>
            <pc:sldMk cId="1966568967" sldId="273"/>
            <ac:spMk id="2" creationId="{C4C77302-4BF8-065B-0985-42ED6C4A094E}"/>
          </ac:spMkLst>
        </pc:spChg>
        <pc:spChg chg="mod">
          <ac:chgData name="Jeff DeRemer" userId="a37f3d2d141577c5" providerId="Windows Live" clId="Web-{1D8C70B6-822F-45A3-9FA8-4D04D39FEA7F}" dt="2023-07-23T18:37:19.612" v="633" actId="20577"/>
          <ac:spMkLst>
            <pc:docMk/>
            <pc:sldMk cId="1966568967" sldId="273"/>
            <ac:spMk id="3" creationId="{FEC97AF6-D0E5-6CFC-5087-727547E76E49}"/>
          </ac:spMkLst>
        </pc:spChg>
      </pc:sldChg>
      <pc:sldChg chg="modSp">
        <pc:chgData name="Jeff DeRemer" userId="a37f3d2d141577c5" providerId="Windows Live" clId="Web-{1D8C70B6-822F-45A3-9FA8-4D04D39FEA7F}" dt="2023-07-23T18:40:21.647" v="713" actId="20577"/>
        <pc:sldMkLst>
          <pc:docMk/>
          <pc:sldMk cId="517718756" sldId="274"/>
        </pc:sldMkLst>
        <pc:spChg chg="mod">
          <ac:chgData name="Jeff DeRemer" userId="a37f3d2d141577c5" providerId="Windows Live" clId="Web-{1D8C70B6-822F-45A3-9FA8-4D04D39FEA7F}" dt="2023-07-23T18:40:21.647" v="713" actId="20577"/>
          <ac:spMkLst>
            <pc:docMk/>
            <pc:sldMk cId="517718756" sldId="274"/>
            <ac:spMk id="2" creationId="{DA44FD8D-74EE-A547-A9C3-112CE6388BDC}"/>
          </ac:spMkLst>
        </pc:spChg>
        <pc:spChg chg="mod">
          <ac:chgData name="Jeff DeRemer" userId="a37f3d2d141577c5" providerId="Windows Live" clId="Web-{1D8C70B6-822F-45A3-9FA8-4D04D39FEA7F}" dt="2023-07-23T18:40:14.975" v="710" actId="20577"/>
          <ac:spMkLst>
            <pc:docMk/>
            <pc:sldMk cId="517718756" sldId="274"/>
            <ac:spMk id="3" creationId="{36AB1BDB-E2A1-4202-92E8-6D3885AAD11B}"/>
          </ac:spMkLst>
        </pc:spChg>
      </pc:sldChg>
      <pc:sldChg chg="modSp">
        <pc:chgData name="Jeff DeRemer" userId="a37f3d2d141577c5" providerId="Windows Live" clId="Web-{1D8C70B6-822F-45A3-9FA8-4D04D39FEA7F}" dt="2023-07-23T18:36:56.298" v="631" actId="20577"/>
        <pc:sldMkLst>
          <pc:docMk/>
          <pc:sldMk cId="494778731" sldId="275"/>
        </pc:sldMkLst>
        <pc:spChg chg="mod">
          <ac:chgData name="Jeff DeRemer" userId="a37f3d2d141577c5" providerId="Windows Live" clId="Web-{1D8C70B6-822F-45A3-9FA8-4D04D39FEA7F}" dt="2023-07-23T18:36:56.298" v="631" actId="20577"/>
          <ac:spMkLst>
            <pc:docMk/>
            <pc:sldMk cId="494778731" sldId="275"/>
            <ac:spMk id="3" creationId="{62D247C3-81E2-E2CD-1A32-6248E469CEAD}"/>
          </ac:spMkLst>
        </pc:spChg>
      </pc:sldChg>
      <pc:sldChg chg="modSp">
        <pc:chgData name="Jeff DeRemer" userId="a37f3d2d141577c5" providerId="Windows Live" clId="Web-{1D8C70B6-822F-45A3-9FA8-4D04D39FEA7F}" dt="2023-07-23T18:41:12.414" v="728" actId="20577"/>
        <pc:sldMkLst>
          <pc:docMk/>
          <pc:sldMk cId="3591501101" sldId="276"/>
        </pc:sldMkLst>
        <pc:spChg chg="mod">
          <ac:chgData name="Jeff DeRemer" userId="a37f3d2d141577c5" providerId="Windows Live" clId="Web-{1D8C70B6-822F-45A3-9FA8-4D04D39FEA7F}" dt="2023-07-23T18:41:12.414" v="728" actId="20577"/>
          <ac:spMkLst>
            <pc:docMk/>
            <pc:sldMk cId="3591501101" sldId="276"/>
            <ac:spMk id="3" creationId="{0398F67A-659A-3AB8-CBA9-89F233418F8E}"/>
          </ac:spMkLst>
        </pc:spChg>
      </pc:sldChg>
      <pc:sldChg chg="modSp">
        <pc:chgData name="Jeff DeRemer" userId="a37f3d2d141577c5" providerId="Windows Live" clId="Web-{1D8C70B6-822F-45A3-9FA8-4D04D39FEA7F}" dt="2023-07-23T18:41:44.759" v="735" actId="20577"/>
        <pc:sldMkLst>
          <pc:docMk/>
          <pc:sldMk cId="2990784307" sldId="277"/>
        </pc:sldMkLst>
        <pc:spChg chg="mod">
          <ac:chgData name="Jeff DeRemer" userId="a37f3d2d141577c5" providerId="Windows Live" clId="Web-{1D8C70B6-822F-45A3-9FA8-4D04D39FEA7F}" dt="2023-07-23T18:41:44.759" v="735" actId="20577"/>
          <ac:spMkLst>
            <pc:docMk/>
            <pc:sldMk cId="2990784307" sldId="277"/>
            <ac:spMk id="3" creationId="{8505100E-6EFE-B8B7-5E92-053F23902331}"/>
          </ac:spMkLst>
        </pc:spChg>
      </pc:sldChg>
      <pc:sldChg chg="modSp">
        <pc:chgData name="Jeff DeRemer" userId="a37f3d2d141577c5" providerId="Windows Live" clId="Web-{1D8C70B6-822F-45A3-9FA8-4D04D39FEA7F}" dt="2023-07-23T18:42:44.838" v="742" actId="20577"/>
        <pc:sldMkLst>
          <pc:docMk/>
          <pc:sldMk cId="3744251568" sldId="278"/>
        </pc:sldMkLst>
        <pc:spChg chg="mod">
          <ac:chgData name="Jeff DeRemer" userId="a37f3d2d141577c5" providerId="Windows Live" clId="Web-{1D8C70B6-822F-45A3-9FA8-4D04D39FEA7F}" dt="2023-07-23T18:42:44.838" v="742" actId="20577"/>
          <ac:spMkLst>
            <pc:docMk/>
            <pc:sldMk cId="3744251568" sldId="278"/>
            <ac:spMk id="3" creationId="{FB490085-442A-F459-46C4-DE49E5A3B707}"/>
          </ac:spMkLst>
        </pc:spChg>
      </pc:sldChg>
      <pc:sldChg chg="modSp">
        <pc:chgData name="Jeff DeRemer" userId="a37f3d2d141577c5" providerId="Windows Live" clId="Web-{1D8C70B6-822F-45A3-9FA8-4D04D39FEA7F}" dt="2023-07-23T18:43:55.949" v="765" actId="20577"/>
        <pc:sldMkLst>
          <pc:docMk/>
          <pc:sldMk cId="3982399502" sldId="279"/>
        </pc:sldMkLst>
        <pc:spChg chg="mod">
          <ac:chgData name="Jeff DeRemer" userId="a37f3d2d141577c5" providerId="Windows Live" clId="Web-{1D8C70B6-822F-45A3-9FA8-4D04D39FEA7F}" dt="2023-07-23T18:43:55.949" v="765" actId="20577"/>
          <ac:spMkLst>
            <pc:docMk/>
            <pc:sldMk cId="3982399502" sldId="279"/>
            <ac:spMk id="3" creationId="{E9946A79-B7B2-74E9-63F9-ED6A04F68C26}"/>
          </ac:spMkLst>
        </pc:spChg>
      </pc:sldChg>
      <pc:sldChg chg="modSp">
        <pc:chgData name="Jeff DeRemer" userId="a37f3d2d141577c5" providerId="Windows Live" clId="Web-{1D8C70B6-822F-45A3-9FA8-4D04D39FEA7F}" dt="2023-07-23T18:44:08.403" v="768" actId="20577"/>
        <pc:sldMkLst>
          <pc:docMk/>
          <pc:sldMk cId="2746935985" sldId="280"/>
        </pc:sldMkLst>
        <pc:spChg chg="mod">
          <ac:chgData name="Jeff DeRemer" userId="a37f3d2d141577c5" providerId="Windows Live" clId="Web-{1D8C70B6-822F-45A3-9FA8-4D04D39FEA7F}" dt="2023-07-23T18:44:08.403" v="768" actId="20577"/>
          <ac:spMkLst>
            <pc:docMk/>
            <pc:sldMk cId="2746935985" sldId="280"/>
            <ac:spMk id="3" creationId="{2CC19F36-1038-F57E-91F2-B8DE49592B97}"/>
          </ac:spMkLst>
        </pc:spChg>
      </pc:sldChg>
      <pc:sldChg chg="modSp">
        <pc:chgData name="Jeff DeRemer" userId="a37f3d2d141577c5" providerId="Windows Live" clId="Web-{1D8C70B6-822F-45A3-9FA8-4D04D39FEA7F}" dt="2023-07-23T18:44:28.809" v="786" actId="20577"/>
        <pc:sldMkLst>
          <pc:docMk/>
          <pc:sldMk cId="1741603341" sldId="281"/>
        </pc:sldMkLst>
        <pc:spChg chg="mod">
          <ac:chgData name="Jeff DeRemer" userId="a37f3d2d141577c5" providerId="Windows Live" clId="Web-{1D8C70B6-822F-45A3-9FA8-4D04D39FEA7F}" dt="2023-07-23T18:44:28.809" v="786" actId="20577"/>
          <ac:spMkLst>
            <pc:docMk/>
            <pc:sldMk cId="1741603341" sldId="281"/>
            <ac:spMk id="2" creationId="{76059A4D-C0FA-3742-CB0A-83B93BEC2BE4}"/>
          </ac:spMkLst>
        </pc:spChg>
        <pc:spChg chg="mod">
          <ac:chgData name="Jeff DeRemer" userId="a37f3d2d141577c5" providerId="Windows Live" clId="Web-{1D8C70B6-822F-45A3-9FA8-4D04D39FEA7F}" dt="2023-07-23T18:44:19.059" v="770" actId="20577"/>
          <ac:spMkLst>
            <pc:docMk/>
            <pc:sldMk cId="1741603341" sldId="281"/>
            <ac:spMk id="3" creationId="{AE93F422-6E43-9151-FE4B-8F3515273467}"/>
          </ac:spMkLst>
        </pc:spChg>
      </pc:sldChg>
      <pc:sldChg chg="modSp">
        <pc:chgData name="Jeff DeRemer" userId="a37f3d2d141577c5" providerId="Windows Live" clId="Web-{1D8C70B6-822F-45A3-9FA8-4D04D39FEA7F}" dt="2023-07-23T18:45:46.343" v="804" actId="20577"/>
        <pc:sldMkLst>
          <pc:docMk/>
          <pc:sldMk cId="204965760" sldId="282"/>
        </pc:sldMkLst>
        <pc:spChg chg="mod">
          <ac:chgData name="Jeff DeRemer" userId="a37f3d2d141577c5" providerId="Windows Live" clId="Web-{1D8C70B6-822F-45A3-9FA8-4D04D39FEA7F}" dt="2023-07-23T18:45:46.343" v="804" actId="20577"/>
          <ac:spMkLst>
            <pc:docMk/>
            <pc:sldMk cId="204965760" sldId="282"/>
            <ac:spMk id="3" creationId="{214B1D8D-63BD-DD0B-C0F5-8839FC6374EC}"/>
          </ac:spMkLst>
        </pc:spChg>
      </pc:sldChg>
      <pc:sldChg chg="modSp">
        <pc:chgData name="Jeff DeRemer" userId="a37f3d2d141577c5" providerId="Windows Live" clId="Web-{1D8C70B6-822F-45A3-9FA8-4D04D39FEA7F}" dt="2023-07-23T18:45:07.404" v="791" actId="20577"/>
        <pc:sldMkLst>
          <pc:docMk/>
          <pc:sldMk cId="1861732289" sldId="283"/>
        </pc:sldMkLst>
        <pc:spChg chg="mod">
          <ac:chgData name="Jeff DeRemer" userId="a37f3d2d141577c5" providerId="Windows Live" clId="Web-{1D8C70B6-822F-45A3-9FA8-4D04D39FEA7F}" dt="2023-07-23T18:45:07.404" v="791" actId="20577"/>
          <ac:spMkLst>
            <pc:docMk/>
            <pc:sldMk cId="1861732289" sldId="283"/>
            <ac:spMk id="3" creationId="{A4DD8A52-93C3-307C-94F8-99CD4F67B3B0}"/>
          </ac:spMkLst>
        </pc:spChg>
      </pc:sldChg>
      <pc:sldChg chg="modSp">
        <pc:chgData name="Jeff DeRemer" userId="a37f3d2d141577c5" providerId="Windows Live" clId="Web-{1D8C70B6-822F-45A3-9FA8-4D04D39FEA7F}" dt="2023-07-23T18:47:01.563" v="867" actId="20577"/>
        <pc:sldMkLst>
          <pc:docMk/>
          <pc:sldMk cId="1987841433" sldId="284"/>
        </pc:sldMkLst>
        <pc:spChg chg="mod">
          <ac:chgData name="Jeff DeRemer" userId="a37f3d2d141577c5" providerId="Windows Live" clId="Web-{1D8C70B6-822F-45A3-9FA8-4D04D39FEA7F}" dt="2023-07-23T18:47:01.563" v="867" actId="20577"/>
          <ac:spMkLst>
            <pc:docMk/>
            <pc:sldMk cId="1987841433" sldId="284"/>
            <ac:spMk id="3" creationId="{167EB91F-F6C9-4B4F-90F3-7CA2D46122AE}"/>
          </ac:spMkLst>
        </pc:spChg>
      </pc:sldChg>
      <pc:sldChg chg="modSp">
        <pc:chgData name="Jeff DeRemer" userId="a37f3d2d141577c5" providerId="Windows Live" clId="Web-{1D8C70B6-822F-45A3-9FA8-4D04D39FEA7F}" dt="2023-07-23T18:48:25.612" v="921" actId="20577"/>
        <pc:sldMkLst>
          <pc:docMk/>
          <pc:sldMk cId="1112612059" sldId="285"/>
        </pc:sldMkLst>
        <pc:spChg chg="mod">
          <ac:chgData name="Jeff DeRemer" userId="a37f3d2d141577c5" providerId="Windows Live" clId="Web-{1D8C70B6-822F-45A3-9FA8-4D04D39FEA7F}" dt="2023-07-23T18:48:25.612" v="921" actId="20577"/>
          <ac:spMkLst>
            <pc:docMk/>
            <pc:sldMk cId="1112612059" sldId="285"/>
            <ac:spMk id="3" creationId="{2C233C5D-AE6E-EE9D-E247-48CB088754FF}"/>
          </ac:spMkLst>
        </pc:spChg>
      </pc:sldChg>
      <pc:sldChg chg="modSp">
        <pc:chgData name="Jeff DeRemer" userId="a37f3d2d141577c5" providerId="Windows Live" clId="Web-{1D8C70B6-822F-45A3-9FA8-4D04D39FEA7F}" dt="2023-07-23T18:48:39.925" v="924" actId="20577"/>
        <pc:sldMkLst>
          <pc:docMk/>
          <pc:sldMk cId="2771794891" sldId="286"/>
        </pc:sldMkLst>
        <pc:spChg chg="mod">
          <ac:chgData name="Jeff DeRemer" userId="a37f3d2d141577c5" providerId="Windows Live" clId="Web-{1D8C70B6-822F-45A3-9FA8-4D04D39FEA7F}" dt="2023-07-23T18:48:39.925" v="924" actId="20577"/>
          <ac:spMkLst>
            <pc:docMk/>
            <pc:sldMk cId="2771794891" sldId="286"/>
            <ac:spMk id="3" creationId="{E43A48AF-984B-687B-AB99-A4749E13FE18}"/>
          </ac:spMkLst>
        </pc:spChg>
      </pc:sldChg>
      <pc:sldChg chg="modSp">
        <pc:chgData name="Jeff DeRemer" userId="a37f3d2d141577c5" providerId="Windows Live" clId="Web-{1D8C70B6-822F-45A3-9FA8-4D04D39FEA7F}" dt="2023-07-23T18:48:01.393" v="918" actId="20577"/>
        <pc:sldMkLst>
          <pc:docMk/>
          <pc:sldMk cId="4209612668" sldId="287"/>
        </pc:sldMkLst>
        <pc:spChg chg="mod">
          <ac:chgData name="Jeff DeRemer" userId="a37f3d2d141577c5" providerId="Windows Live" clId="Web-{1D8C70B6-822F-45A3-9FA8-4D04D39FEA7F}" dt="2023-07-23T18:48:01.393" v="918" actId="20577"/>
          <ac:spMkLst>
            <pc:docMk/>
            <pc:sldMk cId="4209612668" sldId="287"/>
            <ac:spMk id="2" creationId="{2EF7659A-F540-6B95-C923-EA9F9DA2FDC8}"/>
          </ac:spMkLst>
        </pc:spChg>
      </pc:sldChg>
      <pc:sldChg chg="modSp">
        <pc:chgData name="Jeff DeRemer" userId="a37f3d2d141577c5" providerId="Windows Live" clId="Web-{1D8C70B6-822F-45A3-9FA8-4D04D39FEA7F}" dt="2023-07-23T18:49:14.644" v="927" actId="20577"/>
        <pc:sldMkLst>
          <pc:docMk/>
          <pc:sldMk cId="1175048660" sldId="288"/>
        </pc:sldMkLst>
        <pc:spChg chg="mod">
          <ac:chgData name="Jeff DeRemer" userId="a37f3d2d141577c5" providerId="Windows Live" clId="Web-{1D8C70B6-822F-45A3-9FA8-4D04D39FEA7F}" dt="2023-07-23T18:49:14.644" v="927" actId="20577"/>
          <ac:spMkLst>
            <pc:docMk/>
            <pc:sldMk cId="1175048660" sldId="288"/>
            <ac:spMk id="3" creationId="{E35BB5F5-DEF6-901B-798D-F75EF1BEE6C3}"/>
          </ac:spMkLst>
        </pc:spChg>
      </pc:sldChg>
      <pc:sldChg chg="modSp">
        <pc:chgData name="Jeff DeRemer" userId="a37f3d2d141577c5" providerId="Windows Live" clId="Web-{1D8C70B6-822F-45A3-9FA8-4D04D39FEA7F}" dt="2023-07-23T18:50:02.536" v="949" actId="20577"/>
        <pc:sldMkLst>
          <pc:docMk/>
          <pc:sldMk cId="1487085672" sldId="289"/>
        </pc:sldMkLst>
        <pc:spChg chg="mod">
          <ac:chgData name="Jeff DeRemer" userId="a37f3d2d141577c5" providerId="Windows Live" clId="Web-{1D8C70B6-822F-45A3-9FA8-4D04D39FEA7F}" dt="2023-07-23T18:50:02.536" v="949" actId="20577"/>
          <ac:spMkLst>
            <pc:docMk/>
            <pc:sldMk cId="1487085672" sldId="289"/>
            <ac:spMk id="3" creationId="{35D0BBDA-8803-BE37-2613-0EDAF02F44B8}"/>
          </ac:spMkLst>
        </pc:spChg>
      </pc:sldChg>
      <pc:sldChg chg="modSp">
        <pc:chgData name="Jeff DeRemer" userId="a37f3d2d141577c5" providerId="Windows Live" clId="Web-{1D8C70B6-822F-45A3-9FA8-4D04D39FEA7F}" dt="2023-07-23T18:46:05.390" v="827" actId="20577"/>
        <pc:sldMkLst>
          <pc:docMk/>
          <pc:sldMk cId="117291877" sldId="291"/>
        </pc:sldMkLst>
        <pc:spChg chg="mod">
          <ac:chgData name="Jeff DeRemer" userId="a37f3d2d141577c5" providerId="Windows Live" clId="Web-{1D8C70B6-822F-45A3-9FA8-4D04D39FEA7F}" dt="2023-07-23T18:45:59.671" v="825" actId="20577"/>
          <ac:spMkLst>
            <pc:docMk/>
            <pc:sldMk cId="117291877" sldId="291"/>
            <ac:spMk id="2" creationId="{7C7FA624-06C1-58CB-6EBF-6A6E06B55AA5}"/>
          </ac:spMkLst>
        </pc:spChg>
        <pc:spChg chg="mod">
          <ac:chgData name="Jeff DeRemer" userId="a37f3d2d141577c5" providerId="Windows Live" clId="Web-{1D8C70B6-822F-45A3-9FA8-4D04D39FEA7F}" dt="2023-07-23T18:46:05.390" v="827" actId="20577"/>
          <ac:spMkLst>
            <pc:docMk/>
            <pc:sldMk cId="117291877" sldId="291"/>
            <ac:spMk id="3" creationId="{64E1AC00-5F6F-8A57-76A4-5BD2487C9873}"/>
          </ac:spMkLst>
        </pc:spChg>
      </pc:sldChg>
      <pc:sldChg chg="modSp">
        <pc:chgData name="Jeff DeRemer" userId="a37f3d2d141577c5" providerId="Windows Live" clId="Web-{1D8C70B6-822F-45A3-9FA8-4D04D39FEA7F}" dt="2023-07-23T18:22:21.137" v="176" actId="20577"/>
        <pc:sldMkLst>
          <pc:docMk/>
          <pc:sldMk cId="2803421184" sldId="292"/>
        </pc:sldMkLst>
        <pc:spChg chg="mod">
          <ac:chgData name="Jeff DeRemer" userId="a37f3d2d141577c5" providerId="Windows Live" clId="Web-{1D8C70B6-822F-45A3-9FA8-4D04D39FEA7F}" dt="2023-07-23T18:22:21.137" v="176" actId="20577"/>
          <ac:spMkLst>
            <pc:docMk/>
            <pc:sldMk cId="2803421184" sldId="292"/>
            <ac:spMk id="3" creationId="{DABAC2CE-B759-65A2-A9AA-973000EA0D14}"/>
          </ac:spMkLst>
        </pc:spChg>
      </pc:sldChg>
      <pc:sldChg chg="modSp">
        <pc:chgData name="Jeff DeRemer" userId="a37f3d2d141577c5" providerId="Windows Live" clId="Web-{1D8C70B6-822F-45A3-9FA8-4D04D39FEA7F}" dt="2023-07-23T18:28:05.801" v="240" actId="20577"/>
        <pc:sldMkLst>
          <pc:docMk/>
          <pc:sldMk cId="2373186645" sldId="294"/>
        </pc:sldMkLst>
        <pc:spChg chg="mod">
          <ac:chgData name="Jeff DeRemer" userId="a37f3d2d141577c5" providerId="Windows Live" clId="Web-{1D8C70B6-822F-45A3-9FA8-4D04D39FEA7F}" dt="2023-07-23T18:27:53.692" v="238" actId="20577"/>
          <ac:spMkLst>
            <pc:docMk/>
            <pc:sldMk cId="2373186645" sldId="294"/>
            <ac:spMk id="2" creationId="{B2222F7C-0144-814E-2BAD-01A1646151D4}"/>
          </ac:spMkLst>
        </pc:spChg>
        <pc:spChg chg="mod">
          <ac:chgData name="Jeff DeRemer" userId="a37f3d2d141577c5" providerId="Windows Live" clId="Web-{1D8C70B6-822F-45A3-9FA8-4D04D39FEA7F}" dt="2023-07-23T18:28:05.801" v="240" actId="20577"/>
          <ac:spMkLst>
            <pc:docMk/>
            <pc:sldMk cId="2373186645" sldId="294"/>
            <ac:spMk id="3" creationId="{044EA9B4-6A65-9695-5C1B-998070458920}"/>
          </ac:spMkLst>
        </pc:spChg>
      </pc:sldChg>
      <pc:sldChg chg="modSp">
        <pc:chgData name="Jeff DeRemer" userId="a37f3d2d141577c5" providerId="Windows Live" clId="Web-{1D8C70B6-822F-45A3-9FA8-4D04D39FEA7F}" dt="2023-07-23T18:24:58.594" v="199" actId="20577"/>
        <pc:sldMkLst>
          <pc:docMk/>
          <pc:sldMk cId="4013399894" sldId="298"/>
        </pc:sldMkLst>
        <pc:spChg chg="mod">
          <ac:chgData name="Jeff DeRemer" userId="a37f3d2d141577c5" providerId="Windows Live" clId="Web-{1D8C70B6-822F-45A3-9FA8-4D04D39FEA7F}" dt="2023-07-23T18:24:58.594" v="199" actId="20577"/>
          <ac:spMkLst>
            <pc:docMk/>
            <pc:sldMk cId="4013399894" sldId="298"/>
            <ac:spMk id="2" creationId="{9FC04FDF-F6C6-A102-AAE8-320D1538DF86}"/>
          </ac:spMkLst>
        </pc:spChg>
        <pc:spChg chg="mod">
          <ac:chgData name="Jeff DeRemer" userId="a37f3d2d141577c5" providerId="Windows Live" clId="Web-{1D8C70B6-822F-45A3-9FA8-4D04D39FEA7F}" dt="2023-07-23T18:24:46.562" v="193" actId="20577"/>
          <ac:spMkLst>
            <pc:docMk/>
            <pc:sldMk cId="4013399894" sldId="298"/>
            <ac:spMk id="3" creationId="{6743DE19-7F4F-73A0-DA1F-334D05FC2A93}"/>
          </ac:spMkLst>
        </pc:spChg>
      </pc:sldChg>
      <pc:sldChg chg="modSp">
        <pc:chgData name="Jeff DeRemer" userId="a37f3d2d141577c5" providerId="Windows Live" clId="Web-{1D8C70B6-822F-45A3-9FA8-4D04D39FEA7F}" dt="2023-07-23T18:49:29.629" v="946" actId="20577"/>
        <pc:sldMkLst>
          <pc:docMk/>
          <pc:sldMk cId="586689482" sldId="300"/>
        </pc:sldMkLst>
        <pc:spChg chg="mod">
          <ac:chgData name="Jeff DeRemer" userId="a37f3d2d141577c5" providerId="Windows Live" clId="Web-{1D8C70B6-822F-45A3-9FA8-4D04D39FEA7F}" dt="2023-07-23T18:49:29.629" v="946" actId="20577"/>
          <ac:spMkLst>
            <pc:docMk/>
            <pc:sldMk cId="586689482" sldId="300"/>
            <ac:spMk id="2" creationId="{E396FD66-0FAC-C93C-0BC0-9B32126BDF21}"/>
          </ac:spMkLst>
        </pc:spChg>
      </pc:sldChg>
      <pc:sldChg chg="modSp">
        <pc:chgData name="Jeff DeRemer" userId="a37f3d2d141577c5" providerId="Windows Live" clId="Web-{1D8C70B6-822F-45A3-9FA8-4D04D39FEA7F}" dt="2023-07-23T18:34:50.858" v="530" actId="20577"/>
        <pc:sldMkLst>
          <pc:docMk/>
          <pc:sldMk cId="1935756779" sldId="305"/>
        </pc:sldMkLst>
        <pc:spChg chg="mod">
          <ac:chgData name="Jeff DeRemer" userId="a37f3d2d141577c5" providerId="Windows Live" clId="Web-{1D8C70B6-822F-45A3-9FA8-4D04D39FEA7F}" dt="2023-07-23T18:34:50.858" v="530" actId="20577"/>
          <ac:spMkLst>
            <pc:docMk/>
            <pc:sldMk cId="1935756779" sldId="305"/>
            <ac:spMk id="2" creationId="{3ACE7FED-C200-7B67-3E02-882BF64E67DD}"/>
          </ac:spMkLst>
        </pc:spChg>
      </pc:sldChg>
      <pc:sldChg chg="modSp">
        <pc:chgData name="Jeff DeRemer" userId="a37f3d2d141577c5" providerId="Windows Live" clId="Web-{1D8C70B6-822F-45A3-9FA8-4D04D39FEA7F}" dt="2023-07-23T18:47:37.783" v="898" actId="20577"/>
        <pc:sldMkLst>
          <pc:docMk/>
          <pc:sldMk cId="3166782752" sldId="306"/>
        </pc:sldMkLst>
        <pc:spChg chg="mod">
          <ac:chgData name="Jeff DeRemer" userId="a37f3d2d141577c5" providerId="Windows Live" clId="Web-{1D8C70B6-822F-45A3-9FA8-4D04D39FEA7F}" dt="2023-07-23T18:47:37.783" v="898" actId="20577"/>
          <ac:spMkLst>
            <pc:docMk/>
            <pc:sldMk cId="3166782752" sldId="306"/>
            <ac:spMk id="2" creationId="{772C3B8A-BFCD-230B-87C2-C9526DBB601C}"/>
          </ac:spMkLst>
        </pc:spChg>
      </pc:sldChg>
      <pc:sldChg chg="modSp">
        <pc:chgData name="Jeff DeRemer" userId="a37f3d2d141577c5" providerId="Windows Live" clId="Web-{1D8C70B6-822F-45A3-9FA8-4D04D39FEA7F}" dt="2023-07-23T18:27:13.784" v="219" actId="20577"/>
        <pc:sldMkLst>
          <pc:docMk/>
          <pc:sldMk cId="2145870571" sldId="307"/>
        </pc:sldMkLst>
        <pc:spChg chg="mod">
          <ac:chgData name="Jeff DeRemer" userId="a37f3d2d141577c5" providerId="Windows Live" clId="Web-{1D8C70B6-822F-45A3-9FA8-4D04D39FEA7F}" dt="2023-07-23T18:27:13.784" v="219" actId="20577"/>
          <ac:spMkLst>
            <pc:docMk/>
            <pc:sldMk cId="2145870571" sldId="307"/>
            <ac:spMk id="3" creationId="{E16765E4-91CB-D7BB-72DE-17157CA29AE6}"/>
          </ac:spMkLst>
        </pc:spChg>
      </pc:sldChg>
      <pc:sldChg chg="modSp">
        <pc:chgData name="Jeff DeRemer" userId="a37f3d2d141577c5" providerId="Windows Live" clId="Web-{1D8C70B6-822F-45A3-9FA8-4D04D39FEA7F}" dt="2023-07-23T18:27:40.832" v="236" actId="20577"/>
        <pc:sldMkLst>
          <pc:docMk/>
          <pc:sldMk cId="1173428035" sldId="308"/>
        </pc:sldMkLst>
        <pc:spChg chg="mod">
          <ac:chgData name="Jeff DeRemer" userId="a37f3d2d141577c5" providerId="Windows Live" clId="Web-{1D8C70B6-822F-45A3-9FA8-4D04D39FEA7F}" dt="2023-07-23T18:27:40.832" v="236" actId="20577"/>
          <ac:spMkLst>
            <pc:docMk/>
            <pc:sldMk cId="1173428035" sldId="308"/>
            <ac:spMk id="2" creationId="{7905709C-0522-4331-5D4F-CCBE2BEF0D9D}"/>
          </ac:spMkLst>
        </pc:spChg>
        <pc:spChg chg="mod">
          <ac:chgData name="Jeff DeRemer" userId="a37f3d2d141577c5" providerId="Windows Live" clId="Web-{1D8C70B6-822F-45A3-9FA8-4D04D39FEA7F}" dt="2023-07-23T18:27:28.941" v="221" actId="20577"/>
          <ac:spMkLst>
            <pc:docMk/>
            <pc:sldMk cId="1173428035" sldId="308"/>
            <ac:spMk id="3" creationId="{D8401FEB-2B12-65C9-4AB5-92E8C061DEA6}"/>
          </ac:spMkLst>
        </pc:spChg>
      </pc:sldChg>
      <pc:sldChg chg="modSp">
        <pc:chgData name="Jeff DeRemer" userId="a37f3d2d141577c5" providerId="Windows Live" clId="Web-{1D8C70B6-822F-45A3-9FA8-4D04D39FEA7F}" dt="2023-07-23T18:33:14.809" v="495" actId="20577"/>
        <pc:sldMkLst>
          <pc:docMk/>
          <pc:sldMk cId="322086555" sldId="312"/>
        </pc:sldMkLst>
        <pc:spChg chg="mod">
          <ac:chgData name="Jeff DeRemer" userId="a37f3d2d141577c5" providerId="Windows Live" clId="Web-{1D8C70B6-822F-45A3-9FA8-4D04D39FEA7F}" dt="2023-07-23T18:32:53.277" v="492" actId="20577"/>
          <ac:spMkLst>
            <pc:docMk/>
            <pc:sldMk cId="322086555" sldId="312"/>
            <ac:spMk id="2" creationId="{5FF6EBCF-D7C6-7D4F-E1F5-F35CACAB2D0A}"/>
          </ac:spMkLst>
        </pc:spChg>
        <pc:spChg chg="mod">
          <ac:chgData name="Jeff DeRemer" userId="a37f3d2d141577c5" providerId="Windows Live" clId="Web-{1D8C70B6-822F-45A3-9FA8-4D04D39FEA7F}" dt="2023-07-23T18:33:14.809" v="495" actId="20577"/>
          <ac:spMkLst>
            <pc:docMk/>
            <pc:sldMk cId="322086555" sldId="312"/>
            <ac:spMk id="3" creationId="{0167575D-D147-EA22-F445-19C81CCD42A4}"/>
          </ac:spMkLst>
        </pc:spChg>
      </pc:sldChg>
      <pc:sldChg chg="modSp">
        <pc:chgData name="Jeff DeRemer" userId="a37f3d2d141577c5" providerId="Windows Live" clId="Web-{1D8C70B6-822F-45A3-9FA8-4D04D39FEA7F}" dt="2023-07-23T18:18:06.692" v="24" actId="20577"/>
        <pc:sldMkLst>
          <pc:docMk/>
          <pc:sldMk cId="3588194236" sldId="315"/>
        </pc:sldMkLst>
        <pc:spChg chg="mod">
          <ac:chgData name="Jeff DeRemer" userId="a37f3d2d141577c5" providerId="Windows Live" clId="Web-{1D8C70B6-822F-45A3-9FA8-4D04D39FEA7F}" dt="2023-07-23T18:18:06.692" v="24" actId="20577"/>
          <ac:spMkLst>
            <pc:docMk/>
            <pc:sldMk cId="3588194236" sldId="315"/>
            <ac:spMk id="3" creationId="{8797E62F-9EFE-7982-AA44-CA6ED395C745}"/>
          </ac:spMkLst>
        </pc:spChg>
      </pc:sldChg>
      <pc:sldChg chg="modSp">
        <pc:chgData name="Jeff DeRemer" userId="a37f3d2d141577c5" providerId="Windows Live" clId="Web-{1D8C70B6-822F-45A3-9FA8-4D04D39FEA7F}" dt="2023-07-23T18:34:34.592" v="529" actId="20577"/>
        <pc:sldMkLst>
          <pc:docMk/>
          <pc:sldMk cId="3080211462" sldId="316"/>
        </pc:sldMkLst>
        <pc:spChg chg="mod">
          <ac:chgData name="Jeff DeRemer" userId="a37f3d2d141577c5" providerId="Windows Live" clId="Web-{1D8C70B6-822F-45A3-9FA8-4D04D39FEA7F}" dt="2023-07-23T18:34:34.592" v="529" actId="20577"/>
          <ac:spMkLst>
            <pc:docMk/>
            <pc:sldMk cId="3080211462" sldId="316"/>
            <ac:spMk id="3" creationId="{22CFC226-DC8E-64BB-56E7-EA99E3243D7F}"/>
          </ac:spMkLst>
        </pc:spChg>
      </pc:sldChg>
      <pc:sldChg chg="modSp">
        <pc:chgData name="Jeff DeRemer" userId="a37f3d2d141577c5" providerId="Windows Live" clId="Web-{1D8C70B6-822F-45A3-9FA8-4D04D39FEA7F}" dt="2023-07-23T18:53:09.509" v="952" actId="20577"/>
        <pc:sldMkLst>
          <pc:docMk/>
          <pc:sldMk cId="915020623" sldId="317"/>
        </pc:sldMkLst>
        <pc:spChg chg="mod">
          <ac:chgData name="Jeff DeRemer" userId="a37f3d2d141577c5" providerId="Windows Live" clId="Web-{1D8C70B6-822F-45A3-9FA8-4D04D39FEA7F}" dt="2023-07-23T18:53:09.509" v="952" actId="20577"/>
          <ac:spMkLst>
            <pc:docMk/>
            <pc:sldMk cId="915020623" sldId="317"/>
            <ac:spMk id="3" creationId="{594954C9-A707-69B0-D235-57E16BE68174}"/>
          </ac:spMkLst>
        </pc:spChg>
      </pc:sldChg>
      <pc:sldChg chg="new">
        <pc:chgData name="Jeff DeRemer" userId="a37f3d2d141577c5" providerId="Windows Live" clId="Web-{1D8C70B6-822F-45A3-9FA8-4D04D39FEA7F}" dt="2023-07-23T18:56:51.264" v="957"/>
        <pc:sldMkLst>
          <pc:docMk/>
          <pc:sldMk cId="1712350636" sldId="318"/>
        </pc:sldMkLst>
      </pc:sldChg>
    </pc:docChg>
  </pc:docChgLst>
  <pc:docChgLst>
    <pc:chgData name="Jeff DeRemer" userId="a37f3d2d141577c5" providerId="Windows Live" clId="Web-{B26B62FC-1869-4897-87A8-C4D70978CF54}"/>
    <pc:docChg chg="modSld sldOrd modSection">
      <pc:chgData name="Jeff DeRemer" userId="a37f3d2d141577c5" providerId="Windows Live" clId="Web-{B26B62FC-1869-4897-87A8-C4D70978CF54}" dt="2023-07-24T00:03:48.680" v="236" actId="20577"/>
      <pc:docMkLst>
        <pc:docMk/>
      </pc:docMkLst>
      <pc:sldChg chg="modSp">
        <pc:chgData name="Jeff DeRemer" userId="a37f3d2d141577c5" providerId="Windows Live" clId="Web-{B26B62FC-1869-4897-87A8-C4D70978CF54}" dt="2023-07-23T23:06:32.103" v="61" actId="20577"/>
        <pc:sldMkLst>
          <pc:docMk/>
          <pc:sldMk cId="1537062186" sldId="259"/>
        </pc:sldMkLst>
        <pc:spChg chg="mod">
          <ac:chgData name="Jeff DeRemer" userId="a37f3d2d141577c5" providerId="Windows Live" clId="Web-{B26B62FC-1869-4897-87A8-C4D70978CF54}" dt="2023-07-23T23:06:32.103" v="61" actId="20577"/>
          <ac:spMkLst>
            <pc:docMk/>
            <pc:sldMk cId="1537062186" sldId="259"/>
            <ac:spMk id="3" creationId="{C94EAD4E-0DEF-F3E3-2CD3-304D0D8776E8}"/>
          </ac:spMkLst>
        </pc:spChg>
      </pc:sldChg>
      <pc:sldChg chg="ord">
        <pc:chgData name="Jeff DeRemer" userId="a37f3d2d141577c5" providerId="Windows Live" clId="Web-{B26B62FC-1869-4897-87A8-C4D70978CF54}" dt="2023-07-23T23:25:23.738" v="101"/>
        <pc:sldMkLst>
          <pc:docMk/>
          <pc:sldMk cId="3800418244" sldId="260"/>
        </pc:sldMkLst>
      </pc:sldChg>
      <pc:sldChg chg="modSp">
        <pc:chgData name="Jeff DeRemer" userId="a37f3d2d141577c5" providerId="Windows Live" clId="Web-{B26B62FC-1869-4897-87A8-C4D70978CF54}" dt="2023-07-23T23:09:16.624" v="69" actId="20577"/>
        <pc:sldMkLst>
          <pc:docMk/>
          <pc:sldMk cId="1862461135" sldId="261"/>
        </pc:sldMkLst>
        <pc:spChg chg="mod">
          <ac:chgData name="Jeff DeRemer" userId="a37f3d2d141577c5" providerId="Windows Live" clId="Web-{B26B62FC-1869-4897-87A8-C4D70978CF54}" dt="2023-07-23T23:09:16.624" v="69" actId="20577"/>
          <ac:spMkLst>
            <pc:docMk/>
            <pc:sldMk cId="1862461135" sldId="261"/>
            <ac:spMk id="3" creationId="{4FA58D88-1C41-4DB8-50F5-C0148DF26DEC}"/>
          </ac:spMkLst>
        </pc:spChg>
      </pc:sldChg>
      <pc:sldChg chg="modSp ord">
        <pc:chgData name="Jeff DeRemer" userId="a37f3d2d141577c5" providerId="Windows Live" clId="Web-{B26B62FC-1869-4897-87A8-C4D70978CF54}" dt="2023-07-23T23:29:38.465" v="111"/>
        <pc:sldMkLst>
          <pc:docMk/>
          <pc:sldMk cId="750474985" sldId="262"/>
        </pc:sldMkLst>
        <pc:spChg chg="mod">
          <ac:chgData name="Jeff DeRemer" userId="a37f3d2d141577c5" providerId="Windows Live" clId="Web-{B26B62FC-1869-4897-87A8-C4D70978CF54}" dt="2023-07-23T23:24:27.704" v="96" actId="20577"/>
          <ac:spMkLst>
            <pc:docMk/>
            <pc:sldMk cId="750474985" sldId="262"/>
            <ac:spMk id="3" creationId="{429D0DB0-413D-C8AB-1A23-F9C01F950E4C}"/>
          </ac:spMkLst>
        </pc:spChg>
      </pc:sldChg>
      <pc:sldChg chg="ord">
        <pc:chgData name="Jeff DeRemer" userId="a37f3d2d141577c5" providerId="Windows Live" clId="Web-{B26B62FC-1869-4897-87A8-C4D70978CF54}" dt="2023-07-23T23:38:37.546" v="124"/>
        <pc:sldMkLst>
          <pc:docMk/>
          <pc:sldMk cId="3059359370" sldId="268"/>
        </pc:sldMkLst>
      </pc:sldChg>
      <pc:sldChg chg="modSp">
        <pc:chgData name="Jeff DeRemer" userId="a37f3d2d141577c5" providerId="Windows Live" clId="Web-{B26B62FC-1869-4897-87A8-C4D70978CF54}" dt="2023-07-23T23:30:34.545" v="113" actId="20577"/>
        <pc:sldMkLst>
          <pc:docMk/>
          <pc:sldMk cId="4291219111" sldId="269"/>
        </pc:sldMkLst>
        <pc:spChg chg="mod">
          <ac:chgData name="Jeff DeRemer" userId="a37f3d2d141577c5" providerId="Windows Live" clId="Web-{B26B62FC-1869-4897-87A8-C4D70978CF54}" dt="2023-07-23T23:30:34.545" v="113" actId="20577"/>
          <ac:spMkLst>
            <pc:docMk/>
            <pc:sldMk cId="4291219111" sldId="269"/>
            <ac:spMk id="2" creationId="{9247A437-3EC2-47AD-0CB0-00EE5C7560CD}"/>
          </ac:spMkLst>
        </pc:spChg>
      </pc:sldChg>
      <pc:sldChg chg="modSp ord">
        <pc:chgData name="Jeff DeRemer" userId="a37f3d2d141577c5" providerId="Windows Live" clId="Web-{B26B62FC-1869-4897-87A8-C4D70978CF54}" dt="2023-07-23T23:25:05.924" v="98"/>
        <pc:sldMkLst>
          <pc:docMk/>
          <pc:sldMk cId="3628189326" sldId="270"/>
        </pc:sldMkLst>
        <pc:spChg chg="mod">
          <ac:chgData name="Jeff DeRemer" userId="a37f3d2d141577c5" providerId="Windows Live" clId="Web-{B26B62FC-1869-4897-87A8-C4D70978CF54}" dt="2023-07-23T23:14:35.963" v="72" actId="20577"/>
          <ac:spMkLst>
            <pc:docMk/>
            <pc:sldMk cId="3628189326" sldId="270"/>
            <ac:spMk id="2" creationId="{9DB831FD-D532-CC05-3979-A33DE6AA6F6E}"/>
          </ac:spMkLst>
        </pc:spChg>
      </pc:sldChg>
      <pc:sldChg chg="modSp">
        <pc:chgData name="Jeff DeRemer" userId="a37f3d2d141577c5" providerId="Windows Live" clId="Web-{B26B62FC-1869-4897-87A8-C4D70978CF54}" dt="2023-07-23T23:45:23.185" v="147" actId="20577"/>
        <pc:sldMkLst>
          <pc:docMk/>
          <pc:sldMk cId="1966568967" sldId="273"/>
        </pc:sldMkLst>
        <pc:spChg chg="mod">
          <ac:chgData name="Jeff DeRemer" userId="a37f3d2d141577c5" providerId="Windows Live" clId="Web-{B26B62FC-1869-4897-87A8-C4D70978CF54}" dt="2023-07-23T23:45:23.185" v="147" actId="20577"/>
          <ac:spMkLst>
            <pc:docMk/>
            <pc:sldMk cId="1966568967" sldId="273"/>
            <ac:spMk id="2" creationId="{C4C77302-4BF8-065B-0985-42ED6C4A094E}"/>
          </ac:spMkLst>
        </pc:spChg>
      </pc:sldChg>
      <pc:sldChg chg="modSp">
        <pc:chgData name="Jeff DeRemer" userId="a37f3d2d141577c5" providerId="Windows Live" clId="Web-{B26B62FC-1869-4897-87A8-C4D70978CF54}" dt="2023-07-23T23:48:23.050" v="166" actId="20577"/>
        <pc:sldMkLst>
          <pc:docMk/>
          <pc:sldMk cId="517718756" sldId="274"/>
        </pc:sldMkLst>
        <pc:spChg chg="mod">
          <ac:chgData name="Jeff DeRemer" userId="a37f3d2d141577c5" providerId="Windows Live" clId="Web-{B26B62FC-1869-4897-87A8-C4D70978CF54}" dt="2023-07-23T23:45:37.248" v="149" actId="20577"/>
          <ac:spMkLst>
            <pc:docMk/>
            <pc:sldMk cId="517718756" sldId="274"/>
            <ac:spMk id="2" creationId="{DA44FD8D-74EE-A547-A9C3-112CE6388BDC}"/>
          </ac:spMkLst>
        </pc:spChg>
        <pc:spChg chg="mod">
          <ac:chgData name="Jeff DeRemer" userId="a37f3d2d141577c5" providerId="Windows Live" clId="Web-{B26B62FC-1869-4897-87A8-C4D70978CF54}" dt="2023-07-23T23:48:23.050" v="166" actId="20577"/>
          <ac:spMkLst>
            <pc:docMk/>
            <pc:sldMk cId="517718756" sldId="274"/>
            <ac:spMk id="3" creationId="{36AB1BDB-E2A1-4202-92E8-6D3885AAD11B}"/>
          </ac:spMkLst>
        </pc:spChg>
      </pc:sldChg>
      <pc:sldChg chg="modSp">
        <pc:chgData name="Jeff DeRemer" userId="a37f3d2d141577c5" providerId="Windows Live" clId="Web-{B26B62FC-1869-4897-87A8-C4D70978CF54}" dt="2023-07-23T23:50:19.445" v="185" actId="20577"/>
        <pc:sldMkLst>
          <pc:docMk/>
          <pc:sldMk cId="2990784307" sldId="277"/>
        </pc:sldMkLst>
        <pc:spChg chg="mod">
          <ac:chgData name="Jeff DeRemer" userId="a37f3d2d141577c5" providerId="Windows Live" clId="Web-{B26B62FC-1869-4897-87A8-C4D70978CF54}" dt="2023-07-23T23:50:19.445" v="185" actId="20577"/>
          <ac:spMkLst>
            <pc:docMk/>
            <pc:sldMk cId="2990784307" sldId="277"/>
            <ac:spMk id="3" creationId="{8505100E-6EFE-B8B7-5E92-053F23902331}"/>
          </ac:spMkLst>
        </pc:spChg>
      </pc:sldChg>
      <pc:sldChg chg="modSp ord">
        <pc:chgData name="Jeff DeRemer" userId="a37f3d2d141577c5" providerId="Windows Live" clId="Web-{B26B62FC-1869-4897-87A8-C4D70978CF54}" dt="2023-07-24T00:00:11.795" v="232"/>
        <pc:sldMkLst>
          <pc:docMk/>
          <pc:sldMk cId="3744251568" sldId="278"/>
        </pc:sldMkLst>
        <pc:spChg chg="mod">
          <ac:chgData name="Jeff DeRemer" userId="a37f3d2d141577c5" providerId="Windows Live" clId="Web-{B26B62FC-1869-4897-87A8-C4D70978CF54}" dt="2023-07-23T23:51:15.087" v="192" actId="20577"/>
          <ac:spMkLst>
            <pc:docMk/>
            <pc:sldMk cId="3744251568" sldId="278"/>
            <ac:spMk id="3" creationId="{FB490085-442A-F459-46C4-DE49E5A3B707}"/>
          </ac:spMkLst>
        </pc:spChg>
      </pc:sldChg>
      <pc:sldChg chg="modSp">
        <pc:chgData name="Jeff DeRemer" userId="a37f3d2d141577c5" providerId="Windows Live" clId="Web-{B26B62FC-1869-4897-87A8-C4D70978CF54}" dt="2023-07-23T23:53:55.968" v="208" actId="20577"/>
        <pc:sldMkLst>
          <pc:docMk/>
          <pc:sldMk cId="3982399502" sldId="279"/>
        </pc:sldMkLst>
        <pc:spChg chg="mod">
          <ac:chgData name="Jeff DeRemer" userId="a37f3d2d141577c5" providerId="Windows Live" clId="Web-{B26B62FC-1869-4897-87A8-C4D70978CF54}" dt="2023-07-23T23:53:55.968" v="208" actId="20577"/>
          <ac:spMkLst>
            <pc:docMk/>
            <pc:sldMk cId="3982399502" sldId="279"/>
            <ac:spMk id="3" creationId="{E9946A79-B7B2-74E9-63F9-ED6A04F68C26}"/>
          </ac:spMkLst>
        </pc:spChg>
      </pc:sldChg>
      <pc:sldChg chg="modSp">
        <pc:chgData name="Jeff DeRemer" userId="a37f3d2d141577c5" providerId="Windows Live" clId="Web-{B26B62FC-1869-4897-87A8-C4D70978CF54}" dt="2023-07-24T00:00:24.717" v="234" actId="20577"/>
        <pc:sldMkLst>
          <pc:docMk/>
          <pc:sldMk cId="2746935985" sldId="280"/>
        </pc:sldMkLst>
        <pc:spChg chg="mod">
          <ac:chgData name="Jeff DeRemer" userId="a37f3d2d141577c5" providerId="Windows Live" clId="Web-{B26B62FC-1869-4897-87A8-C4D70978CF54}" dt="2023-07-24T00:00:24.717" v="234" actId="20577"/>
          <ac:spMkLst>
            <pc:docMk/>
            <pc:sldMk cId="2746935985" sldId="280"/>
            <ac:spMk id="3" creationId="{2CC19F36-1038-F57E-91F2-B8DE49592B97}"/>
          </ac:spMkLst>
        </pc:spChg>
      </pc:sldChg>
      <pc:sldChg chg="modSp">
        <pc:chgData name="Jeff DeRemer" userId="a37f3d2d141577c5" providerId="Windows Live" clId="Web-{B26B62FC-1869-4897-87A8-C4D70978CF54}" dt="2023-07-23T23:33:16.144" v="118" actId="20577"/>
        <pc:sldMkLst>
          <pc:docMk/>
          <pc:sldMk cId="1861732289" sldId="283"/>
        </pc:sldMkLst>
        <pc:spChg chg="mod">
          <ac:chgData name="Jeff DeRemer" userId="a37f3d2d141577c5" providerId="Windows Live" clId="Web-{B26B62FC-1869-4897-87A8-C4D70978CF54}" dt="2023-07-23T23:33:16.144" v="118" actId="20577"/>
          <ac:spMkLst>
            <pc:docMk/>
            <pc:sldMk cId="1861732289" sldId="283"/>
            <ac:spMk id="3" creationId="{A4DD8A52-93C3-307C-94F8-99CD4F67B3B0}"/>
          </ac:spMkLst>
        </pc:spChg>
      </pc:sldChg>
      <pc:sldChg chg="modSp">
        <pc:chgData name="Jeff DeRemer" userId="a37f3d2d141577c5" providerId="Windows Live" clId="Web-{B26B62FC-1869-4897-87A8-C4D70978CF54}" dt="2023-07-23T23:17:30.922" v="74" actId="20577"/>
        <pc:sldMkLst>
          <pc:docMk/>
          <pc:sldMk cId="2771794891" sldId="286"/>
        </pc:sldMkLst>
        <pc:spChg chg="mod">
          <ac:chgData name="Jeff DeRemer" userId="a37f3d2d141577c5" providerId="Windows Live" clId="Web-{B26B62FC-1869-4897-87A8-C4D70978CF54}" dt="2023-07-23T23:17:30.922" v="74" actId="20577"/>
          <ac:spMkLst>
            <pc:docMk/>
            <pc:sldMk cId="2771794891" sldId="286"/>
            <ac:spMk id="3" creationId="{E43A48AF-984B-687B-AB99-A4749E13FE18}"/>
          </ac:spMkLst>
        </pc:spChg>
      </pc:sldChg>
      <pc:sldChg chg="modSp">
        <pc:chgData name="Jeff DeRemer" userId="a37f3d2d141577c5" providerId="Windows Live" clId="Web-{B26B62FC-1869-4897-87A8-C4D70978CF54}" dt="2023-07-23T23:00:59.357" v="1" actId="20577"/>
        <pc:sldMkLst>
          <pc:docMk/>
          <pc:sldMk cId="4076531934" sldId="290"/>
        </pc:sldMkLst>
        <pc:spChg chg="mod">
          <ac:chgData name="Jeff DeRemer" userId="a37f3d2d141577c5" providerId="Windows Live" clId="Web-{B26B62FC-1869-4897-87A8-C4D70978CF54}" dt="2023-07-23T23:00:59.357" v="1" actId="20577"/>
          <ac:spMkLst>
            <pc:docMk/>
            <pc:sldMk cId="4076531934" sldId="290"/>
            <ac:spMk id="3" creationId="{960B53B4-EA2F-EDEB-811E-08923203A428}"/>
          </ac:spMkLst>
        </pc:spChg>
      </pc:sldChg>
      <pc:sldChg chg="modSp ord">
        <pc:chgData name="Jeff DeRemer" userId="a37f3d2d141577c5" providerId="Windows Live" clId="Web-{B26B62FC-1869-4897-87A8-C4D70978CF54}" dt="2023-07-23T23:28:17.493" v="108" actId="20577"/>
        <pc:sldMkLst>
          <pc:docMk/>
          <pc:sldMk cId="117291877" sldId="291"/>
        </pc:sldMkLst>
        <pc:spChg chg="mod">
          <ac:chgData name="Jeff DeRemer" userId="a37f3d2d141577c5" providerId="Windows Live" clId="Web-{B26B62FC-1869-4897-87A8-C4D70978CF54}" dt="2023-07-23T23:28:17.493" v="108" actId="20577"/>
          <ac:spMkLst>
            <pc:docMk/>
            <pc:sldMk cId="117291877" sldId="291"/>
            <ac:spMk id="2" creationId="{7C7FA624-06C1-58CB-6EBF-6A6E06B55AA5}"/>
          </ac:spMkLst>
        </pc:spChg>
      </pc:sldChg>
      <pc:sldChg chg="ord">
        <pc:chgData name="Jeff DeRemer" userId="a37f3d2d141577c5" providerId="Windows Live" clId="Web-{B26B62FC-1869-4897-87A8-C4D70978CF54}" dt="2023-07-23T23:29:23.511" v="109"/>
        <pc:sldMkLst>
          <pc:docMk/>
          <pc:sldMk cId="3056689765" sldId="293"/>
        </pc:sldMkLst>
      </pc:sldChg>
      <pc:sldChg chg="modSp">
        <pc:chgData name="Jeff DeRemer" userId="a37f3d2d141577c5" providerId="Windows Live" clId="Web-{B26B62FC-1869-4897-87A8-C4D70978CF54}" dt="2023-07-23T23:30:30.310" v="112" actId="20577"/>
        <pc:sldMkLst>
          <pc:docMk/>
          <pc:sldMk cId="2373186645" sldId="294"/>
        </pc:sldMkLst>
        <pc:spChg chg="mod">
          <ac:chgData name="Jeff DeRemer" userId="a37f3d2d141577c5" providerId="Windows Live" clId="Web-{B26B62FC-1869-4897-87A8-C4D70978CF54}" dt="2023-07-23T23:30:30.310" v="112" actId="20577"/>
          <ac:spMkLst>
            <pc:docMk/>
            <pc:sldMk cId="2373186645" sldId="294"/>
            <ac:spMk id="2" creationId="{B2222F7C-0144-814E-2BAD-01A1646151D4}"/>
          </ac:spMkLst>
        </pc:spChg>
      </pc:sldChg>
      <pc:sldChg chg="modSp">
        <pc:chgData name="Jeff DeRemer" userId="a37f3d2d141577c5" providerId="Windows Live" clId="Web-{B26B62FC-1869-4897-87A8-C4D70978CF54}" dt="2023-07-23T23:34:45.132" v="122" actId="20577"/>
        <pc:sldMkLst>
          <pc:docMk/>
          <pc:sldMk cId="3916907533" sldId="297"/>
        </pc:sldMkLst>
        <pc:spChg chg="mod">
          <ac:chgData name="Jeff DeRemer" userId="a37f3d2d141577c5" providerId="Windows Live" clId="Web-{B26B62FC-1869-4897-87A8-C4D70978CF54}" dt="2023-07-23T23:34:45.132" v="122" actId="20577"/>
          <ac:spMkLst>
            <pc:docMk/>
            <pc:sldMk cId="3916907533" sldId="297"/>
            <ac:spMk id="3" creationId="{44445D3B-2A71-A9CA-450D-9A629D66162C}"/>
          </ac:spMkLst>
        </pc:spChg>
      </pc:sldChg>
      <pc:sldChg chg="modSp ord">
        <pc:chgData name="Jeff DeRemer" userId="a37f3d2d141577c5" providerId="Windows Live" clId="Web-{B26B62FC-1869-4897-87A8-C4D70978CF54}" dt="2023-07-23T23:27:59.977" v="104" actId="20577"/>
        <pc:sldMkLst>
          <pc:docMk/>
          <pc:sldMk cId="4013399894" sldId="298"/>
        </pc:sldMkLst>
        <pc:spChg chg="mod">
          <ac:chgData name="Jeff DeRemer" userId="a37f3d2d141577c5" providerId="Windows Live" clId="Web-{B26B62FC-1869-4897-87A8-C4D70978CF54}" dt="2023-07-23T23:27:59.977" v="104" actId="20577"/>
          <ac:spMkLst>
            <pc:docMk/>
            <pc:sldMk cId="4013399894" sldId="298"/>
            <ac:spMk id="2" creationId="{9FC04FDF-F6C6-A102-AAE8-320D1538DF86}"/>
          </ac:spMkLst>
        </pc:spChg>
      </pc:sldChg>
      <pc:sldChg chg="modSp">
        <pc:chgData name="Jeff DeRemer" userId="a37f3d2d141577c5" providerId="Windows Live" clId="Web-{B26B62FC-1869-4897-87A8-C4D70978CF54}" dt="2023-07-23T23:54:14.062" v="214" actId="20577"/>
        <pc:sldMkLst>
          <pc:docMk/>
          <pc:sldMk cId="586689482" sldId="300"/>
        </pc:sldMkLst>
        <pc:spChg chg="mod">
          <ac:chgData name="Jeff DeRemer" userId="a37f3d2d141577c5" providerId="Windows Live" clId="Web-{B26B62FC-1869-4897-87A8-C4D70978CF54}" dt="2023-07-23T23:54:14.062" v="214" actId="20577"/>
          <ac:spMkLst>
            <pc:docMk/>
            <pc:sldMk cId="586689482" sldId="300"/>
            <ac:spMk id="2" creationId="{E396FD66-0FAC-C93C-0BC0-9B32126BDF21}"/>
          </ac:spMkLst>
        </pc:spChg>
      </pc:sldChg>
      <pc:sldChg chg="modSp">
        <pc:chgData name="Jeff DeRemer" userId="a37f3d2d141577c5" providerId="Windows Live" clId="Web-{B26B62FC-1869-4897-87A8-C4D70978CF54}" dt="2023-07-23T23:42:07.506" v="129" actId="20577"/>
        <pc:sldMkLst>
          <pc:docMk/>
          <pc:sldMk cId="1935756779" sldId="305"/>
        </pc:sldMkLst>
        <pc:spChg chg="mod">
          <ac:chgData name="Jeff DeRemer" userId="a37f3d2d141577c5" providerId="Windows Live" clId="Web-{B26B62FC-1869-4897-87A8-C4D70978CF54}" dt="2023-07-23T23:42:07.506" v="129" actId="20577"/>
          <ac:spMkLst>
            <pc:docMk/>
            <pc:sldMk cId="1935756779" sldId="305"/>
            <ac:spMk id="2" creationId="{3ACE7FED-C200-7B67-3E02-882BF64E67DD}"/>
          </ac:spMkLst>
        </pc:spChg>
      </pc:sldChg>
      <pc:sldChg chg="modSp">
        <pc:chgData name="Jeff DeRemer" userId="a37f3d2d141577c5" providerId="Windows Live" clId="Web-{B26B62FC-1869-4897-87A8-C4D70978CF54}" dt="2023-07-23T23:31:34.516" v="114" actId="20577"/>
        <pc:sldMkLst>
          <pc:docMk/>
          <pc:sldMk cId="1173428035" sldId="308"/>
        </pc:sldMkLst>
        <pc:spChg chg="mod">
          <ac:chgData name="Jeff DeRemer" userId="a37f3d2d141577c5" providerId="Windows Live" clId="Web-{B26B62FC-1869-4897-87A8-C4D70978CF54}" dt="2023-07-23T23:31:34.516" v="114" actId="20577"/>
          <ac:spMkLst>
            <pc:docMk/>
            <pc:sldMk cId="1173428035" sldId="308"/>
            <ac:spMk id="2" creationId="{7905709C-0522-4331-5D4F-CCBE2BEF0D9D}"/>
          </ac:spMkLst>
        </pc:spChg>
      </pc:sldChg>
      <pc:sldChg chg="modSp">
        <pc:chgData name="Jeff DeRemer" userId="a37f3d2d141577c5" providerId="Windows Live" clId="Web-{B26B62FC-1869-4897-87A8-C4D70978CF54}" dt="2023-07-23T23:01:46.328" v="5" actId="20577"/>
        <pc:sldMkLst>
          <pc:docMk/>
          <pc:sldMk cId="3630277452" sldId="309"/>
        </pc:sldMkLst>
        <pc:spChg chg="mod">
          <ac:chgData name="Jeff DeRemer" userId="a37f3d2d141577c5" providerId="Windows Live" clId="Web-{B26B62FC-1869-4897-87A8-C4D70978CF54}" dt="2023-07-23T23:01:46.328" v="5" actId="20577"/>
          <ac:spMkLst>
            <pc:docMk/>
            <pc:sldMk cId="3630277452" sldId="309"/>
            <ac:spMk id="3" creationId="{667CAB59-D103-80B2-8972-BA950EE5CE80}"/>
          </ac:spMkLst>
        </pc:spChg>
      </pc:sldChg>
      <pc:sldChg chg="modSp">
        <pc:chgData name="Jeff DeRemer" userId="a37f3d2d141577c5" providerId="Windows Live" clId="Web-{B26B62FC-1869-4897-87A8-C4D70978CF54}" dt="2023-07-24T00:03:48.680" v="236" actId="20577"/>
        <pc:sldMkLst>
          <pc:docMk/>
          <pc:sldMk cId="3904009533" sldId="313"/>
        </pc:sldMkLst>
        <pc:spChg chg="mod">
          <ac:chgData name="Jeff DeRemer" userId="a37f3d2d141577c5" providerId="Windows Live" clId="Web-{B26B62FC-1869-4897-87A8-C4D70978CF54}" dt="2023-07-24T00:03:48.680" v="236" actId="20577"/>
          <ac:spMkLst>
            <pc:docMk/>
            <pc:sldMk cId="3904009533" sldId="313"/>
            <ac:spMk id="3" creationId="{2B48F1B9-BE18-2779-9783-44A7FC8F6204}"/>
          </ac:spMkLst>
        </pc:spChg>
      </pc:sldChg>
      <pc:sldChg chg="modSp">
        <pc:chgData name="Jeff DeRemer" userId="a37f3d2d141577c5" providerId="Windows Live" clId="Web-{B26B62FC-1869-4897-87A8-C4D70978CF54}" dt="2023-07-23T23:34:16.349" v="120" actId="20577"/>
        <pc:sldMkLst>
          <pc:docMk/>
          <pc:sldMk cId="588049691" sldId="314"/>
        </pc:sldMkLst>
        <pc:spChg chg="mod">
          <ac:chgData name="Jeff DeRemer" userId="a37f3d2d141577c5" providerId="Windows Live" clId="Web-{B26B62FC-1869-4897-87A8-C4D70978CF54}" dt="2023-07-23T23:34:16.349" v="120" actId="20577"/>
          <ac:spMkLst>
            <pc:docMk/>
            <pc:sldMk cId="588049691" sldId="314"/>
            <ac:spMk id="2" creationId="{155F2CC8-9572-2144-062B-FABFE70C4A2C}"/>
          </ac:spMkLst>
        </pc:spChg>
      </pc:sldChg>
      <pc:sldChg chg="modSp">
        <pc:chgData name="Jeff DeRemer" userId="a37f3d2d141577c5" providerId="Windows Live" clId="Web-{B26B62FC-1869-4897-87A8-C4D70978CF54}" dt="2023-07-23T23:44:27.323" v="144" actId="20577"/>
        <pc:sldMkLst>
          <pc:docMk/>
          <pc:sldMk cId="3080211462" sldId="316"/>
        </pc:sldMkLst>
        <pc:spChg chg="mod">
          <ac:chgData name="Jeff DeRemer" userId="a37f3d2d141577c5" providerId="Windows Live" clId="Web-{B26B62FC-1869-4897-87A8-C4D70978CF54}" dt="2023-07-23T23:44:27.323" v="144" actId="20577"/>
          <ac:spMkLst>
            <pc:docMk/>
            <pc:sldMk cId="3080211462" sldId="316"/>
            <ac:spMk id="3" creationId="{22CFC226-DC8E-64BB-56E7-EA99E3243D7F}"/>
          </ac:spMkLst>
        </pc:spChg>
      </pc:sldChg>
    </pc:docChg>
  </pc:docChgLst>
  <pc:docChgLst>
    <pc:chgData name="Jeff DeRemer" userId="a37f3d2d141577c5" providerId="Windows Live" clId="Web-{437F9473-31E1-4FC1-A591-DF6B779AC242}"/>
    <pc:docChg chg="addSld modSld sldOrd modSection">
      <pc:chgData name="Jeff DeRemer" userId="a37f3d2d141577c5" providerId="Windows Live" clId="Web-{437F9473-31E1-4FC1-A591-DF6B779AC242}" dt="2023-09-01T19:08:34.063" v="131" actId="20577"/>
      <pc:docMkLst>
        <pc:docMk/>
      </pc:docMkLst>
      <pc:sldChg chg="modSp">
        <pc:chgData name="Jeff DeRemer" userId="a37f3d2d141577c5" providerId="Windows Live" clId="Web-{437F9473-31E1-4FC1-A591-DF6B779AC242}" dt="2023-09-01T18:45:14.849" v="37" actId="20577"/>
        <pc:sldMkLst>
          <pc:docMk/>
          <pc:sldMk cId="3204198918" sldId="258"/>
        </pc:sldMkLst>
        <pc:spChg chg="mod">
          <ac:chgData name="Jeff DeRemer" userId="a37f3d2d141577c5" providerId="Windows Live" clId="Web-{437F9473-31E1-4FC1-A591-DF6B779AC242}" dt="2023-09-01T18:45:14.849" v="37" actId="20577"/>
          <ac:spMkLst>
            <pc:docMk/>
            <pc:sldMk cId="3204198918" sldId="258"/>
            <ac:spMk id="3" creationId="{B6C27F68-3CFD-F860-DC38-DB6A07A7E802}"/>
          </ac:spMkLst>
        </pc:spChg>
      </pc:sldChg>
      <pc:sldChg chg="modSp ord">
        <pc:chgData name="Jeff DeRemer" userId="a37f3d2d141577c5" providerId="Windows Live" clId="Web-{437F9473-31E1-4FC1-A591-DF6B779AC242}" dt="2023-09-01T18:56:35.541" v="50" actId="1076"/>
        <pc:sldMkLst>
          <pc:docMk/>
          <pc:sldMk cId="1862461135" sldId="261"/>
        </pc:sldMkLst>
        <pc:spChg chg="mod">
          <ac:chgData name="Jeff DeRemer" userId="a37f3d2d141577c5" providerId="Windows Live" clId="Web-{437F9473-31E1-4FC1-A591-DF6B779AC242}" dt="2023-09-01T18:56:35.541" v="50" actId="1076"/>
          <ac:spMkLst>
            <pc:docMk/>
            <pc:sldMk cId="1862461135" sldId="261"/>
            <ac:spMk id="2" creationId="{3C0A472B-B6FE-1E36-BAAA-CEFDE0D6E812}"/>
          </ac:spMkLst>
        </pc:spChg>
      </pc:sldChg>
      <pc:sldChg chg="modSp">
        <pc:chgData name="Jeff DeRemer" userId="a37f3d2d141577c5" providerId="Windows Live" clId="Web-{437F9473-31E1-4FC1-A591-DF6B779AC242}" dt="2023-09-01T19:07:49.155" v="126" actId="20577"/>
        <pc:sldMkLst>
          <pc:docMk/>
          <pc:sldMk cId="204965760" sldId="282"/>
        </pc:sldMkLst>
        <pc:spChg chg="mod">
          <ac:chgData name="Jeff DeRemer" userId="a37f3d2d141577c5" providerId="Windows Live" clId="Web-{437F9473-31E1-4FC1-A591-DF6B779AC242}" dt="2023-09-01T19:07:49.155" v="126" actId="20577"/>
          <ac:spMkLst>
            <pc:docMk/>
            <pc:sldMk cId="204965760" sldId="282"/>
            <ac:spMk id="3" creationId="{214B1D8D-63BD-DD0B-C0F5-8839FC6374EC}"/>
          </ac:spMkLst>
        </pc:spChg>
      </pc:sldChg>
      <pc:sldChg chg="modSp">
        <pc:chgData name="Jeff DeRemer" userId="a37f3d2d141577c5" providerId="Windows Live" clId="Web-{437F9473-31E1-4FC1-A591-DF6B779AC242}" dt="2023-09-01T18:53:35.302" v="40" actId="20577"/>
        <pc:sldMkLst>
          <pc:docMk/>
          <pc:sldMk cId="3257431584" sldId="296"/>
        </pc:sldMkLst>
        <pc:spChg chg="mod">
          <ac:chgData name="Jeff DeRemer" userId="a37f3d2d141577c5" providerId="Windows Live" clId="Web-{437F9473-31E1-4FC1-A591-DF6B779AC242}" dt="2023-09-01T18:53:35.302" v="40" actId="20577"/>
          <ac:spMkLst>
            <pc:docMk/>
            <pc:sldMk cId="3257431584" sldId="296"/>
            <ac:spMk id="3" creationId="{796CF47D-9B0B-ECCF-6644-4B8820451995}"/>
          </ac:spMkLst>
        </pc:spChg>
      </pc:sldChg>
      <pc:sldChg chg="modSp">
        <pc:chgData name="Jeff DeRemer" userId="a37f3d2d141577c5" providerId="Windows Live" clId="Web-{437F9473-31E1-4FC1-A591-DF6B779AC242}" dt="2023-09-01T18:44:54.380" v="34" actId="20577"/>
        <pc:sldMkLst>
          <pc:docMk/>
          <pc:sldMk cId="2940824636" sldId="310"/>
        </pc:sldMkLst>
        <pc:spChg chg="mod">
          <ac:chgData name="Jeff DeRemer" userId="a37f3d2d141577c5" providerId="Windows Live" clId="Web-{437F9473-31E1-4FC1-A591-DF6B779AC242}" dt="2023-09-01T18:44:54.380" v="34" actId="20577"/>
          <ac:spMkLst>
            <pc:docMk/>
            <pc:sldMk cId="2940824636" sldId="310"/>
            <ac:spMk id="3" creationId="{1E27FDFE-7CD7-2DFC-2F94-D0819ECC8141}"/>
          </ac:spMkLst>
        </pc:spChg>
      </pc:sldChg>
      <pc:sldChg chg="modSp new">
        <pc:chgData name="Jeff DeRemer" userId="a37f3d2d141577c5" providerId="Windows Live" clId="Web-{437F9473-31E1-4FC1-A591-DF6B779AC242}" dt="2023-09-01T19:08:34.063" v="131" actId="20577"/>
        <pc:sldMkLst>
          <pc:docMk/>
          <pc:sldMk cId="2417779818" sldId="319"/>
        </pc:sldMkLst>
        <pc:spChg chg="mod">
          <ac:chgData name="Jeff DeRemer" userId="a37f3d2d141577c5" providerId="Windows Live" clId="Web-{437F9473-31E1-4FC1-A591-DF6B779AC242}" dt="2023-09-01T18:57:07.870" v="53" actId="20577"/>
          <ac:spMkLst>
            <pc:docMk/>
            <pc:sldMk cId="2417779818" sldId="319"/>
            <ac:spMk id="2" creationId="{470EF524-55BF-DBF8-4D80-571128347465}"/>
          </ac:spMkLst>
        </pc:spChg>
        <pc:spChg chg="mod">
          <ac:chgData name="Jeff DeRemer" userId="a37f3d2d141577c5" providerId="Windows Live" clId="Web-{437F9473-31E1-4FC1-A591-DF6B779AC242}" dt="2023-09-01T19:08:34.063" v="131" actId="20577"/>
          <ac:spMkLst>
            <pc:docMk/>
            <pc:sldMk cId="2417779818" sldId="319"/>
            <ac:spMk id="3" creationId="{12EED0E7-EAC5-B55A-2374-3C8714688BAE}"/>
          </ac:spMkLst>
        </pc:spChg>
      </pc:sldChg>
    </pc:docChg>
  </pc:docChgLst>
  <pc:docChgLst>
    <pc:chgData name="Jeff DeRemer" userId="a37f3d2d141577c5" providerId="Windows Live" clId="Web-{B4B0189F-BBD9-48C2-B9B5-D6939AF870D8}"/>
    <pc:docChg chg="delSld modSection">
      <pc:chgData name="Jeff DeRemer" userId="a37f3d2d141577c5" providerId="Windows Live" clId="Web-{B4B0189F-BBD9-48C2-B9B5-D6939AF870D8}" dt="2023-09-03T11:09:46.051" v="38"/>
      <pc:docMkLst>
        <pc:docMk/>
      </pc:docMkLst>
      <pc:sldChg chg="del">
        <pc:chgData name="Jeff DeRemer" userId="a37f3d2d141577c5" providerId="Windows Live" clId="Web-{B4B0189F-BBD9-48C2-B9B5-D6939AF870D8}" dt="2023-09-03T11:09:20.972" v="2"/>
        <pc:sldMkLst>
          <pc:docMk/>
          <pc:sldMk cId="436497126" sldId="257"/>
        </pc:sldMkLst>
      </pc:sldChg>
      <pc:sldChg chg="del">
        <pc:chgData name="Jeff DeRemer" userId="a37f3d2d141577c5" providerId="Windows Live" clId="Web-{B4B0189F-BBD9-48C2-B9B5-D6939AF870D8}" dt="2023-09-03T11:09:21.878" v="4"/>
        <pc:sldMkLst>
          <pc:docMk/>
          <pc:sldMk cId="3204198918" sldId="258"/>
        </pc:sldMkLst>
      </pc:sldChg>
      <pc:sldChg chg="del">
        <pc:chgData name="Jeff DeRemer" userId="a37f3d2d141577c5" providerId="Windows Live" clId="Web-{B4B0189F-BBD9-48C2-B9B5-D6939AF870D8}" dt="2023-09-03T11:09:23.316" v="10"/>
        <pc:sldMkLst>
          <pc:docMk/>
          <pc:sldMk cId="1537062186" sldId="259"/>
        </pc:sldMkLst>
      </pc:sldChg>
      <pc:sldChg chg="del">
        <pc:chgData name="Jeff DeRemer" userId="a37f3d2d141577c5" providerId="Windows Live" clId="Web-{B4B0189F-BBD9-48C2-B9B5-D6939AF870D8}" dt="2023-09-03T11:09:23.816" v="12"/>
        <pc:sldMkLst>
          <pc:docMk/>
          <pc:sldMk cId="3800418244" sldId="260"/>
        </pc:sldMkLst>
      </pc:sldChg>
      <pc:sldChg chg="del">
        <pc:chgData name="Jeff DeRemer" userId="a37f3d2d141577c5" providerId="Windows Live" clId="Web-{B4B0189F-BBD9-48C2-B9B5-D6939AF870D8}" dt="2023-09-03T11:09:24.785" v="14"/>
        <pc:sldMkLst>
          <pc:docMk/>
          <pc:sldMk cId="1862461135" sldId="261"/>
        </pc:sldMkLst>
      </pc:sldChg>
      <pc:sldChg chg="del">
        <pc:chgData name="Jeff DeRemer" userId="a37f3d2d141577c5" providerId="Windows Live" clId="Web-{B4B0189F-BBD9-48C2-B9B5-D6939AF870D8}" dt="2023-09-03T11:09:25.347" v="16"/>
        <pc:sldMkLst>
          <pc:docMk/>
          <pc:sldMk cId="750474985" sldId="262"/>
        </pc:sldMkLst>
      </pc:sldChg>
      <pc:sldChg chg="del">
        <pc:chgData name="Jeff DeRemer" userId="a37f3d2d141577c5" providerId="Windows Live" clId="Web-{B4B0189F-BBD9-48C2-B9B5-D6939AF870D8}" dt="2023-09-03T11:09:24.316" v="13"/>
        <pc:sldMkLst>
          <pc:docMk/>
          <pc:sldMk cId="1604463162" sldId="263"/>
        </pc:sldMkLst>
      </pc:sldChg>
      <pc:sldChg chg="del">
        <pc:chgData name="Jeff DeRemer" userId="a37f3d2d141577c5" providerId="Windows Live" clId="Web-{B4B0189F-BBD9-48C2-B9B5-D6939AF870D8}" dt="2023-09-03T11:09:27.769" v="22"/>
        <pc:sldMkLst>
          <pc:docMk/>
          <pc:sldMk cId="98002227" sldId="264"/>
        </pc:sldMkLst>
      </pc:sldChg>
      <pc:sldChg chg="del">
        <pc:chgData name="Jeff DeRemer" userId="a37f3d2d141577c5" providerId="Windows Live" clId="Web-{B4B0189F-BBD9-48C2-B9B5-D6939AF870D8}" dt="2023-09-03T11:09:27.894" v="23"/>
        <pc:sldMkLst>
          <pc:docMk/>
          <pc:sldMk cId="4027165043" sldId="265"/>
        </pc:sldMkLst>
      </pc:sldChg>
      <pc:sldChg chg="del">
        <pc:chgData name="Jeff DeRemer" userId="a37f3d2d141577c5" providerId="Windows Live" clId="Web-{B4B0189F-BBD9-48C2-B9B5-D6939AF870D8}" dt="2023-09-03T11:09:28.535" v="26"/>
        <pc:sldMkLst>
          <pc:docMk/>
          <pc:sldMk cId="1052964133" sldId="266"/>
        </pc:sldMkLst>
      </pc:sldChg>
      <pc:sldChg chg="del">
        <pc:chgData name="Jeff DeRemer" userId="a37f3d2d141577c5" providerId="Windows Live" clId="Web-{B4B0189F-BBD9-48C2-B9B5-D6939AF870D8}" dt="2023-09-03T11:09:28.879" v="29"/>
        <pc:sldMkLst>
          <pc:docMk/>
          <pc:sldMk cId="1079600738" sldId="267"/>
        </pc:sldMkLst>
      </pc:sldChg>
      <pc:sldChg chg="del">
        <pc:chgData name="Jeff DeRemer" userId="a37f3d2d141577c5" providerId="Windows Live" clId="Web-{B4B0189F-BBD9-48C2-B9B5-D6939AF870D8}" dt="2023-09-03T11:09:28.222" v="25"/>
        <pc:sldMkLst>
          <pc:docMk/>
          <pc:sldMk cId="4291219111" sldId="269"/>
        </pc:sldMkLst>
      </pc:sldChg>
      <pc:sldChg chg="del">
        <pc:chgData name="Jeff DeRemer" userId="a37f3d2d141577c5" providerId="Windows Live" clId="Web-{B4B0189F-BBD9-48C2-B9B5-D6939AF870D8}" dt="2023-09-03T11:09:25.785" v="17"/>
        <pc:sldMkLst>
          <pc:docMk/>
          <pc:sldMk cId="3628189326" sldId="270"/>
        </pc:sldMkLst>
      </pc:sldChg>
      <pc:sldChg chg="del">
        <pc:chgData name="Jeff DeRemer" userId="a37f3d2d141577c5" providerId="Windows Live" clId="Web-{B4B0189F-BBD9-48C2-B9B5-D6939AF870D8}" dt="2023-09-03T11:09:29.879" v="31"/>
        <pc:sldMkLst>
          <pc:docMk/>
          <pc:sldMk cId="4094167011" sldId="271"/>
        </pc:sldMkLst>
      </pc:sldChg>
      <pc:sldChg chg="del">
        <pc:chgData name="Jeff DeRemer" userId="a37f3d2d141577c5" providerId="Windows Live" clId="Web-{B4B0189F-BBD9-48C2-B9B5-D6939AF870D8}" dt="2023-09-03T11:09:46.051" v="38"/>
        <pc:sldMkLst>
          <pc:docMk/>
          <pc:sldMk cId="1966568967" sldId="273"/>
        </pc:sldMkLst>
      </pc:sldChg>
      <pc:sldChg chg="del">
        <pc:chgData name="Jeff DeRemer" userId="a37f3d2d141577c5" providerId="Windows Live" clId="Web-{B4B0189F-BBD9-48C2-B9B5-D6939AF870D8}" dt="2023-09-03T11:09:31.722" v="34"/>
        <pc:sldMkLst>
          <pc:docMk/>
          <pc:sldMk cId="494778731" sldId="275"/>
        </pc:sldMkLst>
      </pc:sldChg>
      <pc:sldChg chg="del">
        <pc:chgData name="Jeff DeRemer" userId="a37f3d2d141577c5" providerId="Windows Live" clId="Web-{B4B0189F-BBD9-48C2-B9B5-D6939AF870D8}" dt="2023-09-03T11:09:45.973" v="37"/>
        <pc:sldMkLst>
          <pc:docMk/>
          <pc:sldMk cId="3591501101" sldId="276"/>
        </pc:sldMkLst>
      </pc:sldChg>
      <pc:sldChg chg="del">
        <pc:chgData name="Jeff DeRemer" userId="a37f3d2d141577c5" providerId="Windows Live" clId="Web-{B4B0189F-BBD9-48C2-B9B5-D6939AF870D8}" dt="2023-09-03T11:09:29.300" v="30"/>
        <pc:sldMkLst>
          <pc:docMk/>
          <pc:sldMk cId="1861732289" sldId="283"/>
        </pc:sldMkLst>
      </pc:sldChg>
      <pc:sldChg chg="del">
        <pc:chgData name="Jeff DeRemer" userId="a37f3d2d141577c5" providerId="Windows Live" clId="Web-{B4B0189F-BBD9-48C2-B9B5-D6939AF870D8}" dt="2023-09-03T11:09:31.285" v="33"/>
        <pc:sldMkLst>
          <pc:docMk/>
          <pc:sldMk cId="1987841433" sldId="284"/>
        </pc:sldMkLst>
      </pc:sldChg>
      <pc:sldChg chg="del">
        <pc:chgData name="Jeff DeRemer" userId="a37f3d2d141577c5" providerId="Windows Live" clId="Web-{B4B0189F-BBD9-48C2-B9B5-D6939AF870D8}" dt="2023-09-03T11:09:27.175" v="20"/>
        <pc:sldMkLst>
          <pc:docMk/>
          <pc:sldMk cId="1112612059" sldId="285"/>
        </pc:sldMkLst>
      </pc:sldChg>
      <pc:sldChg chg="del">
        <pc:chgData name="Jeff DeRemer" userId="a37f3d2d141577c5" providerId="Windows Live" clId="Web-{B4B0189F-BBD9-48C2-B9B5-D6939AF870D8}" dt="2023-09-03T11:09:27.316" v="21"/>
        <pc:sldMkLst>
          <pc:docMk/>
          <pc:sldMk cId="2771794891" sldId="286"/>
        </pc:sldMkLst>
      </pc:sldChg>
      <pc:sldChg chg="del">
        <pc:chgData name="Jeff DeRemer" userId="a37f3d2d141577c5" providerId="Windows Live" clId="Web-{B4B0189F-BBD9-48C2-B9B5-D6939AF870D8}" dt="2023-09-03T11:09:26.691" v="19"/>
        <pc:sldMkLst>
          <pc:docMk/>
          <pc:sldMk cId="4209612668" sldId="287"/>
        </pc:sldMkLst>
      </pc:sldChg>
      <pc:sldChg chg="del">
        <pc:chgData name="Jeff DeRemer" userId="a37f3d2d141577c5" providerId="Windows Live" clId="Web-{B4B0189F-BBD9-48C2-B9B5-D6939AF870D8}" dt="2023-09-03T11:09:22.660" v="6"/>
        <pc:sldMkLst>
          <pc:docMk/>
          <pc:sldMk cId="4076531934" sldId="290"/>
        </pc:sldMkLst>
      </pc:sldChg>
      <pc:sldChg chg="del">
        <pc:chgData name="Jeff DeRemer" userId="a37f3d2d141577c5" providerId="Windows Live" clId="Web-{B4B0189F-BBD9-48C2-B9B5-D6939AF870D8}" dt="2023-09-03T11:09:24.957" v="15"/>
        <pc:sldMkLst>
          <pc:docMk/>
          <pc:sldMk cId="2803421184" sldId="292"/>
        </pc:sldMkLst>
      </pc:sldChg>
      <pc:sldChg chg="del">
        <pc:chgData name="Jeff DeRemer" userId="a37f3d2d141577c5" providerId="Windows Live" clId="Web-{B4B0189F-BBD9-48C2-B9B5-D6939AF870D8}" dt="2023-09-03T11:09:27.957" v="24"/>
        <pc:sldMkLst>
          <pc:docMk/>
          <pc:sldMk cId="2373186645" sldId="294"/>
        </pc:sldMkLst>
      </pc:sldChg>
      <pc:sldChg chg="del">
        <pc:chgData name="Jeff DeRemer" userId="a37f3d2d141577c5" providerId="Windows Live" clId="Web-{B4B0189F-BBD9-48C2-B9B5-D6939AF870D8}" dt="2023-09-03T11:09:22.753" v="7"/>
        <pc:sldMkLst>
          <pc:docMk/>
          <pc:sldMk cId="3257431584" sldId="296"/>
        </pc:sldMkLst>
      </pc:sldChg>
      <pc:sldChg chg="del">
        <pc:chgData name="Jeff DeRemer" userId="a37f3d2d141577c5" providerId="Windows Live" clId="Web-{B4B0189F-BBD9-48C2-B9B5-D6939AF870D8}" dt="2023-09-03T11:09:23.144" v="8"/>
        <pc:sldMkLst>
          <pc:docMk/>
          <pc:sldMk cId="3916907533" sldId="297"/>
        </pc:sldMkLst>
      </pc:sldChg>
      <pc:sldChg chg="del">
        <pc:chgData name="Jeff DeRemer" userId="a37f3d2d141577c5" providerId="Windows Live" clId="Web-{B4B0189F-BBD9-48C2-B9B5-D6939AF870D8}" dt="2023-09-03T11:09:40.957" v="35"/>
        <pc:sldMkLst>
          <pc:docMk/>
          <pc:sldMk cId="1935756779" sldId="305"/>
        </pc:sldMkLst>
      </pc:sldChg>
      <pc:sldChg chg="del">
        <pc:chgData name="Jeff DeRemer" userId="a37f3d2d141577c5" providerId="Windows Live" clId="Web-{B4B0189F-BBD9-48C2-B9B5-D6939AF870D8}" dt="2023-09-03T11:09:26.285" v="18"/>
        <pc:sldMkLst>
          <pc:docMk/>
          <pc:sldMk cId="3166782752" sldId="306"/>
        </pc:sldMkLst>
      </pc:sldChg>
      <pc:sldChg chg="del">
        <pc:chgData name="Jeff DeRemer" userId="a37f3d2d141577c5" providerId="Windows Live" clId="Web-{B4B0189F-BBD9-48C2-B9B5-D6939AF870D8}" dt="2023-09-03T11:09:28.629" v="27"/>
        <pc:sldMkLst>
          <pc:docMk/>
          <pc:sldMk cId="2145870571" sldId="307"/>
        </pc:sldMkLst>
      </pc:sldChg>
      <pc:sldChg chg="del">
        <pc:chgData name="Jeff DeRemer" userId="a37f3d2d141577c5" providerId="Windows Live" clId="Web-{B4B0189F-BBD9-48C2-B9B5-D6939AF870D8}" dt="2023-09-03T11:09:28.863" v="28"/>
        <pc:sldMkLst>
          <pc:docMk/>
          <pc:sldMk cId="1173428035" sldId="308"/>
        </pc:sldMkLst>
      </pc:sldChg>
      <pc:sldChg chg="del">
        <pc:chgData name="Jeff DeRemer" userId="a37f3d2d141577c5" providerId="Windows Live" clId="Web-{B4B0189F-BBD9-48C2-B9B5-D6939AF870D8}" dt="2023-09-03T11:09:23.207" v="9"/>
        <pc:sldMkLst>
          <pc:docMk/>
          <pc:sldMk cId="3630277452" sldId="309"/>
        </pc:sldMkLst>
      </pc:sldChg>
      <pc:sldChg chg="del">
        <pc:chgData name="Jeff DeRemer" userId="a37f3d2d141577c5" providerId="Windows Live" clId="Web-{B4B0189F-BBD9-48C2-B9B5-D6939AF870D8}" dt="2023-09-03T11:09:21.472" v="3"/>
        <pc:sldMkLst>
          <pc:docMk/>
          <pc:sldMk cId="2940824636" sldId="310"/>
        </pc:sldMkLst>
      </pc:sldChg>
      <pc:sldChg chg="del">
        <pc:chgData name="Jeff DeRemer" userId="a37f3d2d141577c5" providerId="Windows Live" clId="Web-{B4B0189F-BBD9-48C2-B9B5-D6939AF870D8}" dt="2023-09-03T11:09:30.707" v="32"/>
        <pc:sldMkLst>
          <pc:docMk/>
          <pc:sldMk cId="322086555" sldId="312"/>
        </pc:sldMkLst>
      </pc:sldChg>
      <pc:sldChg chg="del">
        <pc:chgData name="Jeff DeRemer" userId="a37f3d2d141577c5" providerId="Windows Live" clId="Web-{B4B0189F-BBD9-48C2-B9B5-D6939AF870D8}" dt="2023-09-03T11:09:20.644" v="1"/>
        <pc:sldMkLst>
          <pc:docMk/>
          <pc:sldMk cId="3904009533" sldId="313"/>
        </pc:sldMkLst>
      </pc:sldChg>
      <pc:sldChg chg="del">
        <pc:chgData name="Jeff DeRemer" userId="a37f3d2d141577c5" providerId="Windows Live" clId="Web-{B4B0189F-BBD9-48C2-B9B5-D6939AF870D8}" dt="2023-09-03T11:09:22.410" v="5"/>
        <pc:sldMkLst>
          <pc:docMk/>
          <pc:sldMk cId="588049691" sldId="314"/>
        </pc:sldMkLst>
      </pc:sldChg>
      <pc:sldChg chg="del">
        <pc:chgData name="Jeff DeRemer" userId="a37f3d2d141577c5" providerId="Windows Live" clId="Web-{B4B0189F-BBD9-48C2-B9B5-D6939AF870D8}" dt="2023-09-03T11:09:23.425" v="11"/>
        <pc:sldMkLst>
          <pc:docMk/>
          <pc:sldMk cId="3588194236" sldId="315"/>
        </pc:sldMkLst>
      </pc:sldChg>
      <pc:sldChg chg="del">
        <pc:chgData name="Jeff DeRemer" userId="a37f3d2d141577c5" providerId="Windows Live" clId="Web-{B4B0189F-BBD9-48C2-B9B5-D6939AF870D8}" dt="2023-09-03T11:09:41.488" v="36"/>
        <pc:sldMkLst>
          <pc:docMk/>
          <pc:sldMk cId="3080211462" sldId="316"/>
        </pc:sldMkLst>
      </pc:sldChg>
      <pc:sldChg chg="del">
        <pc:chgData name="Jeff DeRemer" userId="a37f3d2d141577c5" providerId="Windows Live" clId="Web-{B4B0189F-BBD9-48C2-B9B5-D6939AF870D8}" dt="2023-09-03T11:09:20.269" v="0"/>
        <pc:sldMkLst>
          <pc:docMk/>
          <pc:sldMk cId="915020623" sldId="317"/>
        </pc:sldMkLst>
      </pc:sldChg>
    </pc:docChg>
  </pc:docChgLst>
  <pc:docChgLst>
    <pc:chgData name="Jeff DeRemer" userId="a37f3d2d141577c5" providerId="Windows Live" clId="Web-{E71E960E-2F63-4BB9-A55F-F31E851B72E7}"/>
    <pc:docChg chg="delSld sldOrd delSection modSection">
      <pc:chgData name="Jeff DeRemer" userId="a37f3d2d141577c5" providerId="Windows Live" clId="Web-{E71E960E-2F63-4BB9-A55F-F31E851B72E7}" dt="2023-09-03T11:10:37.070" v="21"/>
      <pc:docMkLst>
        <pc:docMk/>
      </pc:docMkLst>
      <pc:sldChg chg="del">
        <pc:chgData name="Jeff DeRemer" userId="a37f3d2d141577c5" providerId="Windows Live" clId="Web-{E71E960E-2F63-4BB9-A55F-F31E851B72E7}" dt="2023-09-03T11:10:04.600" v="7"/>
        <pc:sldMkLst>
          <pc:docMk/>
          <pc:sldMk cId="1682394483" sldId="272"/>
        </pc:sldMkLst>
      </pc:sldChg>
      <pc:sldChg chg="del">
        <pc:chgData name="Jeff DeRemer" userId="a37f3d2d141577c5" providerId="Windows Live" clId="Web-{E71E960E-2F63-4BB9-A55F-F31E851B72E7}" dt="2023-09-03T11:10:04.600" v="8"/>
        <pc:sldMkLst>
          <pc:docMk/>
          <pc:sldMk cId="517718756" sldId="274"/>
        </pc:sldMkLst>
      </pc:sldChg>
      <pc:sldChg chg="del">
        <pc:chgData name="Jeff DeRemer" userId="a37f3d2d141577c5" providerId="Windows Live" clId="Web-{E71E960E-2F63-4BB9-A55F-F31E851B72E7}" dt="2023-09-03T11:10:04.600" v="6"/>
        <pc:sldMkLst>
          <pc:docMk/>
          <pc:sldMk cId="2990784307" sldId="277"/>
        </pc:sldMkLst>
      </pc:sldChg>
      <pc:sldChg chg="del">
        <pc:chgData name="Jeff DeRemer" userId="a37f3d2d141577c5" providerId="Windows Live" clId="Web-{E71E960E-2F63-4BB9-A55F-F31E851B72E7}" dt="2023-09-03T11:10:16.397" v="12"/>
        <pc:sldMkLst>
          <pc:docMk/>
          <pc:sldMk cId="3744251568" sldId="278"/>
        </pc:sldMkLst>
      </pc:sldChg>
      <pc:sldChg chg="del">
        <pc:chgData name="Jeff DeRemer" userId="a37f3d2d141577c5" providerId="Windows Live" clId="Web-{E71E960E-2F63-4BB9-A55F-F31E851B72E7}" dt="2023-09-03T11:10:16.132" v="11"/>
        <pc:sldMkLst>
          <pc:docMk/>
          <pc:sldMk cId="3982399502" sldId="279"/>
        </pc:sldMkLst>
      </pc:sldChg>
      <pc:sldChg chg="del">
        <pc:chgData name="Jeff DeRemer" userId="a37f3d2d141577c5" providerId="Windows Live" clId="Web-{E71E960E-2F63-4BB9-A55F-F31E851B72E7}" dt="2023-09-03T11:10:15.881" v="10"/>
        <pc:sldMkLst>
          <pc:docMk/>
          <pc:sldMk cId="2746935985" sldId="280"/>
        </pc:sldMkLst>
      </pc:sldChg>
      <pc:sldChg chg="del">
        <pc:chgData name="Jeff DeRemer" userId="a37f3d2d141577c5" providerId="Windows Live" clId="Web-{E71E960E-2F63-4BB9-A55F-F31E851B72E7}" dt="2023-09-03T11:10:16.444" v="13"/>
        <pc:sldMkLst>
          <pc:docMk/>
          <pc:sldMk cId="204965760" sldId="282"/>
        </pc:sldMkLst>
      </pc:sldChg>
      <pc:sldChg chg="del">
        <pc:chgData name="Jeff DeRemer" userId="a37f3d2d141577c5" providerId="Windows Live" clId="Web-{E71E960E-2F63-4BB9-A55F-F31E851B72E7}" dt="2023-09-03T11:10:05.194" v="9"/>
        <pc:sldMkLst>
          <pc:docMk/>
          <pc:sldMk cId="1175048660" sldId="288"/>
        </pc:sldMkLst>
      </pc:sldChg>
      <pc:sldChg chg="ord">
        <pc:chgData name="Jeff DeRemer" userId="a37f3d2d141577c5" providerId="Windows Live" clId="Web-{E71E960E-2F63-4BB9-A55F-F31E851B72E7}" dt="2023-09-03T11:10:37.070" v="21"/>
        <pc:sldMkLst>
          <pc:docMk/>
          <pc:sldMk cId="3056689765" sldId="293"/>
        </pc:sldMkLst>
      </pc:sldChg>
      <pc:sldChg chg="del">
        <pc:chgData name="Jeff DeRemer" userId="a37f3d2d141577c5" providerId="Windows Live" clId="Web-{E71E960E-2F63-4BB9-A55F-F31E851B72E7}" dt="2023-09-03T11:10:16.522" v="14"/>
        <pc:sldMkLst>
          <pc:docMk/>
          <pc:sldMk cId="586689482" sldId="300"/>
        </pc:sldMkLst>
      </pc:sldChg>
      <pc:sldChg chg="del">
        <pc:chgData name="Jeff DeRemer" userId="a37f3d2d141577c5" providerId="Windows Live" clId="Web-{E71E960E-2F63-4BB9-A55F-F31E851B72E7}" dt="2023-09-03T11:10:30.991" v="20"/>
        <pc:sldMkLst>
          <pc:docMk/>
          <pc:sldMk cId="1712350636" sldId="318"/>
        </pc:sldMkLst>
      </pc:sldChg>
      <pc:sldChg chg="del">
        <pc:chgData name="Jeff DeRemer" userId="a37f3d2d141577c5" providerId="Windows Live" clId="Web-{E71E960E-2F63-4BB9-A55F-F31E851B72E7}" dt="2023-09-03T11:10:16.616" v="15"/>
        <pc:sldMkLst>
          <pc:docMk/>
          <pc:sldMk cId="2417779818" sldId="319"/>
        </pc:sldMkLst>
      </pc:sldChg>
    </pc:docChg>
  </pc:docChgLst>
  <pc:docChgLst>
    <pc:chgData name="Jeff DeRemer" userId="a37f3d2d141577c5" providerId="Windows Live" clId="Web-{84FDC6C0-EB0C-48F3-B9B4-1D7FAE88DCC6}"/>
    <pc:docChg chg="delSld modSld sldOrd modSection">
      <pc:chgData name="Jeff DeRemer" userId="a37f3d2d141577c5" providerId="Windows Live" clId="Web-{84FDC6C0-EB0C-48F3-B9B4-1D7FAE88DCC6}" dt="2023-07-27T18:54:37.885" v="426" actId="20577"/>
      <pc:docMkLst>
        <pc:docMk/>
      </pc:docMkLst>
      <pc:sldChg chg="modSp">
        <pc:chgData name="Jeff DeRemer" userId="a37f3d2d141577c5" providerId="Windows Live" clId="Web-{84FDC6C0-EB0C-48F3-B9B4-1D7FAE88DCC6}" dt="2023-07-27T18:15:51.435" v="163" actId="20577"/>
        <pc:sldMkLst>
          <pc:docMk/>
          <pc:sldMk cId="436497126" sldId="257"/>
        </pc:sldMkLst>
        <pc:spChg chg="mod">
          <ac:chgData name="Jeff DeRemer" userId="a37f3d2d141577c5" providerId="Windows Live" clId="Web-{84FDC6C0-EB0C-48F3-B9B4-1D7FAE88DCC6}" dt="2023-07-27T18:15:51.435" v="163" actId="20577"/>
          <ac:spMkLst>
            <pc:docMk/>
            <pc:sldMk cId="436497126" sldId="257"/>
            <ac:spMk id="3" creationId="{69F6AD24-2AA8-1769-5A4C-06990BD5C0B0}"/>
          </ac:spMkLst>
        </pc:spChg>
      </pc:sldChg>
      <pc:sldChg chg="modSp">
        <pc:chgData name="Jeff DeRemer" userId="a37f3d2d141577c5" providerId="Windows Live" clId="Web-{84FDC6C0-EB0C-48F3-B9B4-1D7FAE88DCC6}" dt="2023-07-27T18:17:04.500" v="168" actId="20577"/>
        <pc:sldMkLst>
          <pc:docMk/>
          <pc:sldMk cId="3204198918" sldId="258"/>
        </pc:sldMkLst>
        <pc:spChg chg="mod">
          <ac:chgData name="Jeff DeRemer" userId="a37f3d2d141577c5" providerId="Windows Live" clId="Web-{84FDC6C0-EB0C-48F3-B9B4-1D7FAE88DCC6}" dt="2023-07-27T18:17:04.500" v="168" actId="20577"/>
          <ac:spMkLst>
            <pc:docMk/>
            <pc:sldMk cId="3204198918" sldId="258"/>
            <ac:spMk id="3" creationId="{B6C27F68-3CFD-F860-DC38-DB6A07A7E802}"/>
          </ac:spMkLst>
        </pc:spChg>
      </pc:sldChg>
      <pc:sldChg chg="modSp">
        <pc:chgData name="Jeff DeRemer" userId="a37f3d2d141577c5" providerId="Windows Live" clId="Web-{84FDC6C0-EB0C-48F3-B9B4-1D7FAE88DCC6}" dt="2023-07-27T18:07:58.073" v="104" actId="20577"/>
        <pc:sldMkLst>
          <pc:docMk/>
          <pc:sldMk cId="1537062186" sldId="259"/>
        </pc:sldMkLst>
        <pc:spChg chg="mod">
          <ac:chgData name="Jeff DeRemer" userId="a37f3d2d141577c5" providerId="Windows Live" clId="Web-{84FDC6C0-EB0C-48F3-B9B4-1D7FAE88DCC6}" dt="2023-07-27T18:07:58.073" v="104" actId="20577"/>
          <ac:spMkLst>
            <pc:docMk/>
            <pc:sldMk cId="1537062186" sldId="259"/>
            <ac:spMk id="3" creationId="{C94EAD4E-0DEF-F3E3-2CD3-304D0D8776E8}"/>
          </ac:spMkLst>
        </pc:spChg>
      </pc:sldChg>
      <pc:sldChg chg="modSp">
        <pc:chgData name="Jeff DeRemer" userId="a37f3d2d141577c5" providerId="Windows Live" clId="Web-{84FDC6C0-EB0C-48F3-B9B4-1D7FAE88DCC6}" dt="2023-07-27T18:08:42.231" v="116" actId="20577"/>
        <pc:sldMkLst>
          <pc:docMk/>
          <pc:sldMk cId="3800418244" sldId="260"/>
        </pc:sldMkLst>
        <pc:spChg chg="mod">
          <ac:chgData name="Jeff DeRemer" userId="a37f3d2d141577c5" providerId="Windows Live" clId="Web-{84FDC6C0-EB0C-48F3-B9B4-1D7FAE88DCC6}" dt="2023-07-27T18:08:42.231" v="116" actId="20577"/>
          <ac:spMkLst>
            <pc:docMk/>
            <pc:sldMk cId="3800418244" sldId="260"/>
            <ac:spMk id="3" creationId="{0C5B5C69-3010-67FC-1E38-ECFAC33F0253}"/>
          </ac:spMkLst>
        </pc:spChg>
      </pc:sldChg>
      <pc:sldChg chg="modSp">
        <pc:chgData name="Jeff DeRemer" userId="a37f3d2d141577c5" providerId="Windows Live" clId="Web-{84FDC6C0-EB0C-48F3-B9B4-1D7FAE88DCC6}" dt="2023-07-27T18:15:40.091" v="157" actId="20577"/>
        <pc:sldMkLst>
          <pc:docMk/>
          <pc:sldMk cId="1862461135" sldId="261"/>
        </pc:sldMkLst>
        <pc:spChg chg="mod">
          <ac:chgData name="Jeff DeRemer" userId="a37f3d2d141577c5" providerId="Windows Live" clId="Web-{84FDC6C0-EB0C-48F3-B9B4-1D7FAE88DCC6}" dt="2023-07-27T18:15:40.091" v="157" actId="20577"/>
          <ac:spMkLst>
            <pc:docMk/>
            <pc:sldMk cId="1862461135" sldId="261"/>
            <ac:spMk id="3" creationId="{4FA58D88-1C41-4DB8-50F5-C0148DF26DEC}"/>
          </ac:spMkLst>
        </pc:spChg>
      </pc:sldChg>
      <pc:sldChg chg="modSp">
        <pc:chgData name="Jeff DeRemer" userId="a37f3d2d141577c5" providerId="Windows Live" clId="Web-{84FDC6C0-EB0C-48F3-B9B4-1D7FAE88DCC6}" dt="2023-07-27T18:22:15.809" v="242" actId="20577"/>
        <pc:sldMkLst>
          <pc:docMk/>
          <pc:sldMk cId="750474985" sldId="262"/>
        </pc:sldMkLst>
        <pc:spChg chg="mod">
          <ac:chgData name="Jeff DeRemer" userId="a37f3d2d141577c5" providerId="Windows Live" clId="Web-{84FDC6C0-EB0C-48F3-B9B4-1D7FAE88DCC6}" dt="2023-07-27T18:22:15.809" v="242" actId="20577"/>
          <ac:spMkLst>
            <pc:docMk/>
            <pc:sldMk cId="750474985" sldId="262"/>
            <ac:spMk id="3" creationId="{429D0DB0-413D-C8AB-1A23-F9C01F950E4C}"/>
          </ac:spMkLst>
        </pc:spChg>
      </pc:sldChg>
      <pc:sldChg chg="modSp">
        <pc:chgData name="Jeff DeRemer" userId="a37f3d2d141577c5" providerId="Windows Live" clId="Web-{84FDC6C0-EB0C-48F3-B9B4-1D7FAE88DCC6}" dt="2023-07-27T18:15:00.636" v="141" actId="20577"/>
        <pc:sldMkLst>
          <pc:docMk/>
          <pc:sldMk cId="1604463162" sldId="263"/>
        </pc:sldMkLst>
        <pc:spChg chg="mod">
          <ac:chgData name="Jeff DeRemer" userId="a37f3d2d141577c5" providerId="Windows Live" clId="Web-{84FDC6C0-EB0C-48F3-B9B4-1D7FAE88DCC6}" dt="2023-07-27T18:15:00.636" v="141" actId="20577"/>
          <ac:spMkLst>
            <pc:docMk/>
            <pc:sldMk cId="1604463162" sldId="263"/>
            <ac:spMk id="3" creationId="{FF35C628-9ED1-48A4-98A5-A82E3566925E}"/>
          </ac:spMkLst>
        </pc:spChg>
      </pc:sldChg>
      <pc:sldChg chg="modSp">
        <pc:chgData name="Jeff DeRemer" userId="a37f3d2d141577c5" providerId="Windows Live" clId="Web-{84FDC6C0-EB0C-48F3-B9B4-1D7FAE88DCC6}" dt="2023-07-27T18:22:56.076" v="252" actId="20577"/>
        <pc:sldMkLst>
          <pc:docMk/>
          <pc:sldMk cId="98002227" sldId="264"/>
        </pc:sldMkLst>
        <pc:spChg chg="mod">
          <ac:chgData name="Jeff DeRemer" userId="a37f3d2d141577c5" providerId="Windows Live" clId="Web-{84FDC6C0-EB0C-48F3-B9B4-1D7FAE88DCC6}" dt="2023-07-27T18:22:56.076" v="252" actId="20577"/>
          <ac:spMkLst>
            <pc:docMk/>
            <pc:sldMk cId="98002227" sldId="264"/>
            <ac:spMk id="3" creationId="{18544897-D0A9-DA82-41A4-10CBB57ECE59}"/>
          </ac:spMkLst>
        </pc:spChg>
      </pc:sldChg>
      <pc:sldChg chg="modSp">
        <pc:chgData name="Jeff DeRemer" userId="a37f3d2d141577c5" providerId="Windows Live" clId="Web-{84FDC6C0-EB0C-48F3-B9B4-1D7FAE88DCC6}" dt="2023-07-27T18:23:28.093" v="259" actId="20577"/>
        <pc:sldMkLst>
          <pc:docMk/>
          <pc:sldMk cId="4027165043" sldId="265"/>
        </pc:sldMkLst>
        <pc:spChg chg="mod">
          <ac:chgData name="Jeff DeRemer" userId="a37f3d2d141577c5" providerId="Windows Live" clId="Web-{84FDC6C0-EB0C-48F3-B9B4-1D7FAE88DCC6}" dt="2023-07-27T18:23:28.093" v="259" actId="20577"/>
          <ac:spMkLst>
            <pc:docMk/>
            <pc:sldMk cId="4027165043" sldId="265"/>
            <ac:spMk id="3" creationId="{4182CC16-3AE7-DF35-254E-91CD4D63E479}"/>
          </ac:spMkLst>
        </pc:spChg>
      </pc:sldChg>
      <pc:sldChg chg="modSp">
        <pc:chgData name="Jeff DeRemer" userId="a37f3d2d141577c5" providerId="Windows Live" clId="Web-{84FDC6C0-EB0C-48F3-B9B4-1D7FAE88DCC6}" dt="2023-07-27T18:30:02.499" v="326" actId="20577"/>
        <pc:sldMkLst>
          <pc:docMk/>
          <pc:sldMk cId="1052964133" sldId="266"/>
        </pc:sldMkLst>
        <pc:spChg chg="mod">
          <ac:chgData name="Jeff DeRemer" userId="a37f3d2d141577c5" providerId="Windows Live" clId="Web-{84FDC6C0-EB0C-48F3-B9B4-1D7FAE88DCC6}" dt="2023-07-27T18:30:02.499" v="326" actId="20577"/>
          <ac:spMkLst>
            <pc:docMk/>
            <pc:sldMk cId="1052964133" sldId="266"/>
            <ac:spMk id="3" creationId="{FB20C80A-234C-1B92-533C-D58FA0A04C61}"/>
          </ac:spMkLst>
        </pc:spChg>
      </pc:sldChg>
      <pc:sldChg chg="modSp">
        <pc:chgData name="Jeff DeRemer" userId="a37f3d2d141577c5" providerId="Windows Live" clId="Web-{84FDC6C0-EB0C-48F3-B9B4-1D7FAE88DCC6}" dt="2023-07-27T18:38:23.597" v="365" actId="20577"/>
        <pc:sldMkLst>
          <pc:docMk/>
          <pc:sldMk cId="1079600738" sldId="267"/>
        </pc:sldMkLst>
        <pc:spChg chg="mod">
          <ac:chgData name="Jeff DeRemer" userId="a37f3d2d141577c5" providerId="Windows Live" clId="Web-{84FDC6C0-EB0C-48F3-B9B4-1D7FAE88DCC6}" dt="2023-07-27T18:38:23.597" v="365" actId="20577"/>
          <ac:spMkLst>
            <pc:docMk/>
            <pc:sldMk cId="1079600738" sldId="267"/>
            <ac:spMk id="3" creationId="{D5A21A21-6D25-B829-492F-6BC8C1ADA0ED}"/>
          </ac:spMkLst>
        </pc:spChg>
      </pc:sldChg>
      <pc:sldChg chg="del">
        <pc:chgData name="Jeff DeRemer" userId="a37f3d2d141577c5" providerId="Windows Live" clId="Web-{84FDC6C0-EB0C-48F3-B9B4-1D7FAE88DCC6}" dt="2023-07-27T18:40:33.524" v="366"/>
        <pc:sldMkLst>
          <pc:docMk/>
          <pc:sldMk cId="3059359370" sldId="268"/>
        </pc:sldMkLst>
      </pc:sldChg>
      <pc:sldChg chg="modSp">
        <pc:chgData name="Jeff DeRemer" userId="a37f3d2d141577c5" providerId="Windows Live" clId="Web-{84FDC6C0-EB0C-48F3-B9B4-1D7FAE88DCC6}" dt="2023-07-27T18:29:32.889" v="313" actId="20577"/>
        <pc:sldMkLst>
          <pc:docMk/>
          <pc:sldMk cId="4291219111" sldId="269"/>
        </pc:sldMkLst>
        <pc:spChg chg="mod">
          <ac:chgData name="Jeff DeRemer" userId="a37f3d2d141577c5" providerId="Windows Live" clId="Web-{84FDC6C0-EB0C-48F3-B9B4-1D7FAE88DCC6}" dt="2023-07-27T18:29:32.889" v="313" actId="20577"/>
          <ac:spMkLst>
            <pc:docMk/>
            <pc:sldMk cId="4291219111" sldId="269"/>
            <ac:spMk id="3" creationId="{0F18B9B2-A879-82B3-D71E-0BA6774BC0F8}"/>
          </ac:spMkLst>
        </pc:spChg>
      </pc:sldChg>
      <pc:sldChg chg="modSp">
        <pc:chgData name="Jeff DeRemer" userId="a37f3d2d141577c5" providerId="Windows Live" clId="Web-{84FDC6C0-EB0C-48F3-B9B4-1D7FAE88DCC6}" dt="2023-07-27T18:22:33.841" v="248" actId="20577"/>
        <pc:sldMkLst>
          <pc:docMk/>
          <pc:sldMk cId="3628189326" sldId="270"/>
        </pc:sldMkLst>
        <pc:spChg chg="mod">
          <ac:chgData name="Jeff DeRemer" userId="a37f3d2d141577c5" providerId="Windows Live" clId="Web-{84FDC6C0-EB0C-48F3-B9B4-1D7FAE88DCC6}" dt="2023-07-27T18:22:33.841" v="248" actId="20577"/>
          <ac:spMkLst>
            <pc:docMk/>
            <pc:sldMk cId="3628189326" sldId="270"/>
            <ac:spMk id="3" creationId="{6F7476CC-B0F5-EBA0-A09C-F0614C089CE5}"/>
          </ac:spMkLst>
        </pc:spChg>
      </pc:sldChg>
      <pc:sldChg chg="modSp">
        <pc:chgData name="Jeff DeRemer" userId="a37f3d2d141577c5" providerId="Windows Live" clId="Web-{84FDC6C0-EB0C-48F3-B9B4-1D7FAE88DCC6}" dt="2023-07-27T18:41:28.088" v="371" actId="20577"/>
        <pc:sldMkLst>
          <pc:docMk/>
          <pc:sldMk cId="4094167011" sldId="271"/>
        </pc:sldMkLst>
        <pc:spChg chg="mod">
          <ac:chgData name="Jeff DeRemer" userId="a37f3d2d141577c5" providerId="Windows Live" clId="Web-{84FDC6C0-EB0C-48F3-B9B4-1D7FAE88DCC6}" dt="2023-07-27T18:41:28.088" v="371" actId="20577"/>
          <ac:spMkLst>
            <pc:docMk/>
            <pc:sldMk cId="4094167011" sldId="271"/>
            <ac:spMk id="3" creationId="{1149A847-D5C9-8EA2-01EB-CE8AF3A606C7}"/>
          </ac:spMkLst>
        </pc:spChg>
      </pc:sldChg>
      <pc:sldChg chg="modSp">
        <pc:chgData name="Jeff DeRemer" userId="a37f3d2d141577c5" providerId="Windows Live" clId="Web-{84FDC6C0-EB0C-48F3-B9B4-1D7FAE88DCC6}" dt="2023-07-27T18:47:34.837" v="396" actId="20577"/>
        <pc:sldMkLst>
          <pc:docMk/>
          <pc:sldMk cId="517718756" sldId="274"/>
        </pc:sldMkLst>
        <pc:spChg chg="mod">
          <ac:chgData name="Jeff DeRemer" userId="a37f3d2d141577c5" providerId="Windows Live" clId="Web-{84FDC6C0-EB0C-48F3-B9B4-1D7FAE88DCC6}" dt="2023-07-27T18:47:34.837" v="396" actId="20577"/>
          <ac:spMkLst>
            <pc:docMk/>
            <pc:sldMk cId="517718756" sldId="274"/>
            <ac:spMk id="3" creationId="{36AB1BDB-E2A1-4202-92E8-6D3885AAD11B}"/>
          </ac:spMkLst>
        </pc:spChg>
      </pc:sldChg>
      <pc:sldChg chg="modSp">
        <pc:chgData name="Jeff DeRemer" userId="a37f3d2d141577c5" providerId="Windows Live" clId="Web-{84FDC6C0-EB0C-48F3-B9B4-1D7FAE88DCC6}" dt="2023-07-27T18:42:45.670" v="381" actId="20577"/>
        <pc:sldMkLst>
          <pc:docMk/>
          <pc:sldMk cId="494778731" sldId="275"/>
        </pc:sldMkLst>
        <pc:spChg chg="mod">
          <ac:chgData name="Jeff DeRemer" userId="a37f3d2d141577c5" providerId="Windows Live" clId="Web-{84FDC6C0-EB0C-48F3-B9B4-1D7FAE88DCC6}" dt="2023-07-27T18:42:45.670" v="381" actId="20577"/>
          <ac:spMkLst>
            <pc:docMk/>
            <pc:sldMk cId="494778731" sldId="275"/>
            <ac:spMk id="3" creationId="{62D247C3-81E2-E2CD-1A32-6248E469CEAD}"/>
          </ac:spMkLst>
        </pc:spChg>
      </pc:sldChg>
      <pc:sldChg chg="modSp">
        <pc:chgData name="Jeff DeRemer" userId="a37f3d2d141577c5" providerId="Windows Live" clId="Web-{84FDC6C0-EB0C-48F3-B9B4-1D7FAE88DCC6}" dt="2023-07-27T18:44:04.735" v="394" actId="20577"/>
        <pc:sldMkLst>
          <pc:docMk/>
          <pc:sldMk cId="3591501101" sldId="276"/>
        </pc:sldMkLst>
        <pc:spChg chg="mod">
          <ac:chgData name="Jeff DeRemer" userId="a37f3d2d141577c5" providerId="Windows Live" clId="Web-{84FDC6C0-EB0C-48F3-B9B4-1D7FAE88DCC6}" dt="2023-07-27T18:44:04.735" v="394" actId="20577"/>
          <ac:spMkLst>
            <pc:docMk/>
            <pc:sldMk cId="3591501101" sldId="276"/>
            <ac:spMk id="3" creationId="{0398F67A-659A-3AB8-CBA9-89F233418F8E}"/>
          </ac:spMkLst>
        </pc:spChg>
      </pc:sldChg>
      <pc:sldChg chg="modSp">
        <pc:chgData name="Jeff DeRemer" userId="a37f3d2d141577c5" providerId="Windows Live" clId="Web-{84FDC6C0-EB0C-48F3-B9B4-1D7FAE88DCC6}" dt="2023-07-27T18:48:04.557" v="400" actId="20577"/>
        <pc:sldMkLst>
          <pc:docMk/>
          <pc:sldMk cId="2990784307" sldId="277"/>
        </pc:sldMkLst>
        <pc:spChg chg="mod">
          <ac:chgData name="Jeff DeRemer" userId="a37f3d2d141577c5" providerId="Windows Live" clId="Web-{84FDC6C0-EB0C-48F3-B9B4-1D7FAE88DCC6}" dt="2023-07-27T18:48:04.557" v="400" actId="20577"/>
          <ac:spMkLst>
            <pc:docMk/>
            <pc:sldMk cId="2990784307" sldId="277"/>
            <ac:spMk id="3" creationId="{8505100E-6EFE-B8B7-5E92-053F23902331}"/>
          </ac:spMkLst>
        </pc:spChg>
      </pc:sldChg>
      <pc:sldChg chg="modSp">
        <pc:chgData name="Jeff DeRemer" userId="a37f3d2d141577c5" providerId="Windows Live" clId="Web-{84FDC6C0-EB0C-48F3-B9B4-1D7FAE88DCC6}" dt="2023-07-27T18:53:15.241" v="414" actId="20577"/>
        <pc:sldMkLst>
          <pc:docMk/>
          <pc:sldMk cId="3744251568" sldId="278"/>
        </pc:sldMkLst>
        <pc:spChg chg="mod">
          <ac:chgData name="Jeff DeRemer" userId="a37f3d2d141577c5" providerId="Windows Live" clId="Web-{84FDC6C0-EB0C-48F3-B9B4-1D7FAE88DCC6}" dt="2023-07-27T18:53:15.241" v="414" actId="20577"/>
          <ac:spMkLst>
            <pc:docMk/>
            <pc:sldMk cId="3744251568" sldId="278"/>
            <ac:spMk id="3" creationId="{FB490085-442A-F459-46C4-DE49E5A3B707}"/>
          </ac:spMkLst>
        </pc:spChg>
      </pc:sldChg>
      <pc:sldChg chg="del">
        <pc:chgData name="Jeff DeRemer" userId="a37f3d2d141577c5" providerId="Windows Live" clId="Web-{84FDC6C0-EB0C-48F3-B9B4-1D7FAE88DCC6}" dt="2023-07-27T18:48:55.559" v="403"/>
        <pc:sldMkLst>
          <pc:docMk/>
          <pc:sldMk cId="1741603341" sldId="281"/>
        </pc:sldMkLst>
      </pc:sldChg>
      <pc:sldChg chg="modSp">
        <pc:chgData name="Jeff DeRemer" userId="a37f3d2d141577c5" providerId="Windows Live" clId="Web-{84FDC6C0-EB0C-48F3-B9B4-1D7FAE88DCC6}" dt="2023-07-27T18:53:33.523" v="422" actId="20577"/>
        <pc:sldMkLst>
          <pc:docMk/>
          <pc:sldMk cId="204965760" sldId="282"/>
        </pc:sldMkLst>
        <pc:spChg chg="mod">
          <ac:chgData name="Jeff DeRemer" userId="a37f3d2d141577c5" providerId="Windows Live" clId="Web-{84FDC6C0-EB0C-48F3-B9B4-1D7FAE88DCC6}" dt="2023-07-27T18:53:33.523" v="422" actId="20577"/>
          <ac:spMkLst>
            <pc:docMk/>
            <pc:sldMk cId="204965760" sldId="282"/>
            <ac:spMk id="3" creationId="{214B1D8D-63BD-DD0B-C0F5-8839FC6374EC}"/>
          </ac:spMkLst>
        </pc:spChg>
      </pc:sldChg>
      <pc:sldChg chg="modSp">
        <pc:chgData name="Jeff DeRemer" userId="a37f3d2d141577c5" providerId="Windows Live" clId="Web-{84FDC6C0-EB0C-48F3-B9B4-1D7FAE88DCC6}" dt="2023-07-27T18:40:42.930" v="368" actId="20577"/>
        <pc:sldMkLst>
          <pc:docMk/>
          <pc:sldMk cId="1861732289" sldId="283"/>
        </pc:sldMkLst>
        <pc:spChg chg="mod">
          <ac:chgData name="Jeff DeRemer" userId="a37f3d2d141577c5" providerId="Windows Live" clId="Web-{84FDC6C0-EB0C-48F3-B9B4-1D7FAE88DCC6}" dt="2023-07-27T18:40:42.930" v="368" actId="20577"/>
          <ac:spMkLst>
            <pc:docMk/>
            <pc:sldMk cId="1861732289" sldId="283"/>
            <ac:spMk id="3" creationId="{A4DD8A52-93C3-307C-94F8-99CD4F67B3B0}"/>
          </ac:spMkLst>
        </pc:spChg>
      </pc:sldChg>
      <pc:sldChg chg="modSp ord">
        <pc:chgData name="Jeff DeRemer" userId="a37f3d2d141577c5" providerId="Windows Live" clId="Web-{84FDC6C0-EB0C-48F3-B9B4-1D7FAE88DCC6}" dt="2023-07-27T18:41:44.120" v="377" actId="20577"/>
        <pc:sldMkLst>
          <pc:docMk/>
          <pc:sldMk cId="1987841433" sldId="284"/>
        </pc:sldMkLst>
        <pc:spChg chg="mod">
          <ac:chgData name="Jeff DeRemer" userId="a37f3d2d141577c5" providerId="Windows Live" clId="Web-{84FDC6C0-EB0C-48F3-B9B4-1D7FAE88DCC6}" dt="2023-07-27T18:41:44.120" v="377" actId="20577"/>
          <ac:spMkLst>
            <pc:docMk/>
            <pc:sldMk cId="1987841433" sldId="284"/>
            <ac:spMk id="3" creationId="{167EB91F-F6C9-4B4F-90F3-7CA2D46122AE}"/>
          </ac:spMkLst>
        </pc:spChg>
      </pc:sldChg>
      <pc:sldChg chg="modSp">
        <pc:chgData name="Jeff DeRemer" userId="a37f3d2d141577c5" providerId="Windows Live" clId="Web-{84FDC6C0-EB0C-48F3-B9B4-1D7FAE88DCC6}" dt="2023-07-27T18:22:49.498" v="250" actId="20577"/>
        <pc:sldMkLst>
          <pc:docMk/>
          <pc:sldMk cId="1112612059" sldId="285"/>
        </pc:sldMkLst>
        <pc:spChg chg="mod">
          <ac:chgData name="Jeff DeRemer" userId="a37f3d2d141577c5" providerId="Windows Live" clId="Web-{84FDC6C0-EB0C-48F3-B9B4-1D7FAE88DCC6}" dt="2023-07-27T18:22:49.498" v="250" actId="20577"/>
          <ac:spMkLst>
            <pc:docMk/>
            <pc:sldMk cId="1112612059" sldId="285"/>
            <ac:spMk id="3" creationId="{2C233C5D-AE6E-EE9D-E247-48CB088754FF}"/>
          </ac:spMkLst>
        </pc:spChg>
      </pc:sldChg>
      <pc:sldChg chg="modSp">
        <pc:chgData name="Jeff DeRemer" userId="a37f3d2d141577c5" providerId="Windows Live" clId="Web-{84FDC6C0-EB0C-48F3-B9B4-1D7FAE88DCC6}" dt="2023-07-27T18:48:12.026" v="402" actId="20577"/>
        <pc:sldMkLst>
          <pc:docMk/>
          <pc:sldMk cId="1175048660" sldId="288"/>
        </pc:sldMkLst>
        <pc:spChg chg="mod">
          <ac:chgData name="Jeff DeRemer" userId="a37f3d2d141577c5" providerId="Windows Live" clId="Web-{84FDC6C0-EB0C-48F3-B9B4-1D7FAE88DCC6}" dt="2023-07-27T18:48:12.026" v="402" actId="20577"/>
          <ac:spMkLst>
            <pc:docMk/>
            <pc:sldMk cId="1175048660" sldId="288"/>
            <ac:spMk id="3" creationId="{E35BB5F5-DEF6-901B-798D-F75EF1BEE6C3}"/>
          </ac:spMkLst>
        </pc:spChg>
      </pc:sldChg>
      <pc:sldChg chg="modSp">
        <pc:chgData name="Jeff DeRemer" userId="a37f3d2d141577c5" providerId="Windows Live" clId="Web-{84FDC6C0-EB0C-48F3-B9B4-1D7FAE88DCC6}" dt="2023-07-27T18:54:37.885" v="426" actId="20577"/>
        <pc:sldMkLst>
          <pc:docMk/>
          <pc:sldMk cId="1487085672" sldId="289"/>
        </pc:sldMkLst>
        <pc:spChg chg="mod">
          <ac:chgData name="Jeff DeRemer" userId="a37f3d2d141577c5" providerId="Windows Live" clId="Web-{84FDC6C0-EB0C-48F3-B9B4-1D7FAE88DCC6}" dt="2023-07-27T18:54:37.885" v="426" actId="20577"/>
          <ac:spMkLst>
            <pc:docMk/>
            <pc:sldMk cId="1487085672" sldId="289"/>
            <ac:spMk id="3" creationId="{35D0BBDA-8803-BE37-2613-0EDAF02F44B8}"/>
          </ac:spMkLst>
        </pc:spChg>
      </pc:sldChg>
      <pc:sldChg chg="modSp">
        <pc:chgData name="Jeff DeRemer" userId="a37f3d2d141577c5" providerId="Windows Live" clId="Web-{84FDC6C0-EB0C-48F3-B9B4-1D7FAE88DCC6}" dt="2023-07-27T18:19:29.693" v="219" actId="20577"/>
        <pc:sldMkLst>
          <pc:docMk/>
          <pc:sldMk cId="4076531934" sldId="290"/>
        </pc:sldMkLst>
        <pc:spChg chg="mod">
          <ac:chgData name="Jeff DeRemer" userId="a37f3d2d141577c5" providerId="Windows Live" clId="Web-{84FDC6C0-EB0C-48F3-B9B4-1D7FAE88DCC6}" dt="2023-07-27T18:19:29.693" v="219" actId="20577"/>
          <ac:spMkLst>
            <pc:docMk/>
            <pc:sldMk cId="4076531934" sldId="290"/>
            <ac:spMk id="3" creationId="{960B53B4-EA2F-EDEB-811E-08923203A428}"/>
          </ac:spMkLst>
        </pc:spChg>
      </pc:sldChg>
      <pc:sldChg chg="del">
        <pc:chgData name="Jeff DeRemer" userId="a37f3d2d141577c5" providerId="Windows Live" clId="Web-{84FDC6C0-EB0C-48F3-B9B4-1D7FAE88DCC6}" dt="2023-07-27T18:23:11.999" v="256"/>
        <pc:sldMkLst>
          <pc:docMk/>
          <pc:sldMk cId="117291877" sldId="291"/>
        </pc:sldMkLst>
      </pc:sldChg>
      <pc:sldChg chg="modSp">
        <pc:chgData name="Jeff DeRemer" userId="a37f3d2d141577c5" providerId="Windows Live" clId="Web-{84FDC6C0-EB0C-48F3-B9B4-1D7FAE88DCC6}" dt="2023-07-27T18:22:09.090" v="239" actId="20577"/>
        <pc:sldMkLst>
          <pc:docMk/>
          <pc:sldMk cId="2803421184" sldId="292"/>
        </pc:sldMkLst>
        <pc:spChg chg="mod">
          <ac:chgData name="Jeff DeRemer" userId="a37f3d2d141577c5" providerId="Windows Live" clId="Web-{84FDC6C0-EB0C-48F3-B9B4-1D7FAE88DCC6}" dt="2023-07-27T18:22:09.090" v="239" actId="20577"/>
          <ac:spMkLst>
            <pc:docMk/>
            <pc:sldMk cId="2803421184" sldId="292"/>
            <ac:spMk id="3" creationId="{DABAC2CE-B759-65A2-A9AA-973000EA0D14}"/>
          </ac:spMkLst>
        </pc:spChg>
      </pc:sldChg>
      <pc:sldChg chg="modSp">
        <pc:chgData name="Jeff DeRemer" userId="a37f3d2d141577c5" providerId="Windows Live" clId="Web-{84FDC6C0-EB0C-48F3-B9B4-1D7FAE88DCC6}" dt="2023-07-27T18:20:02.038" v="227" actId="20577"/>
        <pc:sldMkLst>
          <pc:docMk/>
          <pc:sldMk cId="3257431584" sldId="296"/>
        </pc:sldMkLst>
        <pc:spChg chg="mod">
          <ac:chgData name="Jeff DeRemer" userId="a37f3d2d141577c5" providerId="Windows Live" clId="Web-{84FDC6C0-EB0C-48F3-B9B4-1D7FAE88DCC6}" dt="2023-07-27T18:20:02.038" v="227" actId="20577"/>
          <ac:spMkLst>
            <pc:docMk/>
            <pc:sldMk cId="3257431584" sldId="296"/>
            <ac:spMk id="3" creationId="{796CF47D-9B0B-ECCF-6644-4B8820451995}"/>
          </ac:spMkLst>
        </pc:spChg>
      </pc:sldChg>
      <pc:sldChg chg="modSp">
        <pc:chgData name="Jeff DeRemer" userId="a37f3d2d141577c5" providerId="Windows Live" clId="Web-{84FDC6C0-EB0C-48F3-B9B4-1D7FAE88DCC6}" dt="2023-07-27T18:21:52.793" v="231" actId="20577"/>
        <pc:sldMkLst>
          <pc:docMk/>
          <pc:sldMk cId="3916907533" sldId="297"/>
        </pc:sldMkLst>
        <pc:spChg chg="mod">
          <ac:chgData name="Jeff DeRemer" userId="a37f3d2d141577c5" providerId="Windows Live" clId="Web-{84FDC6C0-EB0C-48F3-B9B4-1D7FAE88DCC6}" dt="2023-07-27T18:21:52.793" v="231" actId="20577"/>
          <ac:spMkLst>
            <pc:docMk/>
            <pc:sldMk cId="3916907533" sldId="297"/>
            <ac:spMk id="3" creationId="{44445D3B-2A71-A9CA-450D-9A629D66162C}"/>
          </ac:spMkLst>
        </pc:spChg>
      </pc:sldChg>
      <pc:sldChg chg="del mod modShow">
        <pc:chgData name="Jeff DeRemer" userId="a37f3d2d141577c5" providerId="Windows Live" clId="Web-{84FDC6C0-EB0C-48F3-B9B4-1D7FAE88DCC6}" dt="2023-07-27T18:23:07.217" v="255"/>
        <pc:sldMkLst>
          <pc:docMk/>
          <pc:sldMk cId="4013399894" sldId="298"/>
        </pc:sldMkLst>
      </pc:sldChg>
      <pc:sldChg chg="modSp">
        <pc:chgData name="Jeff DeRemer" userId="a37f3d2d141577c5" providerId="Windows Live" clId="Web-{84FDC6C0-EB0C-48F3-B9B4-1D7FAE88DCC6}" dt="2023-07-27T18:35:02.417" v="333" actId="20577"/>
        <pc:sldMkLst>
          <pc:docMk/>
          <pc:sldMk cId="2145870571" sldId="307"/>
        </pc:sldMkLst>
        <pc:spChg chg="mod">
          <ac:chgData name="Jeff DeRemer" userId="a37f3d2d141577c5" providerId="Windows Live" clId="Web-{84FDC6C0-EB0C-48F3-B9B4-1D7FAE88DCC6}" dt="2023-07-27T18:35:02.417" v="333" actId="20577"/>
          <ac:spMkLst>
            <pc:docMk/>
            <pc:sldMk cId="2145870571" sldId="307"/>
            <ac:spMk id="3" creationId="{E16765E4-91CB-D7BB-72DE-17157CA29AE6}"/>
          </ac:spMkLst>
        </pc:spChg>
      </pc:sldChg>
      <pc:sldChg chg="modSp">
        <pc:chgData name="Jeff DeRemer" userId="a37f3d2d141577c5" providerId="Windows Live" clId="Web-{84FDC6C0-EB0C-48F3-B9B4-1D7FAE88DCC6}" dt="2023-07-27T18:35:41.184" v="347" actId="20577"/>
        <pc:sldMkLst>
          <pc:docMk/>
          <pc:sldMk cId="1173428035" sldId="308"/>
        </pc:sldMkLst>
        <pc:spChg chg="mod">
          <ac:chgData name="Jeff DeRemer" userId="a37f3d2d141577c5" providerId="Windows Live" clId="Web-{84FDC6C0-EB0C-48F3-B9B4-1D7FAE88DCC6}" dt="2023-07-27T18:35:41.184" v="347" actId="20577"/>
          <ac:spMkLst>
            <pc:docMk/>
            <pc:sldMk cId="1173428035" sldId="308"/>
            <ac:spMk id="3" creationId="{D8401FEB-2B12-65C9-4AB5-92E8C061DEA6}"/>
          </ac:spMkLst>
        </pc:spChg>
      </pc:sldChg>
      <pc:sldChg chg="modSp">
        <pc:chgData name="Jeff DeRemer" userId="a37f3d2d141577c5" providerId="Windows Live" clId="Web-{84FDC6C0-EB0C-48F3-B9B4-1D7FAE88DCC6}" dt="2023-07-27T18:05:29.411" v="12" actId="20577"/>
        <pc:sldMkLst>
          <pc:docMk/>
          <pc:sldMk cId="3630277452" sldId="309"/>
        </pc:sldMkLst>
        <pc:spChg chg="mod">
          <ac:chgData name="Jeff DeRemer" userId="a37f3d2d141577c5" providerId="Windows Live" clId="Web-{84FDC6C0-EB0C-48F3-B9B4-1D7FAE88DCC6}" dt="2023-07-27T18:05:29.411" v="12" actId="20577"/>
          <ac:spMkLst>
            <pc:docMk/>
            <pc:sldMk cId="3630277452" sldId="309"/>
            <ac:spMk id="3" creationId="{667CAB59-D103-80B2-8972-BA950EE5CE80}"/>
          </ac:spMkLst>
        </pc:spChg>
      </pc:sldChg>
      <pc:sldChg chg="modSp">
        <pc:chgData name="Jeff DeRemer" userId="a37f3d2d141577c5" providerId="Windows Live" clId="Web-{84FDC6C0-EB0C-48F3-B9B4-1D7FAE88DCC6}" dt="2023-07-27T18:19:06.943" v="210" actId="20577"/>
        <pc:sldMkLst>
          <pc:docMk/>
          <pc:sldMk cId="588049691" sldId="314"/>
        </pc:sldMkLst>
        <pc:spChg chg="mod">
          <ac:chgData name="Jeff DeRemer" userId="a37f3d2d141577c5" providerId="Windows Live" clId="Web-{84FDC6C0-EB0C-48F3-B9B4-1D7FAE88DCC6}" dt="2023-07-27T18:19:06.943" v="210" actId="20577"/>
          <ac:spMkLst>
            <pc:docMk/>
            <pc:sldMk cId="588049691" sldId="314"/>
            <ac:spMk id="3" creationId="{8AED796B-6634-4BD1-1D8D-60652409EDCF}"/>
          </ac:spMkLst>
        </pc:spChg>
      </pc:sldChg>
      <pc:sldChg chg="modSp">
        <pc:chgData name="Jeff DeRemer" userId="a37f3d2d141577c5" providerId="Windows Live" clId="Web-{84FDC6C0-EB0C-48F3-B9B4-1D7FAE88DCC6}" dt="2023-07-27T18:08:00.963" v="106" actId="20577"/>
        <pc:sldMkLst>
          <pc:docMk/>
          <pc:sldMk cId="3588194236" sldId="315"/>
        </pc:sldMkLst>
        <pc:spChg chg="mod">
          <ac:chgData name="Jeff DeRemer" userId="a37f3d2d141577c5" providerId="Windows Live" clId="Web-{84FDC6C0-EB0C-48F3-B9B4-1D7FAE88DCC6}" dt="2023-07-27T18:08:00.963" v="106" actId="20577"/>
          <ac:spMkLst>
            <pc:docMk/>
            <pc:sldMk cId="3588194236" sldId="315"/>
            <ac:spMk id="3" creationId="{8797E62F-9EFE-7982-AA44-CA6ED395C745}"/>
          </ac:spMkLst>
        </pc:spChg>
      </pc:sldChg>
      <pc:sldChg chg="modSp">
        <pc:chgData name="Jeff DeRemer" userId="a37f3d2d141577c5" providerId="Windows Live" clId="Web-{84FDC6C0-EB0C-48F3-B9B4-1D7FAE88DCC6}" dt="2023-07-27T18:43:45.922" v="390" actId="20577"/>
        <pc:sldMkLst>
          <pc:docMk/>
          <pc:sldMk cId="3080211462" sldId="316"/>
        </pc:sldMkLst>
        <pc:spChg chg="mod">
          <ac:chgData name="Jeff DeRemer" userId="a37f3d2d141577c5" providerId="Windows Live" clId="Web-{84FDC6C0-EB0C-48F3-B9B4-1D7FAE88DCC6}" dt="2023-07-27T18:43:45.922" v="390" actId="20577"/>
          <ac:spMkLst>
            <pc:docMk/>
            <pc:sldMk cId="3080211462" sldId="316"/>
            <ac:spMk id="3" creationId="{22CFC226-DC8E-64BB-56E7-EA99E3243D7F}"/>
          </ac:spMkLst>
        </pc:spChg>
      </pc:sldChg>
    </pc:docChg>
  </pc:docChgLst>
  <pc:docChgLst>
    <pc:chgData name="Jeff DeRemer" userId="a37f3d2d141577c5" providerId="Windows Live" clId="Web-{440B02FF-CBA4-4939-A8C4-9DEDA1DD0B81}"/>
    <pc:docChg chg="addSld delSld modSld sldOrd addSection modSection">
      <pc:chgData name="Jeff DeRemer" userId="a37f3d2d141577c5" providerId="Windows Live" clId="Web-{440B02FF-CBA4-4939-A8C4-9DEDA1DD0B81}" dt="2023-07-23T18:16:14.708" v="897" actId="20577"/>
      <pc:docMkLst>
        <pc:docMk/>
      </pc:docMkLst>
      <pc:sldChg chg="modSp ord">
        <pc:chgData name="Jeff DeRemer" userId="a37f3d2d141577c5" providerId="Windows Live" clId="Web-{440B02FF-CBA4-4939-A8C4-9DEDA1DD0B81}" dt="2023-07-23T18:10:47.632" v="794" actId="20577"/>
        <pc:sldMkLst>
          <pc:docMk/>
          <pc:sldMk cId="436497126" sldId="257"/>
        </pc:sldMkLst>
        <pc:spChg chg="mod">
          <ac:chgData name="Jeff DeRemer" userId="a37f3d2d141577c5" providerId="Windows Live" clId="Web-{440B02FF-CBA4-4939-A8C4-9DEDA1DD0B81}" dt="2023-07-23T18:10:47.632" v="794" actId="20577"/>
          <ac:spMkLst>
            <pc:docMk/>
            <pc:sldMk cId="436497126" sldId="257"/>
            <ac:spMk id="3" creationId="{69F6AD24-2AA8-1769-5A4C-06990BD5C0B0}"/>
          </ac:spMkLst>
        </pc:spChg>
      </pc:sldChg>
      <pc:sldChg chg="modSp">
        <pc:chgData name="Jeff DeRemer" userId="a37f3d2d141577c5" providerId="Windows Live" clId="Web-{440B02FF-CBA4-4939-A8C4-9DEDA1DD0B81}" dt="2023-07-23T18:11:33.775" v="808" actId="20577"/>
        <pc:sldMkLst>
          <pc:docMk/>
          <pc:sldMk cId="3204198918" sldId="258"/>
        </pc:sldMkLst>
        <pc:spChg chg="mod">
          <ac:chgData name="Jeff DeRemer" userId="a37f3d2d141577c5" providerId="Windows Live" clId="Web-{440B02FF-CBA4-4939-A8C4-9DEDA1DD0B81}" dt="2023-07-23T18:11:33.775" v="808" actId="20577"/>
          <ac:spMkLst>
            <pc:docMk/>
            <pc:sldMk cId="3204198918" sldId="258"/>
            <ac:spMk id="3" creationId="{B6C27F68-3CFD-F860-DC38-DB6A07A7E802}"/>
          </ac:spMkLst>
        </pc:spChg>
      </pc:sldChg>
      <pc:sldChg chg="modSp">
        <pc:chgData name="Jeff DeRemer" userId="a37f3d2d141577c5" providerId="Windows Live" clId="Web-{440B02FF-CBA4-4939-A8C4-9DEDA1DD0B81}" dt="2023-07-23T18:16:14.708" v="897" actId="20577"/>
        <pc:sldMkLst>
          <pc:docMk/>
          <pc:sldMk cId="1537062186" sldId="259"/>
        </pc:sldMkLst>
        <pc:spChg chg="mod">
          <ac:chgData name="Jeff DeRemer" userId="a37f3d2d141577c5" providerId="Windows Live" clId="Web-{440B02FF-CBA4-4939-A8C4-9DEDA1DD0B81}" dt="2023-07-23T18:16:14.708" v="897" actId="20577"/>
          <ac:spMkLst>
            <pc:docMk/>
            <pc:sldMk cId="1537062186" sldId="259"/>
            <ac:spMk id="3" creationId="{C94EAD4E-0DEF-F3E3-2CD3-304D0D8776E8}"/>
          </ac:spMkLst>
        </pc:spChg>
      </pc:sldChg>
      <pc:sldChg chg="modSp ord">
        <pc:chgData name="Jeff DeRemer" userId="a37f3d2d141577c5" providerId="Windows Live" clId="Web-{440B02FF-CBA4-4939-A8C4-9DEDA1DD0B81}" dt="2023-07-23T17:24:41.676" v="169" actId="20577"/>
        <pc:sldMkLst>
          <pc:docMk/>
          <pc:sldMk cId="3800418244" sldId="260"/>
        </pc:sldMkLst>
        <pc:spChg chg="mod">
          <ac:chgData name="Jeff DeRemer" userId="a37f3d2d141577c5" providerId="Windows Live" clId="Web-{440B02FF-CBA4-4939-A8C4-9DEDA1DD0B81}" dt="2023-07-23T17:24:41.676" v="169" actId="20577"/>
          <ac:spMkLst>
            <pc:docMk/>
            <pc:sldMk cId="3800418244" sldId="260"/>
            <ac:spMk id="2" creationId="{B1D4C514-C7C7-BF2E-7E46-F8567E808013}"/>
          </ac:spMkLst>
        </pc:spChg>
      </pc:sldChg>
      <pc:sldChg chg="ord">
        <pc:chgData name="Jeff DeRemer" userId="a37f3d2d141577c5" providerId="Windows Live" clId="Web-{440B02FF-CBA4-4939-A8C4-9DEDA1DD0B81}" dt="2023-07-23T17:30:46.769" v="271"/>
        <pc:sldMkLst>
          <pc:docMk/>
          <pc:sldMk cId="4291219111" sldId="269"/>
        </pc:sldMkLst>
      </pc:sldChg>
      <pc:sldChg chg="modSp ord">
        <pc:chgData name="Jeff DeRemer" userId="a37f3d2d141577c5" providerId="Windows Live" clId="Web-{440B02FF-CBA4-4939-A8C4-9DEDA1DD0B81}" dt="2023-07-23T17:33:09.634" v="282" actId="20577"/>
        <pc:sldMkLst>
          <pc:docMk/>
          <pc:sldMk cId="3628189326" sldId="270"/>
        </pc:sldMkLst>
        <pc:spChg chg="mod">
          <ac:chgData name="Jeff DeRemer" userId="a37f3d2d141577c5" providerId="Windows Live" clId="Web-{440B02FF-CBA4-4939-A8C4-9DEDA1DD0B81}" dt="2023-07-23T17:33:09.634" v="282" actId="20577"/>
          <ac:spMkLst>
            <pc:docMk/>
            <pc:sldMk cId="3628189326" sldId="270"/>
            <ac:spMk id="2" creationId="{9DB831FD-D532-CC05-3979-A33DE6AA6F6E}"/>
          </ac:spMkLst>
        </pc:spChg>
      </pc:sldChg>
      <pc:sldChg chg="ord">
        <pc:chgData name="Jeff DeRemer" userId="a37f3d2d141577c5" providerId="Windows Live" clId="Web-{440B02FF-CBA4-4939-A8C4-9DEDA1DD0B81}" dt="2023-07-23T17:40:29.433" v="409"/>
        <pc:sldMkLst>
          <pc:docMk/>
          <pc:sldMk cId="1682394483" sldId="272"/>
        </pc:sldMkLst>
      </pc:sldChg>
      <pc:sldChg chg="ord">
        <pc:chgData name="Jeff DeRemer" userId="a37f3d2d141577c5" providerId="Windows Live" clId="Web-{440B02FF-CBA4-4939-A8C4-9DEDA1DD0B81}" dt="2023-07-23T18:02:52.598" v="727"/>
        <pc:sldMkLst>
          <pc:docMk/>
          <pc:sldMk cId="1966568967" sldId="273"/>
        </pc:sldMkLst>
      </pc:sldChg>
      <pc:sldChg chg="modSp ord">
        <pc:chgData name="Jeff DeRemer" userId="a37f3d2d141577c5" providerId="Windows Live" clId="Web-{440B02FF-CBA4-4939-A8C4-9DEDA1DD0B81}" dt="2023-07-23T17:42:16.610" v="435"/>
        <pc:sldMkLst>
          <pc:docMk/>
          <pc:sldMk cId="517718756" sldId="274"/>
        </pc:sldMkLst>
        <pc:spChg chg="mod">
          <ac:chgData name="Jeff DeRemer" userId="a37f3d2d141577c5" providerId="Windows Live" clId="Web-{440B02FF-CBA4-4939-A8C4-9DEDA1DD0B81}" dt="2023-07-23T17:42:12.547" v="434" actId="20577"/>
          <ac:spMkLst>
            <pc:docMk/>
            <pc:sldMk cId="517718756" sldId="274"/>
            <ac:spMk id="2" creationId="{DA44FD8D-74EE-A547-A9C3-112CE6388BDC}"/>
          </ac:spMkLst>
        </pc:spChg>
      </pc:sldChg>
      <pc:sldChg chg="ord">
        <pc:chgData name="Jeff DeRemer" userId="a37f3d2d141577c5" providerId="Windows Live" clId="Web-{440B02FF-CBA4-4939-A8C4-9DEDA1DD0B81}" dt="2023-07-23T17:42:34.907" v="436"/>
        <pc:sldMkLst>
          <pc:docMk/>
          <pc:sldMk cId="3591501101" sldId="276"/>
        </pc:sldMkLst>
      </pc:sldChg>
      <pc:sldChg chg="ord">
        <pc:chgData name="Jeff DeRemer" userId="a37f3d2d141577c5" providerId="Windows Live" clId="Web-{440B02FF-CBA4-4939-A8C4-9DEDA1DD0B81}" dt="2023-07-23T17:46:45.746" v="498"/>
        <pc:sldMkLst>
          <pc:docMk/>
          <pc:sldMk cId="2746935985" sldId="280"/>
        </pc:sldMkLst>
      </pc:sldChg>
      <pc:sldChg chg="ord">
        <pc:chgData name="Jeff DeRemer" userId="a37f3d2d141577c5" providerId="Windows Live" clId="Web-{440B02FF-CBA4-4939-A8C4-9DEDA1DD0B81}" dt="2023-07-23T17:47:02.793" v="499"/>
        <pc:sldMkLst>
          <pc:docMk/>
          <pc:sldMk cId="1741603341" sldId="281"/>
        </pc:sldMkLst>
      </pc:sldChg>
      <pc:sldChg chg="ord">
        <pc:chgData name="Jeff DeRemer" userId="a37f3d2d141577c5" providerId="Windows Live" clId="Web-{440B02FF-CBA4-4939-A8C4-9DEDA1DD0B81}" dt="2023-07-23T17:47:32.498" v="503"/>
        <pc:sldMkLst>
          <pc:docMk/>
          <pc:sldMk cId="1861732289" sldId="283"/>
        </pc:sldMkLst>
      </pc:sldChg>
      <pc:sldChg chg="ord">
        <pc:chgData name="Jeff DeRemer" userId="a37f3d2d141577c5" providerId="Windows Live" clId="Web-{440B02FF-CBA4-4939-A8C4-9DEDA1DD0B81}" dt="2023-07-23T17:51:16.288" v="548"/>
        <pc:sldMkLst>
          <pc:docMk/>
          <pc:sldMk cId="1987841433" sldId="284"/>
        </pc:sldMkLst>
      </pc:sldChg>
      <pc:sldChg chg="ord">
        <pc:chgData name="Jeff DeRemer" userId="a37f3d2d141577c5" providerId="Windows Live" clId="Web-{440B02FF-CBA4-4939-A8C4-9DEDA1DD0B81}" dt="2023-07-23T17:56:54.942" v="627"/>
        <pc:sldMkLst>
          <pc:docMk/>
          <pc:sldMk cId="1112612059" sldId="285"/>
        </pc:sldMkLst>
      </pc:sldChg>
      <pc:sldChg chg="ord">
        <pc:chgData name="Jeff DeRemer" userId="a37f3d2d141577c5" providerId="Windows Live" clId="Web-{440B02FF-CBA4-4939-A8C4-9DEDA1DD0B81}" dt="2023-07-23T17:57:47.507" v="636"/>
        <pc:sldMkLst>
          <pc:docMk/>
          <pc:sldMk cId="2771794891" sldId="286"/>
        </pc:sldMkLst>
      </pc:sldChg>
      <pc:sldChg chg="ord">
        <pc:chgData name="Jeff DeRemer" userId="a37f3d2d141577c5" providerId="Windows Live" clId="Web-{440B02FF-CBA4-4939-A8C4-9DEDA1DD0B81}" dt="2023-07-23T17:54:07.514" v="567"/>
        <pc:sldMkLst>
          <pc:docMk/>
          <pc:sldMk cId="4209612668" sldId="287"/>
        </pc:sldMkLst>
      </pc:sldChg>
      <pc:sldChg chg="ord">
        <pc:chgData name="Jeff DeRemer" userId="a37f3d2d141577c5" providerId="Windows Live" clId="Web-{440B02FF-CBA4-4939-A8C4-9DEDA1DD0B81}" dt="2023-07-23T17:58:26.837" v="638"/>
        <pc:sldMkLst>
          <pc:docMk/>
          <pc:sldMk cId="1175048660" sldId="288"/>
        </pc:sldMkLst>
      </pc:sldChg>
      <pc:sldChg chg="modSp">
        <pc:chgData name="Jeff DeRemer" userId="a37f3d2d141577c5" providerId="Windows Live" clId="Web-{440B02FF-CBA4-4939-A8C4-9DEDA1DD0B81}" dt="2023-07-23T18:12:42.903" v="835" actId="20577"/>
        <pc:sldMkLst>
          <pc:docMk/>
          <pc:sldMk cId="4076531934" sldId="290"/>
        </pc:sldMkLst>
        <pc:spChg chg="mod">
          <ac:chgData name="Jeff DeRemer" userId="a37f3d2d141577c5" providerId="Windows Live" clId="Web-{440B02FF-CBA4-4939-A8C4-9DEDA1DD0B81}" dt="2023-07-23T18:12:42.903" v="835" actId="20577"/>
          <ac:spMkLst>
            <pc:docMk/>
            <pc:sldMk cId="4076531934" sldId="290"/>
            <ac:spMk id="3" creationId="{960B53B4-EA2F-EDEB-811E-08923203A428}"/>
          </ac:spMkLst>
        </pc:spChg>
      </pc:sldChg>
      <pc:sldChg chg="modSp ord">
        <pc:chgData name="Jeff DeRemer" userId="a37f3d2d141577c5" providerId="Windows Live" clId="Web-{440B02FF-CBA4-4939-A8C4-9DEDA1DD0B81}" dt="2023-07-23T17:54:35.249" v="584" actId="20577"/>
        <pc:sldMkLst>
          <pc:docMk/>
          <pc:sldMk cId="117291877" sldId="291"/>
        </pc:sldMkLst>
        <pc:spChg chg="mod">
          <ac:chgData name="Jeff DeRemer" userId="a37f3d2d141577c5" providerId="Windows Live" clId="Web-{440B02FF-CBA4-4939-A8C4-9DEDA1DD0B81}" dt="2023-07-23T17:54:35.249" v="584" actId="20577"/>
          <ac:spMkLst>
            <pc:docMk/>
            <pc:sldMk cId="117291877" sldId="291"/>
            <ac:spMk id="2" creationId="{7C7FA624-06C1-58CB-6EBF-6A6E06B55AA5}"/>
          </ac:spMkLst>
        </pc:spChg>
      </pc:sldChg>
      <pc:sldChg chg="modSp ord">
        <pc:chgData name="Jeff DeRemer" userId="a37f3d2d141577c5" providerId="Windows Live" clId="Web-{440B02FF-CBA4-4939-A8C4-9DEDA1DD0B81}" dt="2023-07-23T17:29:30.813" v="258" actId="20577"/>
        <pc:sldMkLst>
          <pc:docMk/>
          <pc:sldMk cId="2373186645" sldId="294"/>
        </pc:sldMkLst>
        <pc:spChg chg="mod">
          <ac:chgData name="Jeff DeRemer" userId="a37f3d2d141577c5" providerId="Windows Live" clId="Web-{440B02FF-CBA4-4939-A8C4-9DEDA1DD0B81}" dt="2023-07-23T17:29:30.813" v="258" actId="20577"/>
          <ac:spMkLst>
            <pc:docMk/>
            <pc:sldMk cId="2373186645" sldId="294"/>
            <ac:spMk id="2" creationId="{B2222F7C-0144-814E-2BAD-01A1646151D4}"/>
          </ac:spMkLst>
        </pc:spChg>
      </pc:sldChg>
      <pc:sldChg chg="modSp">
        <pc:chgData name="Jeff DeRemer" userId="a37f3d2d141577c5" providerId="Windows Live" clId="Web-{440B02FF-CBA4-4939-A8C4-9DEDA1DD0B81}" dt="2023-07-23T18:14:05.594" v="865" actId="20577"/>
        <pc:sldMkLst>
          <pc:docMk/>
          <pc:sldMk cId="3257431584" sldId="296"/>
        </pc:sldMkLst>
        <pc:spChg chg="mod">
          <ac:chgData name="Jeff DeRemer" userId="a37f3d2d141577c5" providerId="Windows Live" clId="Web-{440B02FF-CBA4-4939-A8C4-9DEDA1DD0B81}" dt="2023-07-23T18:14:05.594" v="865" actId="20577"/>
          <ac:spMkLst>
            <pc:docMk/>
            <pc:sldMk cId="3257431584" sldId="296"/>
            <ac:spMk id="3" creationId="{796CF47D-9B0B-ECCF-6644-4B8820451995}"/>
          </ac:spMkLst>
        </pc:spChg>
      </pc:sldChg>
      <pc:sldChg chg="modSp">
        <pc:chgData name="Jeff DeRemer" userId="a37f3d2d141577c5" providerId="Windows Live" clId="Web-{440B02FF-CBA4-4939-A8C4-9DEDA1DD0B81}" dt="2023-07-23T18:14:39.345" v="870" actId="20577"/>
        <pc:sldMkLst>
          <pc:docMk/>
          <pc:sldMk cId="3916907533" sldId="297"/>
        </pc:sldMkLst>
        <pc:spChg chg="mod">
          <ac:chgData name="Jeff DeRemer" userId="a37f3d2d141577c5" providerId="Windows Live" clId="Web-{440B02FF-CBA4-4939-A8C4-9DEDA1DD0B81}" dt="2023-07-23T17:15:50.983" v="38" actId="20577"/>
          <ac:spMkLst>
            <pc:docMk/>
            <pc:sldMk cId="3916907533" sldId="297"/>
            <ac:spMk id="2" creationId="{5A685380-2386-9E47-2E6D-53289BC316F1}"/>
          </ac:spMkLst>
        </pc:spChg>
        <pc:spChg chg="mod">
          <ac:chgData name="Jeff DeRemer" userId="a37f3d2d141577c5" providerId="Windows Live" clId="Web-{440B02FF-CBA4-4939-A8C4-9DEDA1DD0B81}" dt="2023-07-23T18:14:39.345" v="870" actId="20577"/>
          <ac:spMkLst>
            <pc:docMk/>
            <pc:sldMk cId="3916907533" sldId="297"/>
            <ac:spMk id="3" creationId="{44445D3B-2A71-A9CA-450D-9A629D66162C}"/>
          </ac:spMkLst>
        </pc:spChg>
      </pc:sldChg>
      <pc:sldChg chg="modSp">
        <pc:chgData name="Jeff DeRemer" userId="a37f3d2d141577c5" providerId="Windows Live" clId="Web-{440B02FF-CBA4-4939-A8C4-9DEDA1DD0B81}" dt="2023-07-23T17:24:14.597" v="161" actId="20577"/>
        <pc:sldMkLst>
          <pc:docMk/>
          <pc:sldMk cId="4013399894" sldId="298"/>
        </pc:sldMkLst>
        <pc:spChg chg="mod">
          <ac:chgData name="Jeff DeRemer" userId="a37f3d2d141577c5" providerId="Windows Live" clId="Web-{440B02FF-CBA4-4939-A8C4-9DEDA1DD0B81}" dt="2023-07-23T17:24:14.597" v="161" actId="20577"/>
          <ac:spMkLst>
            <pc:docMk/>
            <pc:sldMk cId="4013399894" sldId="298"/>
            <ac:spMk id="2" creationId="{9FC04FDF-F6C6-A102-AAE8-320D1538DF86}"/>
          </ac:spMkLst>
        </pc:spChg>
      </pc:sldChg>
      <pc:sldChg chg="modSp ord">
        <pc:chgData name="Jeff DeRemer" userId="a37f3d2d141577c5" providerId="Windows Live" clId="Web-{440B02FF-CBA4-4939-A8C4-9DEDA1DD0B81}" dt="2023-07-23T17:41:17.732" v="420"/>
        <pc:sldMkLst>
          <pc:docMk/>
          <pc:sldMk cId="1935756779" sldId="305"/>
        </pc:sldMkLst>
        <pc:spChg chg="mod">
          <ac:chgData name="Jeff DeRemer" userId="a37f3d2d141577c5" providerId="Windows Live" clId="Web-{440B02FF-CBA4-4939-A8C4-9DEDA1DD0B81}" dt="2023-07-23T17:41:17.592" v="419" actId="20577"/>
          <ac:spMkLst>
            <pc:docMk/>
            <pc:sldMk cId="1935756779" sldId="305"/>
            <ac:spMk id="2" creationId="{3ACE7FED-C200-7B67-3E02-882BF64E67DD}"/>
          </ac:spMkLst>
        </pc:spChg>
      </pc:sldChg>
      <pc:sldChg chg="ord">
        <pc:chgData name="Jeff DeRemer" userId="a37f3d2d141577c5" providerId="Windows Live" clId="Web-{440B02FF-CBA4-4939-A8C4-9DEDA1DD0B81}" dt="2023-07-23T17:52:52.745" v="558"/>
        <pc:sldMkLst>
          <pc:docMk/>
          <pc:sldMk cId="3166782752" sldId="306"/>
        </pc:sldMkLst>
      </pc:sldChg>
      <pc:sldChg chg="modSp ord">
        <pc:chgData name="Jeff DeRemer" userId="a37f3d2d141577c5" providerId="Windows Live" clId="Web-{440B02FF-CBA4-4939-A8C4-9DEDA1DD0B81}" dt="2023-07-23T18:15:28.253" v="878" actId="20577"/>
        <pc:sldMkLst>
          <pc:docMk/>
          <pc:sldMk cId="3630277452" sldId="309"/>
        </pc:sldMkLst>
        <pc:spChg chg="mod">
          <ac:chgData name="Jeff DeRemer" userId="a37f3d2d141577c5" providerId="Windows Live" clId="Web-{440B02FF-CBA4-4939-A8C4-9DEDA1DD0B81}" dt="2023-07-23T17:17:36.440" v="56" actId="20577"/>
          <ac:spMkLst>
            <pc:docMk/>
            <pc:sldMk cId="3630277452" sldId="309"/>
            <ac:spMk id="2" creationId="{143E2224-8D2A-9674-3AB7-C33CFCD589D7}"/>
          </ac:spMkLst>
        </pc:spChg>
        <pc:spChg chg="mod">
          <ac:chgData name="Jeff DeRemer" userId="a37f3d2d141577c5" providerId="Windows Live" clId="Web-{440B02FF-CBA4-4939-A8C4-9DEDA1DD0B81}" dt="2023-07-23T18:15:28.253" v="878" actId="20577"/>
          <ac:spMkLst>
            <pc:docMk/>
            <pc:sldMk cId="3630277452" sldId="309"/>
            <ac:spMk id="3" creationId="{667CAB59-D103-80B2-8972-BA950EE5CE80}"/>
          </ac:spMkLst>
        </pc:spChg>
      </pc:sldChg>
      <pc:sldChg chg="ord">
        <pc:chgData name="Jeff DeRemer" userId="a37f3d2d141577c5" providerId="Windows Live" clId="Web-{440B02FF-CBA4-4939-A8C4-9DEDA1DD0B81}" dt="2023-07-23T17:13:30.336" v="7"/>
        <pc:sldMkLst>
          <pc:docMk/>
          <pc:sldMk cId="2940824636" sldId="310"/>
        </pc:sldMkLst>
      </pc:sldChg>
      <pc:sldChg chg="del">
        <pc:chgData name="Jeff DeRemer" userId="a37f3d2d141577c5" providerId="Windows Live" clId="Web-{440B02FF-CBA4-4939-A8C4-9DEDA1DD0B81}" dt="2023-07-23T17:20:55.776" v="96"/>
        <pc:sldMkLst>
          <pc:docMk/>
          <pc:sldMk cId="919761700" sldId="311"/>
        </pc:sldMkLst>
      </pc:sldChg>
      <pc:sldChg chg="modSp">
        <pc:chgData name="Jeff DeRemer" userId="a37f3d2d141577c5" providerId="Windows Live" clId="Web-{440B02FF-CBA4-4939-A8C4-9DEDA1DD0B81}" dt="2023-07-23T18:12:09.808" v="828" actId="20577"/>
        <pc:sldMkLst>
          <pc:docMk/>
          <pc:sldMk cId="588049691" sldId="314"/>
        </pc:sldMkLst>
        <pc:spChg chg="mod">
          <ac:chgData name="Jeff DeRemer" userId="a37f3d2d141577c5" providerId="Windows Live" clId="Web-{440B02FF-CBA4-4939-A8C4-9DEDA1DD0B81}" dt="2023-07-23T18:12:09.808" v="828" actId="20577"/>
          <ac:spMkLst>
            <pc:docMk/>
            <pc:sldMk cId="588049691" sldId="314"/>
            <ac:spMk id="2" creationId="{155F2CC8-9572-2144-062B-FABFE70C4A2C}"/>
          </ac:spMkLst>
        </pc:spChg>
        <pc:spChg chg="mod">
          <ac:chgData name="Jeff DeRemer" userId="a37f3d2d141577c5" providerId="Windows Live" clId="Web-{440B02FF-CBA4-4939-A8C4-9DEDA1DD0B81}" dt="2023-07-23T18:11:51.166" v="810" actId="20577"/>
          <ac:spMkLst>
            <pc:docMk/>
            <pc:sldMk cId="588049691" sldId="314"/>
            <ac:spMk id="3" creationId="{8AED796B-6634-4BD1-1D8D-60652409EDCF}"/>
          </ac:spMkLst>
        </pc:spChg>
      </pc:sldChg>
      <pc:sldChg chg="addSp delSp modSp new mod ord modClrScheme chgLayout">
        <pc:chgData name="Jeff DeRemer" userId="a37f3d2d141577c5" providerId="Windows Live" clId="Web-{440B02FF-CBA4-4939-A8C4-9DEDA1DD0B81}" dt="2023-07-23T18:01:11.250" v="726" actId="20577"/>
        <pc:sldMkLst>
          <pc:docMk/>
          <pc:sldMk cId="915020623" sldId="317"/>
        </pc:sldMkLst>
        <pc:spChg chg="mod ord">
          <ac:chgData name="Jeff DeRemer" userId="a37f3d2d141577c5" providerId="Windows Live" clId="Web-{440B02FF-CBA4-4939-A8C4-9DEDA1DD0B81}" dt="2023-07-23T17:25:22.287" v="176"/>
          <ac:spMkLst>
            <pc:docMk/>
            <pc:sldMk cId="915020623" sldId="317"/>
            <ac:spMk id="2" creationId="{65F11939-1EC1-1BF3-B0E1-3440CBC1F3D3}"/>
          </ac:spMkLst>
        </pc:spChg>
        <pc:spChg chg="mod ord">
          <ac:chgData name="Jeff DeRemer" userId="a37f3d2d141577c5" providerId="Windows Live" clId="Web-{440B02FF-CBA4-4939-A8C4-9DEDA1DD0B81}" dt="2023-07-23T18:01:11.250" v="726" actId="20577"/>
          <ac:spMkLst>
            <pc:docMk/>
            <pc:sldMk cId="915020623" sldId="317"/>
            <ac:spMk id="3" creationId="{594954C9-A707-69B0-D235-57E16BE68174}"/>
          </ac:spMkLst>
        </pc:spChg>
        <pc:spChg chg="mod ord">
          <ac:chgData name="Jeff DeRemer" userId="a37f3d2d141577c5" providerId="Windows Live" clId="Web-{440B02FF-CBA4-4939-A8C4-9DEDA1DD0B81}" dt="2023-07-23T17:25:22.287" v="176"/>
          <ac:spMkLst>
            <pc:docMk/>
            <pc:sldMk cId="915020623" sldId="317"/>
            <ac:spMk id="4" creationId="{A30A0D4B-262E-1FE0-1C19-F059B8114511}"/>
          </ac:spMkLst>
        </pc:spChg>
        <pc:spChg chg="mod ord">
          <ac:chgData name="Jeff DeRemer" userId="a37f3d2d141577c5" providerId="Windows Live" clId="Web-{440B02FF-CBA4-4939-A8C4-9DEDA1DD0B81}" dt="2023-07-23T17:25:22.287" v="176"/>
          <ac:spMkLst>
            <pc:docMk/>
            <pc:sldMk cId="915020623" sldId="317"/>
            <ac:spMk id="5" creationId="{9C47F7B9-CF6A-1293-C0A9-1561EF7BAA02}"/>
          </ac:spMkLst>
        </pc:spChg>
        <pc:spChg chg="add del mod ord">
          <ac:chgData name="Jeff DeRemer" userId="a37f3d2d141577c5" providerId="Windows Live" clId="Web-{440B02FF-CBA4-4939-A8C4-9DEDA1DD0B81}" dt="2023-07-23T17:25:33.663" v="177"/>
          <ac:spMkLst>
            <pc:docMk/>
            <pc:sldMk cId="915020623" sldId="317"/>
            <ac:spMk id="6" creationId="{0959453F-8CCD-A679-ADE0-7912AC98EEF8}"/>
          </ac:spMkLst>
        </pc:spChg>
        <pc:spChg chg="add del mod ord">
          <ac:chgData name="Jeff DeRemer" userId="a37f3d2d141577c5" providerId="Windows Live" clId="Web-{440B02FF-CBA4-4939-A8C4-9DEDA1DD0B81}" dt="2023-07-23T17:26:03.836" v="180"/>
          <ac:spMkLst>
            <pc:docMk/>
            <pc:sldMk cId="915020623" sldId="317"/>
            <ac:spMk id="7" creationId="{3C9FB7BD-BE21-C958-DBAF-9AE861477C1A}"/>
          </ac:spMkLst>
        </pc:spChg>
        <pc:spChg chg="add mod ord">
          <ac:chgData name="Jeff DeRemer" userId="a37f3d2d141577c5" providerId="Windows Live" clId="Web-{440B02FF-CBA4-4939-A8C4-9DEDA1DD0B81}" dt="2023-07-23T18:01:01.343" v="724" actId="20577"/>
          <ac:spMkLst>
            <pc:docMk/>
            <pc:sldMk cId="915020623" sldId="317"/>
            <ac:spMk id="8" creationId="{3938B658-D021-35F9-6892-A3ED33D1AD8C}"/>
          </ac:spMkLst>
        </pc:spChg>
      </pc:sldChg>
    </pc:docChg>
  </pc:docChgLst>
  <pc:docChgLst>
    <pc:chgData name="Jeff DeRemer" userId="a37f3d2d141577c5" providerId="Windows Live" clId="Web-{78709633-10D0-46A9-B600-506D0A837346}"/>
    <pc:docChg chg="addSld modSld sldOrd modSection">
      <pc:chgData name="Jeff DeRemer" userId="a37f3d2d141577c5" providerId="Windows Live" clId="Web-{78709633-10D0-46A9-B600-506D0A837346}" dt="2023-09-01T19:50:15.938" v="312"/>
      <pc:docMkLst>
        <pc:docMk/>
      </pc:docMkLst>
      <pc:sldChg chg="ord">
        <pc:chgData name="Jeff DeRemer" userId="a37f3d2d141577c5" providerId="Windows Live" clId="Web-{78709633-10D0-46A9-B600-506D0A837346}" dt="2023-09-01T19:50:15.938" v="312"/>
        <pc:sldMkLst>
          <pc:docMk/>
          <pc:sldMk cId="3056689765" sldId="293"/>
        </pc:sldMkLst>
      </pc:sldChg>
      <pc:sldChg chg="modSp">
        <pc:chgData name="Jeff DeRemer" userId="a37f3d2d141577c5" providerId="Windows Live" clId="Web-{78709633-10D0-46A9-B600-506D0A837346}" dt="2023-09-01T19:48:46.809" v="311" actId="20577"/>
        <pc:sldMkLst>
          <pc:docMk/>
          <pc:sldMk cId="588049691" sldId="314"/>
        </pc:sldMkLst>
        <pc:spChg chg="mod">
          <ac:chgData name="Jeff DeRemer" userId="a37f3d2d141577c5" providerId="Windows Live" clId="Web-{78709633-10D0-46A9-B600-506D0A837346}" dt="2023-09-01T19:34:37.575" v="49" actId="20577"/>
          <ac:spMkLst>
            <pc:docMk/>
            <pc:sldMk cId="588049691" sldId="314"/>
            <ac:spMk id="2" creationId="{155F2CC8-9572-2144-062B-FABFE70C4A2C}"/>
          </ac:spMkLst>
        </pc:spChg>
        <pc:spChg chg="mod">
          <ac:chgData name="Jeff DeRemer" userId="a37f3d2d141577c5" providerId="Windows Live" clId="Web-{78709633-10D0-46A9-B600-506D0A837346}" dt="2023-09-01T19:48:46.809" v="311" actId="20577"/>
          <ac:spMkLst>
            <pc:docMk/>
            <pc:sldMk cId="588049691" sldId="314"/>
            <ac:spMk id="3" creationId="{8AED796B-6634-4BD1-1D8D-60652409EDCF}"/>
          </ac:spMkLst>
        </pc:spChg>
      </pc:sldChg>
      <pc:sldChg chg="modSp">
        <pc:chgData name="Jeff DeRemer" userId="a37f3d2d141577c5" providerId="Windows Live" clId="Web-{78709633-10D0-46A9-B600-506D0A837346}" dt="2023-09-01T19:36:33.407" v="116" actId="20577"/>
        <pc:sldMkLst>
          <pc:docMk/>
          <pc:sldMk cId="2417779818" sldId="319"/>
        </pc:sldMkLst>
        <pc:spChg chg="mod">
          <ac:chgData name="Jeff DeRemer" userId="a37f3d2d141577c5" providerId="Windows Live" clId="Web-{78709633-10D0-46A9-B600-506D0A837346}" dt="2023-09-01T19:36:33.407" v="116" actId="20577"/>
          <ac:spMkLst>
            <pc:docMk/>
            <pc:sldMk cId="2417779818" sldId="319"/>
            <ac:spMk id="3" creationId="{12EED0E7-EAC5-B55A-2374-3C8714688BAE}"/>
          </ac:spMkLst>
        </pc:spChg>
      </pc:sldChg>
      <pc:sldChg chg="modSp new">
        <pc:chgData name="Jeff DeRemer" userId="a37f3d2d141577c5" providerId="Windows Live" clId="Web-{78709633-10D0-46A9-B600-506D0A837346}" dt="2023-09-01T19:42:06.904" v="232" actId="20577"/>
        <pc:sldMkLst>
          <pc:docMk/>
          <pc:sldMk cId="1363589781" sldId="320"/>
        </pc:sldMkLst>
        <pc:spChg chg="mod">
          <ac:chgData name="Jeff DeRemer" userId="a37f3d2d141577c5" providerId="Windows Live" clId="Web-{78709633-10D0-46A9-B600-506D0A837346}" dt="2023-09-01T19:42:06.904" v="232" actId="20577"/>
          <ac:spMkLst>
            <pc:docMk/>
            <pc:sldMk cId="1363589781" sldId="320"/>
            <ac:spMk id="2" creationId="{07EF102E-E259-88DD-3AD0-39AA23C1E14E}"/>
          </ac:spMkLst>
        </pc:spChg>
        <pc:spChg chg="mod">
          <ac:chgData name="Jeff DeRemer" userId="a37f3d2d141577c5" providerId="Windows Live" clId="Web-{78709633-10D0-46A9-B600-506D0A837346}" dt="2023-09-01T19:39:57.430" v="226" actId="20577"/>
          <ac:spMkLst>
            <pc:docMk/>
            <pc:sldMk cId="1363589781" sldId="320"/>
            <ac:spMk id="3" creationId="{C04151B2-B1AD-2D0C-5740-3000E828F1A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9/3/2023</a:t>
            </a:fld>
            <a:endParaRPr lang="en-US"/>
          </a:p>
        </p:txBody>
      </p:sp>
      <p:sp>
        <p:nvSpPr>
          <p:cNvPr id="8" name="Footer Placeholder 7"/>
          <p:cNvSpPr>
            <a:spLocks noGrp="1"/>
          </p:cNvSpPr>
          <p:nvPr>
            <p:ph type="ftr" sz="quarter" idx="11"/>
          </p:nvPr>
        </p:nvSpPr>
        <p:spPr/>
        <p:txBody>
          <a:bodyPr/>
          <a:lstStyle/>
          <a:p>
            <a:r>
              <a:rPr lang="en-US"/>
              <a:t>Copyright 2023 - Charon Software - All Rights Reserved </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9/3/2023</a:t>
            </a:fld>
            <a:endParaRPr lang="en-US"/>
          </a:p>
        </p:txBody>
      </p:sp>
      <p:sp>
        <p:nvSpPr>
          <p:cNvPr id="4" name="Footer Placeholder 3"/>
          <p:cNvSpPr>
            <a:spLocks noGrp="1"/>
          </p:cNvSpPr>
          <p:nvPr>
            <p:ph type="ftr" sz="quarter" idx="11"/>
          </p:nvPr>
        </p:nvSpPr>
        <p:spPr/>
        <p:txBody>
          <a:bodyPr/>
          <a:lstStyle/>
          <a:p>
            <a:r>
              <a:rPr lang="en-US"/>
              <a:t>Copyright 2023 - Charon Software - All Rights Reserved </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9/3/2023</a:t>
            </a:fld>
            <a:endParaRPr lang="en-US"/>
          </a:p>
        </p:txBody>
      </p:sp>
      <p:sp>
        <p:nvSpPr>
          <p:cNvPr id="3" name="Footer Placeholder 2"/>
          <p:cNvSpPr>
            <a:spLocks noGrp="1"/>
          </p:cNvSpPr>
          <p:nvPr>
            <p:ph type="ftr" sz="quarter" idx="11"/>
          </p:nvPr>
        </p:nvSpPr>
        <p:spPr/>
        <p:txBody>
          <a:bodyPr/>
          <a:lstStyle/>
          <a:p>
            <a:r>
              <a:rPr lang="en-US"/>
              <a:t>Copyright 2023 - Charon Software - All Rights Reserved </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2023 - Charon Software - All Rights Reserved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epbOHloSpZ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pace.com/31933-quantum-entanglement-action-at-a-distance.html#:~:text=Quantum%20entanglement%20is%20when%20two,Their%20state%20remains%20the%20sam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C638-C474-1CE3-229C-BD4CC1159026}"/>
              </a:ext>
            </a:extLst>
          </p:cNvPr>
          <p:cNvSpPr>
            <a:spLocks noGrp="1"/>
          </p:cNvSpPr>
          <p:nvPr>
            <p:ph type="title"/>
          </p:nvPr>
        </p:nvSpPr>
        <p:spPr/>
        <p:txBody>
          <a:bodyPr/>
          <a:lstStyle/>
          <a:p>
            <a:r>
              <a:rPr lang="en-US">
                <a:ea typeface="Calibri Light"/>
                <a:cs typeface="Calibri Light"/>
              </a:rPr>
              <a:t>"A Case for Weirdoes" … ?  :)</a:t>
            </a:r>
            <a:endParaRPr lang="en-US"/>
          </a:p>
        </p:txBody>
      </p:sp>
      <p:sp>
        <p:nvSpPr>
          <p:cNvPr id="3" name="Content Placeholder 2">
            <a:extLst>
              <a:ext uri="{FF2B5EF4-FFF2-40B4-BE49-F238E27FC236}">
                <a16:creationId xmlns:a16="http://schemas.microsoft.com/office/drawing/2014/main" id="{A1E87770-01A5-B22D-9FD5-4D43730A2611}"/>
              </a:ext>
            </a:extLst>
          </p:cNvPr>
          <p:cNvSpPr>
            <a:spLocks noGrp="1"/>
          </p:cNvSpPr>
          <p:nvPr>
            <p:ph idx="1"/>
          </p:nvPr>
        </p:nvSpPr>
        <p:spPr/>
        <p:txBody>
          <a:bodyPr vert="horz" lIns="91440" tIns="45720" rIns="91440" bIns="45720" rtlCol="0" anchor="t">
            <a:normAutofit fontScale="92500" lnSpcReduction="20000"/>
          </a:bodyPr>
          <a:lstStyle/>
          <a:p>
            <a:r>
              <a:rPr lang="en-US" dirty="0">
                <a:ea typeface="Calibri"/>
                <a:cs typeface="Calibri"/>
              </a:rPr>
              <a:t>Don't know how much of a 'thing' this actually is .. hopefully it isn't .. </a:t>
            </a:r>
          </a:p>
          <a:p>
            <a:r>
              <a:rPr lang="en-US" dirty="0">
                <a:ea typeface="Calibri"/>
                <a:cs typeface="Calibri"/>
              </a:rPr>
              <a:t>I am tired of sitting in the back, heads-down, never speaking, never being heard, because I know -- I know -- I am weird. It sometimes – honestly – feels as though I speak some different language.</a:t>
            </a:r>
          </a:p>
          <a:p>
            <a:r>
              <a:rPr lang="en-US" dirty="0">
                <a:ea typeface="Calibri"/>
                <a:cs typeface="Calibri"/>
              </a:rPr>
              <a:t>I see an entire world filled with leaders who are polished. If it's up to me -- I am on the lookout for other weirdoes. Other odd cases. Quiet ones. As long as your primary agenda item is to help with flying cars, space elevators, space ports, and boats on other planets; you're not "weird" to me!</a:t>
            </a:r>
          </a:p>
          <a:p>
            <a:r>
              <a:rPr lang="en-US" dirty="0">
                <a:ea typeface="Calibri"/>
                <a:cs typeface="Calibri"/>
              </a:rPr>
              <a:t>To be clear.. I know most people </a:t>
            </a:r>
            <a:r>
              <a:rPr lang="en-US" dirty="0" err="1">
                <a:ea typeface="Calibri"/>
                <a:cs typeface="Calibri"/>
              </a:rPr>
              <a:t>kinda</a:t>
            </a:r>
            <a:r>
              <a:rPr lang="en-US" dirty="0">
                <a:ea typeface="Calibri"/>
                <a:cs typeface="Calibri"/>
              </a:rPr>
              <a:t> expect the polish &amp; the pageantry.. That just isn't me. Not going to apologize. I am on the lookout for the best of those folks, yes. </a:t>
            </a:r>
          </a:p>
          <a:p>
            <a:r>
              <a:rPr lang="en-US" dirty="0">
                <a:ea typeface="Calibri"/>
                <a:cs typeface="Calibri"/>
              </a:rPr>
              <a:t>But also I want to never again overlook people like me </a:t>
            </a:r>
          </a:p>
        </p:txBody>
      </p:sp>
      <p:sp>
        <p:nvSpPr>
          <p:cNvPr id="5" name="Slide Number Placeholder 4">
            <a:extLst>
              <a:ext uri="{FF2B5EF4-FFF2-40B4-BE49-F238E27FC236}">
                <a16:creationId xmlns:a16="http://schemas.microsoft.com/office/drawing/2014/main" id="{4A6CE72B-906C-FAEC-E850-9F8CEDE6E51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4" name="Footer Placeholder 3">
            <a:extLst>
              <a:ext uri="{FF2B5EF4-FFF2-40B4-BE49-F238E27FC236}">
                <a16:creationId xmlns:a16="http://schemas.microsoft.com/office/drawing/2014/main" id="{B30F8FA8-3F1E-F3AE-D55F-2890DE78AF04}"/>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946900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2DFA1-3C3D-57F5-E7EB-A45F698F1FE9}"/>
              </a:ext>
            </a:extLst>
          </p:cNvPr>
          <p:cNvSpPr>
            <a:spLocks noGrp="1"/>
          </p:cNvSpPr>
          <p:nvPr>
            <p:ph type="title"/>
          </p:nvPr>
        </p:nvSpPr>
        <p:spPr/>
        <p:txBody>
          <a:bodyPr/>
          <a:lstStyle/>
          <a:p>
            <a:r>
              <a:rPr lang="en-US">
                <a:cs typeface="Calibri Light"/>
              </a:rPr>
              <a:t>Something to Believe In</a:t>
            </a:r>
            <a:endParaRPr lang="en-US"/>
          </a:p>
        </p:txBody>
      </p:sp>
      <p:sp>
        <p:nvSpPr>
          <p:cNvPr id="3" name="Content Placeholder 2">
            <a:extLst>
              <a:ext uri="{FF2B5EF4-FFF2-40B4-BE49-F238E27FC236}">
                <a16:creationId xmlns:a16="http://schemas.microsoft.com/office/drawing/2014/main" id="{2F937BE4-4929-16C4-8E4A-1D00330A31F8}"/>
              </a:ext>
            </a:extLst>
          </p:cNvPr>
          <p:cNvSpPr>
            <a:spLocks noGrp="1"/>
          </p:cNvSpPr>
          <p:nvPr>
            <p:ph idx="1"/>
          </p:nvPr>
        </p:nvSpPr>
        <p:spPr/>
        <p:txBody>
          <a:bodyPr vert="horz" lIns="91440" tIns="45720" rIns="91440" bIns="45720" rtlCol="0" anchor="t">
            <a:normAutofit lnSpcReduction="10000"/>
          </a:bodyPr>
          <a:lstStyle/>
          <a:p>
            <a:r>
              <a:rPr lang="en-US" dirty="0">
                <a:ea typeface="Calibri"/>
                <a:cs typeface="Calibri"/>
              </a:rPr>
              <a:t>If you're half as frustrated with the world of today as I am - I hear you!</a:t>
            </a:r>
            <a:endParaRPr lang="en-US" dirty="0"/>
          </a:p>
          <a:p>
            <a:pPr lvl="1"/>
            <a:r>
              <a:rPr lang="en-US" dirty="0">
                <a:cs typeface="Calibri"/>
              </a:rPr>
              <a:t>I don't care about "Next Year's Model Line Up" of ANY car maker</a:t>
            </a:r>
          </a:p>
          <a:p>
            <a:pPr lvl="2"/>
            <a:r>
              <a:rPr lang="en-US" dirty="0">
                <a:cs typeface="Calibri"/>
              </a:rPr>
              <a:t>no offense – we are going to work on that with Partnerships!</a:t>
            </a:r>
            <a:endParaRPr lang="en-US" dirty="0">
              <a:ea typeface="Calibri"/>
              <a:cs typeface="Calibri"/>
            </a:endParaRPr>
          </a:p>
          <a:p>
            <a:pPr lvl="1"/>
            <a:r>
              <a:rPr lang="en-US" dirty="0">
                <a:cs typeface="Calibri"/>
              </a:rPr>
              <a:t>I don't care about ANY "Coming Soon!" sign about more concrete, asphalt, &amp; </a:t>
            </a:r>
            <a:r>
              <a:rPr lang="en-US" dirty="0">
                <a:cs typeface="Calibri"/>
                <a:hlinkClick r:id="rId2"/>
              </a:rPr>
              <a:t>Signs</a:t>
            </a:r>
            <a:r>
              <a:rPr lang="en-US" dirty="0">
                <a:cs typeface="Calibri"/>
              </a:rPr>
              <a:t>. </a:t>
            </a:r>
            <a:endParaRPr lang="en-US" i="1" dirty="0">
              <a:cs typeface="Calibri"/>
            </a:endParaRPr>
          </a:p>
          <a:p>
            <a:pPr lvl="1"/>
            <a:r>
              <a:rPr lang="en-US" dirty="0">
                <a:cs typeface="Calibri"/>
              </a:rPr>
              <a:t>As much nature as I can get; that’s </a:t>
            </a:r>
            <a:r>
              <a:rPr lang="en-US" i="1" dirty="0">
                <a:cs typeface="Calibri"/>
              </a:rPr>
              <a:t>my</a:t>
            </a:r>
            <a:r>
              <a:rPr lang="en-US" dirty="0">
                <a:cs typeface="Calibri"/>
              </a:rPr>
              <a:t> goal</a:t>
            </a:r>
            <a:endParaRPr lang="en-US" i="1" dirty="0">
              <a:cs typeface="Calibri"/>
            </a:endParaRPr>
          </a:p>
          <a:p>
            <a:r>
              <a:rPr lang="en-US" dirty="0">
                <a:cs typeface="Calibri"/>
              </a:rPr>
              <a:t>What would I change...? </a:t>
            </a:r>
          </a:p>
          <a:p>
            <a:pPr lvl="1"/>
            <a:r>
              <a:rPr lang="en-US" dirty="0">
                <a:cs typeface="Calibri"/>
              </a:rPr>
              <a:t>Rides through the Parks (with internet connection), but otherwise very few signs of humanity</a:t>
            </a:r>
            <a:endParaRPr lang="en-US" dirty="0">
              <a:ea typeface="Calibri"/>
              <a:cs typeface="Calibri"/>
            </a:endParaRPr>
          </a:p>
          <a:p>
            <a:pPr lvl="1"/>
            <a:r>
              <a:rPr lang="en-US" dirty="0">
                <a:cs typeface="Calibri"/>
              </a:rPr>
              <a:t>New Work, Dude Ranch Vacations, Pods, Gliders, Flying Cars, Floating Yachts  </a:t>
            </a:r>
          </a:p>
          <a:p>
            <a:pPr lvl="1"/>
            <a:r>
              <a:rPr lang="en-US" dirty="0">
                <a:cs typeface="Calibri"/>
              </a:rPr>
              <a:t>What is there like that today? </a:t>
            </a:r>
          </a:p>
        </p:txBody>
      </p:sp>
      <p:sp>
        <p:nvSpPr>
          <p:cNvPr id="5" name="Slide Number Placeholder 4">
            <a:extLst>
              <a:ext uri="{FF2B5EF4-FFF2-40B4-BE49-F238E27FC236}">
                <a16:creationId xmlns:a16="http://schemas.microsoft.com/office/drawing/2014/main" id="{92455492-433A-E45A-DB3F-CF573E71795D}"/>
              </a:ext>
            </a:extLst>
          </p:cNvPr>
          <p:cNvSpPr>
            <a:spLocks noGrp="1"/>
          </p:cNvSpPr>
          <p:nvPr>
            <p:ph type="sldNum" sz="quarter" idx="12"/>
          </p:nvPr>
        </p:nvSpPr>
        <p:spPr/>
        <p:txBody>
          <a:bodyPr/>
          <a:lstStyle/>
          <a:p>
            <a:fld id="{330EA680-D336-4FF7-8B7A-9848BB0A1C32}" type="slidenum">
              <a:rPr lang="en-US" smtClean="0"/>
              <a:t>2</a:t>
            </a:fld>
            <a:endParaRPr lang="en-US"/>
          </a:p>
        </p:txBody>
      </p:sp>
      <p:sp>
        <p:nvSpPr>
          <p:cNvPr id="4" name="Footer Placeholder 3">
            <a:extLst>
              <a:ext uri="{FF2B5EF4-FFF2-40B4-BE49-F238E27FC236}">
                <a16:creationId xmlns:a16="http://schemas.microsoft.com/office/drawing/2014/main" id="{66850BF1-880E-1F0F-B9A1-E91317D6470C}"/>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894770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714F-5268-1C79-ABA7-8ED8D44767F5}"/>
              </a:ext>
            </a:extLst>
          </p:cNvPr>
          <p:cNvSpPr>
            <a:spLocks noGrp="1"/>
          </p:cNvSpPr>
          <p:nvPr>
            <p:ph type="title"/>
          </p:nvPr>
        </p:nvSpPr>
        <p:spPr/>
        <p:txBody>
          <a:bodyPr/>
          <a:lstStyle/>
          <a:p>
            <a:r>
              <a:rPr lang="en-US" dirty="0">
                <a:cs typeface="Calibri Light"/>
              </a:rPr>
              <a:t>Believe in pt.2 </a:t>
            </a:r>
            <a:endParaRPr lang="en-US" dirty="0"/>
          </a:p>
        </p:txBody>
      </p:sp>
      <p:sp>
        <p:nvSpPr>
          <p:cNvPr id="3" name="Content Placeholder 2">
            <a:extLst>
              <a:ext uri="{FF2B5EF4-FFF2-40B4-BE49-F238E27FC236}">
                <a16:creationId xmlns:a16="http://schemas.microsoft.com/office/drawing/2014/main" id="{5A513BE7-7B92-A9C9-8C85-9B8A37DE1DD4}"/>
              </a:ext>
            </a:extLst>
          </p:cNvPr>
          <p:cNvSpPr>
            <a:spLocks noGrp="1"/>
          </p:cNvSpPr>
          <p:nvPr>
            <p:ph idx="1"/>
          </p:nvPr>
        </p:nvSpPr>
        <p:spPr/>
        <p:txBody>
          <a:bodyPr vert="horz" lIns="91440" tIns="45720" rIns="91440" bIns="45720" rtlCol="0" anchor="t">
            <a:noAutofit/>
          </a:bodyPr>
          <a:lstStyle/>
          <a:p>
            <a:r>
              <a:rPr lang="en-US" sz="1800" dirty="0">
                <a:cs typeface="Calibri"/>
              </a:rPr>
              <a:t>Other places I think we can do better </a:t>
            </a:r>
          </a:p>
          <a:p>
            <a:pPr lvl="1"/>
            <a:r>
              <a:rPr lang="en-US" sz="1800" dirty="0">
                <a:cs typeface="Calibri"/>
              </a:rPr>
              <a:t>Theme Parks</a:t>
            </a:r>
          </a:p>
          <a:p>
            <a:pPr lvl="1"/>
            <a:r>
              <a:rPr lang="en-US" sz="1800" dirty="0">
                <a:cs typeface="Calibri"/>
              </a:rPr>
              <a:t>Restaurants packed to the gills</a:t>
            </a:r>
          </a:p>
          <a:p>
            <a:pPr lvl="1"/>
            <a:r>
              <a:rPr lang="en-US" sz="1800" dirty="0">
                <a:cs typeface="Calibri"/>
              </a:rPr>
              <a:t>Lack of fun things to do that aren't concrete &amp; asphalt. There are few </a:t>
            </a:r>
            <a:r>
              <a:rPr lang="en-US" sz="1800" i="1" dirty="0">
                <a:cs typeface="Calibri"/>
              </a:rPr>
              <a:t>natural</a:t>
            </a:r>
            <a:r>
              <a:rPr lang="en-US" sz="1800" dirty="0">
                <a:cs typeface="Calibri"/>
              </a:rPr>
              <a:t> sources of joy left </a:t>
            </a:r>
          </a:p>
          <a:p>
            <a:pPr lvl="1"/>
            <a:r>
              <a:rPr lang="en-US" sz="1800" dirty="0">
                <a:cs typeface="Calibri"/>
              </a:rPr>
              <a:t>I </a:t>
            </a:r>
            <a:r>
              <a:rPr lang="en-US" sz="1800" i="1" dirty="0">
                <a:cs typeface="Calibri"/>
              </a:rPr>
              <a:t>love</a:t>
            </a:r>
            <a:r>
              <a:rPr lang="en-US" sz="1800" dirty="0">
                <a:cs typeface="Calibri"/>
              </a:rPr>
              <a:t> our National Parks.. But we can't build them up like this.. We can't build little train rides and shopping-spots </a:t>
            </a:r>
          </a:p>
          <a:p>
            <a:pPr lvl="1"/>
            <a:r>
              <a:rPr lang="en-US" sz="1800" dirty="0">
                <a:cs typeface="Calibri"/>
              </a:rPr>
              <a:t>Besides; Some of us only ever get to see them at most once a year. Many; never at all. </a:t>
            </a:r>
          </a:p>
          <a:p>
            <a:r>
              <a:rPr lang="en-US" sz="1800" dirty="0">
                <a:cs typeface="Calibri"/>
              </a:rPr>
              <a:t>I would love to build a 3-way compromise between Nature | Capitalism | Community-accessible Fund-raising &amp; Events.. This feels like one possible means of maybe doing something fun</a:t>
            </a:r>
          </a:p>
          <a:p>
            <a:r>
              <a:rPr lang="en-US" sz="1800" dirty="0">
                <a:cs typeface="Calibri"/>
              </a:rPr>
              <a:t>Dream Big :) </a:t>
            </a:r>
          </a:p>
        </p:txBody>
      </p:sp>
      <p:sp>
        <p:nvSpPr>
          <p:cNvPr id="4" name="Footer Placeholder 3">
            <a:extLst>
              <a:ext uri="{FF2B5EF4-FFF2-40B4-BE49-F238E27FC236}">
                <a16:creationId xmlns:a16="http://schemas.microsoft.com/office/drawing/2014/main" id="{190751AB-8270-C6C1-0F19-CAAE7B04A1A9}"/>
              </a:ext>
            </a:extLst>
          </p:cNvPr>
          <p:cNvSpPr>
            <a:spLocks noGrp="1"/>
          </p:cNvSpPr>
          <p:nvPr>
            <p:ph type="ftr" sz="quarter" idx="11"/>
          </p:nvPr>
        </p:nvSpPr>
        <p:spPr/>
        <p:txBody>
          <a:bodyPr/>
          <a:lstStyle/>
          <a:p>
            <a:r>
              <a:rPr lang="en-US"/>
              <a:t>Copyright 2023 - Charon Software - All Rights Reserved </a:t>
            </a:r>
          </a:p>
        </p:txBody>
      </p:sp>
      <p:sp>
        <p:nvSpPr>
          <p:cNvPr id="5" name="Slide Number Placeholder 4">
            <a:extLst>
              <a:ext uri="{FF2B5EF4-FFF2-40B4-BE49-F238E27FC236}">
                <a16:creationId xmlns:a16="http://schemas.microsoft.com/office/drawing/2014/main" id="{E83B8FFB-93F7-B424-B39B-2900BBC9E1E7}"/>
              </a:ext>
            </a:extLst>
          </p:cNvPr>
          <p:cNvSpPr>
            <a:spLocks noGrp="1"/>
          </p:cNvSpPr>
          <p:nvPr>
            <p:ph type="sldNum" sz="quarter" idx="12"/>
          </p:nvPr>
        </p:nvSpPr>
        <p:spPr/>
        <p:txBody>
          <a:bodyPr/>
          <a:lstStyle/>
          <a:p>
            <a:fld id="{330EA680-D336-4FF7-8B7A-9848BB0A1C32}" type="slidenum">
              <a:rPr lang="en-US" smtClean="0"/>
              <a:t>3</a:t>
            </a:fld>
            <a:endParaRPr lang="en-US"/>
          </a:p>
        </p:txBody>
      </p:sp>
    </p:spTree>
    <p:extLst>
      <p:ext uri="{BB962C8B-B14F-4D97-AF65-F5344CB8AC3E}">
        <p14:creationId xmlns:p14="http://schemas.microsoft.com/office/powerpoint/2010/main" val="3260888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ABDE6-357D-FC17-2CEA-CA3F5C03FDA2}"/>
              </a:ext>
            </a:extLst>
          </p:cNvPr>
          <p:cNvSpPr>
            <a:spLocks noGrp="1"/>
          </p:cNvSpPr>
          <p:nvPr>
            <p:ph type="title"/>
          </p:nvPr>
        </p:nvSpPr>
        <p:spPr/>
        <p:txBody>
          <a:bodyPr/>
          <a:lstStyle/>
          <a:p>
            <a:r>
              <a:rPr lang="en-US">
                <a:cs typeface="Calibri Light"/>
              </a:rPr>
              <a:t>What's Next? </a:t>
            </a:r>
            <a:endParaRPr lang="en-US"/>
          </a:p>
        </p:txBody>
      </p:sp>
      <p:sp>
        <p:nvSpPr>
          <p:cNvPr id="3" name="Content Placeholder 2">
            <a:extLst>
              <a:ext uri="{FF2B5EF4-FFF2-40B4-BE49-F238E27FC236}">
                <a16:creationId xmlns:a16="http://schemas.microsoft.com/office/drawing/2014/main" id="{35D0BBDA-8803-BE37-2613-0EDAF02F44B8}"/>
              </a:ext>
            </a:extLst>
          </p:cNvPr>
          <p:cNvSpPr>
            <a:spLocks noGrp="1"/>
          </p:cNvSpPr>
          <p:nvPr>
            <p:ph idx="1"/>
          </p:nvPr>
        </p:nvSpPr>
        <p:spPr/>
        <p:txBody>
          <a:bodyPr vert="horz" lIns="91440" tIns="45720" rIns="91440" bIns="45720" rtlCol="0" anchor="t">
            <a:normAutofit fontScale="70000" lnSpcReduction="20000"/>
          </a:bodyPr>
          <a:lstStyle/>
          <a:p>
            <a:r>
              <a:rPr lang="en-US" dirty="0">
                <a:cs typeface="Calibri"/>
              </a:rPr>
              <a:t>Can this message convince a few thousand folks to send a dollar or two? </a:t>
            </a:r>
            <a:endParaRPr lang="en-US" dirty="0">
              <a:ea typeface="Calibri"/>
              <a:cs typeface="Calibri"/>
            </a:endParaRPr>
          </a:p>
          <a:p>
            <a:r>
              <a:rPr lang="en-US" dirty="0">
                <a:cs typeface="Calibri"/>
              </a:rPr>
              <a:t>1st goal is intentionally </a:t>
            </a:r>
            <a:r>
              <a:rPr lang="en-US" dirty="0" err="1">
                <a:cs typeface="Calibri"/>
              </a:rPr>
              <a:t>kinda</a:t>
            </a:r>
            <a:r>
              <a:rPr lang="en-US" dirty="0">
                <a:cs typeface="Calibri"/>
              </a:rPr>
              <a:t> small; $2,400. We will see what we do for the next iteration</a:t>
            </a:r>
            <a:endParaRPr lang="en-US" dirty="0">
              <a:ea typeface="Calibri"/>
              <a:cs typeface="Calibri"/>
            </a:endParaRPr>
          </a:p>
          <a:p>
            <a:r>
              <a:rPr lang="en-US" dirty="0">
                <a:cs typeface="Calibri"/>
              </a:rPr>
              <a:t>Maybe we can coordinate Meetup(s)? </a:t>
            </a:r>
            <a:endParaRPr lang="en-US" dirty="0">
              <a:ea typeface="Calibri"/>
              <a:cs typeface="Calibri"/>
            </a:endParaRPr>
          </a:p>
          <a:p>
            <a:pPr lvl="1"/>
            <a:r>
              <a:rPr lang="en-US" dirty="0">
                <a:cs typeface="Calibri"/>
              </a:rPr>
              <a:t>I'll buy Pizza! :) </a:t>
            </a:r>
            <a:endParaRPr lang="en-US" dirty="0">
              <a:ea typeface="Calibri"/>
              <a:cs typeface="Calibri"/>
            </a:endParaRPr>
          </a:p>
          <a:p>
            <a:r>
              <a:rPr lang="en-US" dirty="0">
                <a:cs typeface="Calibri"/>
              </a:rPr>
              <a:t>If / when we hit our first big target – maybe $3-4 Million? </a:t>
            </a:r>
            <a:endParaRPr lang="en-US" dirty="0">
              <a:ea typeface="Calibri"/>
              <a:cs typeface="Calibri" panose="020F0502020204030204"/>
            </a:endParaRPr>
          </a:p>
          <a:p>
            <a:pPr lvl="1"/>
            <a:r>
              <a:rPr lang="en-US" dirty="0">
                <a:cs typeface="Calibri"/>
              </a:rPr>
              <a:t>start our first Terran Astra Park right then &amp; there :))</a:t>
            </a:r>
            <a:endParaRPr lang="en-US" dirty="0">
              <a:ea typeface="Calibri"/>
              <a:cs typeface="Calibri"/>
            </a:endParaRPr>
          </a:p>
          <a:p>
            <a:r>
              <a:rPr lang="en-US" dirty="0">
                <a:cs typeface="Calibri"/>
              </a:rPr>
              <a:t>If you want to help  (big "if". No obligation, but we could sure use your help!) :)</a:t>
            </a:r>
            <a:endParaRPr lang="en-US" dirty="0">
              <a:ea typeface="Calibri"/>
              <a:cs typeface="Calibri"/>
            </a:endParaRPr>
          </a:p>
          <a:p>
            <a:pPr lvl="1"/>
            <a:r>
              <a:rPr lang="en-US" dirty="0">
                <a:cs typeface="Calibri"/>
              </a:rPr>
              <a:t>graphics for these presentations..?</a:t>
            </a:r>
            <a:endParaRPr lang="en-US" dirty="0">
              <a:ea typeface="Calibri"/>
              <a:cs typeface="Calibri"/>
            </a:endParaRPr>
          </a:p>
          <a:p>
            <a:pPr lvl="1"/>
            <a:r>
              <a:rPr lang="en-US" dirty="0">
                <a:cs typeface="Calibri"/>
              </a:rPr>
              <a:t>game design? – let me hear from you!</a:t>
            </a:r>
            <a:endParaRPr lang="en-US" dirty="0">
              <a:ea typeface="Calibri"/>
              <a:cs typeface="Calibri"/>
            </a:endParaRPr>
          </a:p>
          <a:p>
            <a:pPr lvl="1"/>
            <a:r>
              <a:rPr lang="en-US" dirty="0">
                <a:cs typeface="Calibri"/>
              </a:rPr>
              <a:t>maybe donate some $ if you can?</a:t>
            </a:r>
          </a:p>
          <a:p>
            <a:pPr lvl="1"/>
            <a:r>
              <a:rPr lang="en-US" dirty="0">
                <a:cs typeface="Calibri"/>
              </a:rPr>
              <a:t>#TerranAstra</a:t>
            </a:r>
          </a:p>
          <a:p>
            <a:r>
              <a:rPr lang="en-US" dirty="0">
                <a:cs typeface="Calibri"/>
              </a:rPr>
              <a:t>What I need are some "Meddling Kids" .. ready to make big changes in the world  </a:t>
            </a:r>
            <a:endParaRPr lang="en-US" dirty="0">
              <a:ea typeface="Calibri"/>
              <a:cs typeface="Calibri"/>
            </a:endParaRPr>
          </a:p>
          <a:p>
            <a:r>
              <a:rPr lang="en-US" dirty="0">
                <a:cs typeface="Calibri"/>
              </a:rPr>
              <a:t>what I need most is a bunch of eager folks – of all ages, races, ethnicities, genders, religions – who are willing to work for little more than a wish &amp; a prayer that we will soon have these parks, flying cars, outer space access, and our own </a:t>
            </a:r>
            <a:r>
              <a:rPr lang="en-US" i="1" dirty="0">
                <a:cs typeface="Calibri"/>
              </a:rPr>
              <a:t>compassionate</a:t>
            </a:r>
            <a:r>
              <a:rPr lang="en-US" dirty="0">
                <a:cs typeface="Calibri"/>
              </a:rPr>
              <a:t> robot. </a:t>
            </a:r>
            <a:endParaRPr lang="en-US" dirty="0">
              <a:ea typeface="Calibri"/>
              <a:cs typeface="Calibri"/>
            </a:endParaRPr>
          </a:p>
        </p:txBody>
      </p:sp>
      <p:sp>
        <p:nvSpPr>
          <p:cNvPr id="5" name="Slide Number Placeholder 4">
            <a:extLst>
              <a:ext uri="{FF2B5EF4-FFF2-40B4-BE49-F238E27FC236}">
                <a16:creationId xmlns:a16="http://schemas.microsoft.com/office/drawing/2014/main" id="{B4B5DC64-43B9-4F9C-D53E-AE187DE1A854}"/>
              </a:ext>
            </a:extLst>
          </p:cNvPr>
          <p:cNvSpPr>
            <a:spLocks noGrp="1"/>
          </p:cNvSpPr>
          <p:nvPr>
            <p:ph type="sldNum" sz="quarter" idx="12"/>
          </p:nvPr>
        </p:nvSpPr>
        <p:spPr/>
        <p:txBody>
          <a:bodyPr/>
          <a:lstStyle/>
          <a:p>
            <a:fld id="{330EA680-D336-4FF7-8B7A-9848BB0A1C32}" type="slidenum">
              <a:rPr lang="en-US" smtClean="0"/>
              <a:t>4</a:t>
            </a:fld>
            <a:endParaRPr lang="en-US"/>
          </a:p>
        </p:txBody>
      </p:sp>
      <p:sp>
        <p:nvSpPr>
          <p:cNvPr id="4" name="Footer Placeholder 3">
            <a:extLst>
              <a:ext uri="{FF2B5EF4-FFF2-40B4-BE49-F238E27FC236}">
                <a16:creationId xmlns:a16="http://schemas.microsoft.com/office/drawing/2014/main" id="{A3021DCE-A9E7-D3FF-C3A3-AC3B92D806FE}"/>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487085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3A037-6859-8AC4-94F1-CDA730FFF00E}"/>
              </a:ext>
            </a:extLst>
          </p:cNvPr>
          <p:cNvSpPr>
            <a:spLocks noGrp="1"/>
          </p:cNvSpPr>
          <p:nvPr>
            <p:ph type="title"/>
          </p:nvPr>
        </p:nvSpPr>
        <p:spPr/>
        <p:txBody>
          <a:bodyPr/>
          <a:lstStyle/>
          <a:p>
            <a:r>
              <a:rPr lang="en-US" dirty="0">
                <a:ea typeface="Calibri Light"/>
                <a:cs typeface="Calibri Light"/>
              </a:rPr>
              <a:t>Additional – Webcam on the Moon</a:t>
            </a:r>
            <a:endParaRPr lang="en-US" dirty="0"/>
          </a:p>
        </p:txBody>
      </p:sp>
      <p:sp>
        <p:nvSpPr>
          <p:cNvPr id="3" name="Content Placeholder 2">
            <a:extLst>
              <a:ext uri="{FF2B5EF4-FFF2-40B4-BE49-F238E27FC236}">
                <a16:creationId xmlns:a16="http://schemas.microsoft.com/office/drawing/2014/main" id="{A3C0D4D8-582A-F3CA-2766-0DE69A56D4C7}"/>
              </a:ext>
            </a:extLst>
          </p:cNvPr>
          <p:cNvSpPr>
            <a:spLocks noGrp="1"/>
          </p:cNvSpPr>
          <p:nvPr>
            <p:ph idx="1"/>
          </p:nvPr>
        </p:nvSpPr>
        <p:spPr/>
        <p:txBody>
          <a:bodyPr vert="horz" lIns="91440" tIns="45720" rIns="91440" bIns="45720" rtlCol="0" anchor="t">
            <a:normAutofit/>
          </a:bodyPr>
          <a:lstStyle/>
          <a:p>
            <a:r>
              <a:rPr lang="en-US" dirty="0">
                <a:ea typeface="Calibri"/>
                <a:cs typeface="Calibri"/>
              </a:rPr>
              <a:t>Why </a:t>
            </a:r>
            <a:r>
              <a:rPr lang="en-US" i="1" dirty="0">
                <a:ea typeface="Calibri"/>
                <a:cs typeface="Calibri"/>
              </a:rPr>
              <a:t>don't</a:t>
            </a:r>
            <a:r>
              <a:rPr lang="en-US" dirty="0">
                <a:ea typeface="Calibri"/>
                <a:cs typeface="Calibri"/>
              </a:rPr>
              <a:t> we have a webcam, with live, nonstop footage of what the moon sees, 24/7 ??</a:t>
            </a:r>
          </a:p>
          <a:p>
            <a:r>
              <a:rPr lang="en-US" dirty="0">
                <a:ea typeface="Calibri"/>
                <a:cs typeface="Calibri"/>
              </a:rPr>
              <a:t>And please may we remedy that? I feel like this is actually a worthy endeavor, on its own.. Let's get a webcam on the moon, ffs</a:t>
            </a:r>
          </a:p>
          <a:p>
            <a:r>
              <a:rPr lang="en-US" dirty="0">
                <a:ea typeface="Calibri"/>
                <a:cs typeface="Calibri"/>
              </a:rPr>
              <a:t>ASAP – this is definitely an interest of mine, for as soon as we get those fund-raising parks into high gear!</a:t>
            </a:r>
          </a:p>
        </p:txBody>
      </p:sp>
      <p:sp>
        <p:nvSpPr>
          <p:cNvPr id="5" name="Slide Number Placeholder 4">
            <a:extLst>
              <a:ext uri="{FF2B5EF4-FFF2-40B4-BE49-F238E27FC236}">
                <a16:creationId xmlns:a16="http://schemas.microsoft.com/office/drawing/2014/main" id="{BE186059-B420-8A1E-B15B-07AAE9D66D9D}"/>
              </a:ext>
            </a:extLst>
          </p:cNvPr>
          <p:cNvSpPr>
            <a:spLocks noGrp="1"/>
          </p:cNvSpPr>
          <p:nvPr>
            <p:ph type="sldNum" sz="quarter" idx="12"/>
          </p:nvPr>
        </p:nvSpPr>
        <p:spPr/>
        <p:txBody>
          <a:bodyPr/>
          <a:lstStyle/>
          <a:p>
            <a:fld id="{330EA680-D336-4FF7-8B7A-9848BB0A1C32}" type="slidenum">
              <a:rPr lang="en-US" smtClean="0"/>
              <a:t>5</a:t>
            </a:fld>
            <a:endParaRPr lang="en-US"/>
          </a:p>
        </p:txBody>
      </p:sp>
      <p:sp>
        <p:nvSpPr>
          <p:cNvPr id="4" name="Footer Placeholder 3">
            <a:extLst>
              <a:ext uri="{FF2B5EF4-FFF2-40B4-BE49-F238E27FC236}">
                <a16:creationId xmlns:a16="http://schemas.microsoft.com/office/drawing/2014/main" id="{74F1ED14-F81D-52A1-3CAD-1608ECE3012D}"/>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536371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F8E9A-5D3A-D8CF-ECB5-7C6A70492C1B}"/>
              </a:ext>
            </a:extLst>
          </p:cNvPr>
          <p:cNvSpPr>
            <a:spLocks noGrp="1"/>
          </p:cNvSpPr>
          <p:nvPr>
            <p:ph type="title"/>
          </p:nvPr>
        </p:nvSpPr>
        <p:spPr/>
        <p:txBody>
          <a:bodyPr/>
          <a:lstStyle/>
          <a:p>
            <a:r>
              <a:rPr lang="en-US" dirty="0">
                <a:ea typeface="Calibri Light"/>
                <a:cs typeface="Calibri Light"/>
              </a:rPr>
              <a:t>Additional – "Peel Back Time" &amp; have a see</a:t>
            </a:r>
            <a:endParaRPr lang="en-US" dirty="0"/>
          </a:p>
        </p:txBody>
      </p:sp>
      <p:sp>
        <p:nvSpPr>
          <p:cNvPr id="3" name="Content Placeholder 2">
            <a:extLst>
              <a:ext uri="{FF2B5EF4-FFF2-40B4-BE49-F238E27FC236}">
                <a16:creationId xmlns:a16="http://schemas.microsoft.com/office/drawing/2014/main" id="{D69A567F-FFA9-404D-99D7-C7D9CEAD062C}"/>
              </a:ext>
            </a:extLst>
          </p:cNvPr>
          <p:cNvSpPr>
            <a:spLocks noGrp="1"/>
          </p:cNvSpPr>
          <p:nvPr>
            <p:ph idx="1"/>
          </p:nvPr>
        </p:nvSpPr>
        <p:spPr/>
        <p:txBody>
          <a:bodyPr vert="horz" lIns="91440" tIns="45720" rIns="91440" bIns="45720" rtlCol="0" anchor="t">
            <a:normAutofit fontScale="70000" lnSpcReduction="20000"/>
          </a:bodyPr>
          <a:lstStyle/>
          <a:p>
            <a:endParaRPr lang="en-US">
              <a:ea typeface="Calibri"/>
              <a:cs typeface="Calibri"/>
            </a:endParaRPr>
          </a:p>
          <a:p>
            <a:r>
              <a:rPr lang="en-US" dirty="0">
                <a:ea typeface="Calibri"/>
                <a:cs typeface="Calibri"/>
              </a:rPr>
              <a:t>I am intrigued by this.. If </a:t>
            </a:r>
            <a:r>
              <a:rPr lang="en-US" dirty="0">
                <a:ea typeface="Calibri"/>
                <a:cs typeface="Calibri"/>
                <a:hlinkClick r:id="rId2"/>
              </a:rPr>
              <a:t>Quantum Entanglement</a:t>
            </a:r>
            <a:r>
              <a:rPr lang="en-US" dirty="0">
                <a:ea typeface="Calibri"/>
                <a:cs typeface="Calibri"/>
              </a:rPr>
              <a:t> is truly a thing (too much to describe here, but please – look that up) – then we can look backwards. Only by a little (8 minutes at maximum) and with a range that is limited to daytime hours, but -- we can theoretically peel back time, itself</a:t>
            </a:r>
          </a:p>
          <a:p>
            <a:r>
              <a:rPr lang="en-US" dirty="0">
                <a:ea typeface="Calibri"/>
                <a:cs typeface="Calibri"/>
              </a:rPr>
              <a:t>If a crime was committed at 12:00 noon, anywhere in the world – the coordinates are provided ("instantly" via Quantum Entanglement) to our satellites, which turn their telescopes onto that </a:t>
            </a:r>
            <a:r>
              <a:rPr lang="en-US">
                <a:ea typeface="Calibri"/>
                <a:cs typeface="Calibri"/>
              </a:rPr>
              <a:t>location</a:t>
            </a:r>
            <a:endParaRPr lang="en-US" dirty="0">
              <a:ea typeface="Calibri"/>
              <a:cs typeface="Calibri"/>
            </a:endParaRPr>
          </a:p>
          <a:p>
            <a:r>
              <a:rPr lang="en-US" dirty="0">
                <a:ea typeface="Calibri"/>
                <a:cs typeface="Calibri"/>
              </a:rPr>
              <a:t>By 12:08 - </a:t>
            </a:r>
            <a:r>
              <a:rPr lang="en-US" sz="2700" dirty="0">
                <a:ea typeface="Calibri"/>
                <a:cs typeface="Calibri"/>
              </a:rPr>
              <a:t>he video feed coming out of those telescopes </a:t>
            </a:r>
            <a:r>
              <a:rPr lang="en-US" dirty="0">
                <a:ea typeface="Calibri"/>
                <a:cs typeface="Calibri"/>
              </a:rPr>
              <a:t>would be from 11:52 - </a:t>
            </a:r>
            <a:r>
              <a:rPr lang="en-US" sz="2400" b="1" i="1" dirty="0">
                <a:ea typeface="Calibri"/>
                <a:cs typeface="Calibri"/>
              </a:rPr>
              <a:t>Eight Minutes Earlier</a:t>
            </a:r>
            <a:r>
              <a:rPr lang="en-US" sz="2400" dirty="0">
                <a:ea typeface="Calibri"/>
                <a:cs typeface="Calibri"/>
              </a:rPr>
              <a:t>!</a:t>
            </a:r>
            <a:endParaRPr lang="en-US" dirty="0">
              <a:ea typeface="Calibri"/>
              <a:cs typeface="Calibri"/>
            </a:endParaRPr>
          </a:p>
          <a:p>
            <a:r>
              <a:rPr lang="en-US" dirty="0">
                <a:ea typeface="Calibri"/>
                <a:cs typeface="Calibri"/>
              </a:rPr>
              <a:t>We get to watch the events not only of the </a:t>
            </a:r>
            <a:r>
              <a:rPr lang="en-US" i="1" dirty="0">
                <a:ea typeface="Calibri"/>
                <a:cs typeface="Calibri"/>
              </a:rPr>
              <a:t>crime itself</a:t>
            </a:r>
            <a:r>
              <a:rPr lang="en-US" dirty="0">
                <a:ea typeface="Calibri"/>
                <a:cs typeface="Calibri"/>
              </a:rPr>
              <a:t>.. but the events of </a:t>
            </a:r>
            <a:r>
              <a:rPr lang="en-US" i="1" dirty="0">
                <a:ea typeface="Calibri"/>
                <a:cs typeface="Calibri"/>
              </a:rPr>
              <a:t>several minutes leading up</a:t>
            </a:r>
            <a:r>
              <a:rPr lang="en-US" dirty="0">
                <a:ea typeface="Calibri"/>
                <a:cs typeface="Calibri"/>
              </a:rPr>
              <a:t> to that moment </a:t>
            </a:r>
          </a:p>
          <a:p>
            <a:r>
              <a:rPr lang="en-US" dirty="0">
                <a:ea typeface="Calibri"/>
                <a:cs typeface="Calibri"/>
              </a:rPr>
              <a:t>Not sure anyone else sees value in a police force that would be able to look backwards through time as part of its crime-fighting toolkit</a:t>
            </a:r>
          </a:p>
          <a:p>
            <a:r>
              <a:rPr lang="en-US" dirty="0">
                <a:ea typeface="Calibri"/>
                <a:cs typeface="Calibri"/>
              </a:rPr>
              <a:t>But Again; that kind of power can </a:t>
            </a:r>
            <a:r>
              <a:rPr lang="en-US" i="1" dirty="0">
                <a:ea typeface="Calibri"/>
                <a:cs typeface="Calibri"/>
              </a:rPr>
              <a:t>never</a:t>
            </a:r>
            <a:r>
              <a:rPr lang="en-US" dirty="0">
                <a:ea typeface="Calibri"/>
                <a:cs typeface="Calibri"/>
              </a:rPr>
              <a:t> be the property of </a:t>
            </a:r>
            <a:r>
              <a:rPr lang="en-US" i="1" dirty="0">
                <a:ea typeface="Calibri"/>
                <a:cs typeface="Calibri"/>
              </a:rPr>
              <a:t>any</a:t>
            </a:r>
            <a:r>
              <a:rPr lang="en-US" dirty="0">
                <a:ea typeface="Calibri"/>
                <a:cs typeface="Calibri"/>
              </a:rPr>
              <a:t> single Entity, Person, Company, or Govt.</a:t>
            </a:r>
          </a:p>
        </p:txBody>
      </p:sp>
      <p:sp>
        <p:nvSpPr>
          <p:cNvPr id="5" name="Slide Number Placeholder 4">
            <a:extLst>
              <a:ext uri="{FF2B5EF4-FFF2-40B4-BE49-F238E27FC236}">
                <a16:creationId xmlns:a16="http://schemas.microsoft.com/office/drawing/2014/main" id="{650BD85B-7570-4ECD-4813-569DEF680CCF}"/>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4" name="Footer Placeholder 3">
            <a:extLst>
              <a:ext uri="{FF2B5EF4-FFF2-40B4-BE49-F238E27FC236}">
                <a16:creationId xmlns:a16="http://schemas.microsoft.com/office/drawing/2014/main" id="{7293D9E2-6150-EEE2-FC3B-86EF6CAEEBB8}"/>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22790572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"A Case for Weirdoes" … ?  :)</vt:lpstr>
      <vt:lpstr>Something to Believe In</vt:lpstr>
      <vt:lpstr>Believe in pt.2 </vt:lpstr>
      <vt:lpstr>What's Next? </vt:lpstr>
      <vt:lpstr>Additional – Webcam on the Moon</vt:lpstr>
      <vt:lpstr>Additional – "Peel Back Time" &amp; have a see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195</cp:revision>
  <dcterms:created xsi:type="dcterms:W3CDTF">2023-07-01T11:10:24Z</dcterms:created>
  <dcterms:modified xsi:type="dcterms:W3CDTF">2023-09-03T13:20:53Z</dcterms:modified>
</cp:coreProperties>
</file>