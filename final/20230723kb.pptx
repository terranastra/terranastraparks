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17" r:id="rId2"/>
    <p:sldId id="313" r:id="rId3"/>
    <p:sldId id="257" r:id="rId4"/>
    <p:sldId id="310" r:id="rId5"/>
    <p:sldId id="258" r:id="rId6"/>
    <p:sldId id="314" r:id="rId7"/>
    <p:sldId id="290" r:id="rId8"/>
    <p:sldId id="296" r:id="rId9"/>
    <p:sldId id="297" r:id="rId10"/>
    <p:sldId id="309" r:id="rId11"/>
    <p:sldId id="259" r:id="rId12"/>
    <p:sldId id="315" r:id="rId13"/>
    <p:sldId id="260" r:id="rId14"/>
    <p:sldId id="263" r:id="rId15"/>
    <p:sldId id="261" r:id="rId16"/>
    <p:sldId id="292" r:id="rId17"/>
    <p:sldId id="262" r:id="rId18"/>
    <p:sldId id="270" r:id="rId19"/>
    <p:sldId id="306" r:id="rId20"/>
    <p:sldId id="287" r:id="rId21"/>
    <p:sldId id="285" r:id="rId22"/>
    <p:sldId id="286" r:id="rId23"/>
    <p:sldId id="264" r:id="rId24"/>
    <p:sldId id="265" r:id="rId25"/>
    <p:sldId id="294" r:id="rId26"/>
    <p:sldId id="269" r:id="rId27"/>
    <p:sldId id="266" r:id="rId28"/>
    <p:sldId id="307" r:id="rId29"/>
    <p:sldId id="308" r:id="rId30"/>
    <p:sldId id="267" r:id="rId31"/>
    <p:sldId id="283" r:id="rId32"/>
    <p:sldId id="271" r:id="rId33"/>
    <p:sldId id="312" r:id="rId34"/>
    <p:sldId id="284" r:id="rId35"/>
    <p:sldId id="275" r:id="rId36"/>
    <p:sldId id="305" r:id="rId37"/>
    <p:sldId id="316" r:id="rId38"/>
    <p:sldId id="276" r:id="rId39"/>
    <p:sldId id="273" r:id="rId40"/>
    <p:sldId id="274" r:id="rId41"/>
    <p:sldId id="272" r:id="rId42"/>
    <p:sldId id="277" r:id="rId43"/>
    <p:sldId id="288" r:id="rId44"/>
    <p:sldId id="280" r:id="rId45"/>
    <p:sldId id="279" r:id="rId46"/>
    <p:sldId id="278" r:id="rId47"/>
    <p:sldId id="282" r:id="rId48"/>
    <p:sldId id="300" r:id="rId49"/>
    <p:sldId id="319" r:id="rId50"/>
    <p:sldId id="299" r:id="rId51"/>
    <p:sldId id="304" r:id="rId52"/>
    <p:sldId id="289" r:id="rId53"/>
    <p:sldId id="295" r:id="rId54"/>
    <p:sldId id="302" r:id="rId55"/>
    <p:sldId id="320" r:id="rId56"/>
    <p:sldId id="301" r:id="rId57"/>
    <p:sldId id="303" r:id="rId58"/>
    <p:sldId id="293" r:id="rId59"/>
    <p:sldId id="318"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0D6592-E8B5-46E5-9B8D-07117D35C111}">
          <p14:sldIdLst>
            <p14:sldId id="317"/>
          </p14:sldIdLst>
        </p14:section>
        <p14:section name="Introduction" id="{6B592E87-65B6-43D7-913C-F94C820732E0}">
          <p14:sldIdLst>
            <p14:sldId id="313"/>
            <p14:sldId id="257"/>
            <p14:sldId id="310"/>
          </p14:sldIdLst>
        </p14:section>
        <p14:section name="About Me" id="{D56DB878-3199-4D80-991C-59C0854971C1}">
          <p14:sldIdLst>
            <p14:sldId id="258"/>
            <p14:sldId id="314"/>
          </p14:sldIdLst>
        </p14:section>
        <p14:section name="Just a Story" id="{448342CE-202C-4499-BDAE-603E95C9F93A}">
          <p14:sldIdLst>
            <p14:sldId id="290"/>
            <p14:sldId id="296"/>
            <p14:sldId id="297"/>
          </p14:sldIdLst>
        </p14:section>
        <p14:section name="Flying Cars &amp; Buses / Gliders / Space Elevators" id="{2863642B-19AA-45A1-AEDB-A64E587F9654}">
          <p14:sldIdLst>
            <p14:sldId id="309"/>
            <p14:sldId id="259"/>
            <p14:sldId id="315"/>
            <p14:sldId id="260"/>
            <p14:sldId id="263"/>
            <p14:sldId id="261"/>
            <p14:sldId id="292"/>
            <p14:sldId id="262"/>
            <p14:sldId id="270"/>
            <p14:sldId id="306"/>
            <p14:sldId id="287"/>
            <p14:sldId id="285"/>
            <p14:sldId id="286"/>
            <p14:sldId id="264"/>
          </p14:sldIdLst>
        </p14:section>
        <p14:section name="Parks" id="{716A8F33-561F-47A3-A592-5185D217834A}">
          <p14:sldIdLst>
            <p14:sldId id="265"/>
            <p14:sldId id="294"/>
            <p14:sldId id="269"/>
            <p14:sldId id="266"/>
            <p14:sldId id="307"/>
            <p14:sldId id="308"/>
            <p14:sldId id="267"/>
          </p14:sldIdLst>
        </p14:section>
        <p14:section name="Work" id="{630C59BC-9317-4A1D-B1EA-14D1D7885CFF}">
          <p14:sldIdLst>
            <p14:sldId id="283"/>
            <p14:sldId id="271"/>
            <p14:sldId id="312"/>
            <p14:sldId id="284"/>
            <p14:sldId id="275"/>
            <p14:sldId id="305"/>
            <p14:sldId id="316"/>
            <p14:sldId id="276"/>
            <p14:sldId id="273"/>
            <p14:sldId id="274"/>
            <p14:sldId id="272"/>
            <p14:sldId id="277"/>
          </p14:sldIdLst>
        </p14:section>
        <p14:section name="How We Run the Business" id="{31DAFC2F-25A7-475B-A12A-0AEC121E22BA}">
          <p14:sldIdLst>
            <p14:sldId id="288"/>
            <p14:sldId id="280"/>
            <p14:sldId id="279"/>
            <p14:sldId id="278"/>
          </p14:sldIdLst>
        </p14:section>
        <p14:section name="Concierge / New System" id="{3971570E-D62A-4C0B-9BAD-2CA08E903F36}">
          <p14:sldIdLst>
            <p14:sldId id="282"/>
            <p14:sldId id="300"/>
            <p14:sldId id="319"/>
          </p14:sldIdLst>
        </p14:section>
        <p14:section name="Close" id="{0515E5E8-B124-443F-A62D-21BBD85B9BDF}">
          <p14:sldIdLst>
            <p14:sldId id="299"/>
            <p14:sldId id="304"/>
            <p14:sldId id="289"/>
            <p14:sldId id="295"/>
            <p14:sldId id="302"/>
            <p14:sldId id="320"/>
            <p14:sldId id="301"/>
            <p14:sldId id="303"/>
          </p14:sldIdLst>
        </p14:section>
        <p14:section name="Graveyard" id="{0492705F-11B7-499D-9520-F942892891E9}">
          <p14:sldIdLst>
            <p14:sldId id="293"/>
            <p14:sldId id="3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09F985-F149-4C5F-8B47-876A0F02611B}" v="196" dt="2023-07-09T16:56:03.518"/>
    <p1510:client id="{0BDED9F4-44CE-425C-96BA-E94E9F532312}" v="3584" dt="2023-07-08T15:38:03.634"/>
    <p1510:client id="{1223BCE1-4C89-41A7-8BEE-CB59582820A3}" v="249" dt="2023-07-08T16:16:33.004"/>
    <p1510:client id="{1D8C70B6-822F-45A3-9FA8-4D04D39FEA7F}" v="946" dt="2023-07-23T18:57:04.999"/>
    <p1510:client id="{2C89035A-D4C0-42E0-8F7B-602192D4449B}" v="18229" dt="2023-07-01T18:39:19.477"/>
    <p1510:client id="{42EDC90B-4339-41B8-BCE6-C8EF18E5B55E}" v="303" dt="2023-07-08T11:20:15.776"/>
    <p1510:client id="{437F9473-31E1-4FC1-A591-DF6B779AC242}" v="134" dt="2023-09-01T19:08:34.063"/>
    <p1510:client id="{440B02FF-CBA4-4939-A8C4-9DEDA1DD0B81}" v="898" dt="2023-07-23T18:16:14.708"/>
    <p1510:client id="{5BCE91C0-95A6-48B0-AF61-5AFECFED59A2}" v="118" dt="2023-07-09T15:04:15.203"/>
    <p1510:client id="{737A9984-4C3A-4A06-A56A-38548B16413A}" v="10" dt="2023-07-23T15:35:43.637"/>
    <p1510:client id="{75DACE6C-8541-45F6-BC50-3594DC9DD107}" v="4958" dt="2023-07-02T15:25:35.437"/>
    <p1510:client id="{78709633-10D0-46A9-B600-506D0A837346}" v="317" dt="2023-09-01T19:50:15.938"/>
    <p1510:client id="{84FDC6C0-EB0C-48F3-B9B4-1D7FAE88DCC6}" v="373" dt="2023-07-27T18:54:37.885"/>
    <p1510:client id="{887904E5-101B-4198-B41C-CB7CF2220861}" v="32" dt="2023-07-09T14:50:25.165"/>
    <p1510:client id="{92EF2564-113B-429D-A8A2-071C7699B284}" v="11613" dt="2023-07-02T23:27:50.992"/>
    <p1510:client id="{9F28D5C8-2B8B-4C36-840A-84D9CE3ABDD9}" v="69" dt="2023-07-08T15:47:15.574"/>
    <p1510:client id="{A6BECA11-9D7C-43E7-A7C4-03BEAA99AD62}" v="78" dt="2023-07-08T17:19:20.380"/>
    <p1510:client id="{A79622ED-45C5-49CA-B4C5-3A324EB20FD8}" v="753" dt="2023-07-01T19:16:20.682"/>
    <p1510:client id="{B26B62FC-1869-4897-87A8-C4D70978CF54}" v="236" dt="2023-07-24T00:03:48.680"/>
    <p1510:client id="{C5C4C69A-C9AB-413A-9E04-A2ECC18226DA}" v="3" dt="2023-07-09T11:13:25.513"/>
    <p1510:client id="{D9BBC0EC-0D5B-42D0-A894-C3748449BDCD}" v="313" dt="2023-07-09T12:26:19.550"/>
    <p1510:client id="{F453DC0A-5A79-4B0E-A6BB-37057526593A}" v="50" dt="2023-07-09T18:22:19.420"/>
    <p1510:client id="{F53B665C-8E0F-4624-9FB6-6EF94641C9ED}" v="287" dt="2023-07-09T10:44:29.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 DeRemer" userId="a37f3d2d141577c5" providerId="Windows Live" clId="Web-{1D8C70B6-822F-45A3-9FA8-4D04D39FEA7F}"/>
    <pc:docChg chg="addSld modSld sldOrd addSection delSection modSection">
      <pc:chgData name="Jeff DeRemer" userId="a37f3d2d141577c5" providerId="Windows Live" clId="Web-{1D8C70B6-822F-45A3-9FA8-4D04D39FEA7F}" dt="2023-07-23T18:57:04.999" v="959"/>
      <pc:docMkLst>
        <pc:docMk/>
      </pc:docMkLst>
      <pc:sldChg chg="modSp">
        <pc:chgData name="Jeff DeRemer" userId="a37f3d2d141577c5" providerId="Windows Live" clId="Web-{1D8C70B6-822F-45A3-9FA8-4D04D39FEA7F}" dt="2023-07-23T18:17:51.426" v="22" actId="20577"/>
        <pc:sldMkLst>
          <pc:docMk/>
          <pc:sldMk cId="1537062186" sldId="259"/>
        </pc:sldMkLst>
        <pc:spChg chg="mod">
          <ac:chgData name="Jeff DeRemer" userId="a37f3d2d141577c5" providerId="Windows Live" clId="Web-{1D8C70B6-822F-45A3-9FA8-4D04D39FEA7F}" dt="2023-07-23T18:17:51.426" v="22" actId="20577"/>
          <ac:spMkLst>
            <pc:docMk/>
            <pc:sldMk cId="1537062186" sldId="259"/>
            <ac:spMk id="3" creationId="{C94EAD4E-0DEF-F3E3-2CD3-304D0D8776E8}"/>
          </ac:spMkLst>
        </pc:spChg>
      </pc:sldChg>
      <pc:sldChg chg="modSp">
        <pc:chgData name="Jeff DeRemer" userId="a37f3d2d141577c5" providerId="Windows Live" clId="Web-{1D8C70B6-822F-45A3-9FA8-4D04D39FEA7F}" dt="2023-07-23T18:23:57.014" v="186" actId="20577"/>
        <pc:sldMkLst>
          <pc:docMk/>
          <pc:sldMk cId="3800418244" sldId="260"/>
        </pc:sldMkLst>
        <pc:spChg chg="mod">
          <ac:chgData name="Jeff DeRemer" userId="a37f3d2d141577c5" providerId="Windows Live" clId="Web-{1D8C70B6-822F-45A3-9FA8-4D04D39FEA7F}" dt="2023-07-23T18:23:57.014" v="186" actId="20577"/>
          <ac:spMkLst>
            <pc:docMk/>
            <pc:sldMk cId="3800418244" sldId="260"/>
            <ac:spMk id="3" creationId="{0C5B5C69-3010-67FC-1E38-ECFAC33F0253}"/>
          </ac:spMkLst>
        </pc:spChg>
      </pc:sldChg>
      <pc:sldChg chg="modSp">
        <pc:chgData name="Jeff DeRemer" userId="a37f3d2d141577c5" providerId="Windows Live" clId="Web-{1D8C70B6-822F-45A3-9FA8-4D04D39FEA7F}" dt="2023-07-23T18:19:50.226" v="90" actId="20577"/>
        <pc:sldMkLst>
          <pc:docMk/>
          <pc:sldMk cId="1862461135" sldId="261"/>
        </pc:sldMkLst>
        <pc:spChg chg="mod">
          <ac:chgData name="Jeff DeRemer" userId="a37f3d2d141577c5" providerId="Windows Live" clId="Web-{1D8C70B6-822F-45A3-9FA8-4D04D39FEA7F}" dt="2023-07-23T18:19:50.226" v="90" actId="20577"/>
          <ac:spMkLst>
            <pc:docMk/>
            <pc:sldMk cId="1862461135" sldId="261"/>
            <ac:spMk id="3" creationId="{4FA58D88-1C41-4DB8-50F5-C0148DF26DEC}"/>
          </ac:spMkLst>
        </pc:spChg>
      </pc:sldChg>
      <pc:sldChg chg="modSp ord">
        <pc:chgData name="Jeff DeRemer" userId="a37f3d2d141577c5" providerId="Windows Live" clId="Web-{1D8C70B6-822F-45A3-9FA8-4D04D39FEA7F}" dt="2023-07-23T18:24:14.780" v="190" actId="20577"/>
        <pc:sldMkLst>
          <pc:docMk/>
          <pc:sldMk cId="750474985" sldId="262"/>
        </pc:sldMkLst>
        <pc:spChg chg="mod">
          <ac:chgData name="Jeff DeRemer" userId="a37f3d2d141577c5" providerId="Windows Live" clId="Web-{1D8C70B6-822F-45A3-9FA8-4D04D39FEA7F}" dt="2023-07-23T18:22:51.091" v="180" actId="20577"/>
          <ac:spMkLst>
            <pc:docMk/>
            <pc:sldMk cId="750474985" sldId="262"/>
            <ac:spMk id="2" creationId="{720CAF6B-2713-2BF8-D39E-F92F43D744B3}"/>
          </ac:spMkLst>
        </pc:spChg>
        <pc:spChg chg="mod">
          <ac:chgData name="Jeff DeRemer" userId="a37f3d2d141577c5" providerId="Windows Live" clId="Web-{1D8C70B6-822F-45A3-9FA8-4D04D39FEA7F}" dt="2023-07-23T18:24:14.780" v="190" actId="20577"/>
          <ac:spMkLst>
            <pc:docMk/>
            <pc:sldMk cId="750474985" sldId="262"/>
            <ac:spMk id="3" creationId="{429D0DB0-413D-C8AB-1A23-F9C01F950E4C}"/>
          </ac:spMkLst>
        </pc:spChg>
      </pc:sldChg>
      <pc:sldChg chg="modSp">
        <pc:chgData name="Jeff DeRemer" userId="a37f3d2d141577c5" providerId="Windows Live" clId="Web-{1D8C70B6-822F-45A3-9FA8-4D04D39FEA7F}" dt="2023-07-23T18:21:50.230" v="165" actId="20577"/>
        <pc:sldMkLst>
          <pc:docMk/>
          <pc:sldMk cId="1604463162" sldId="263"/>
        </pc:sldMkLst>
        <pc:spChg chg="mod">
          <ac:chgData name="Jeff DeRemer" userId="a37f3d2d141577c5" providerId="Windows Live" clId="Web-{1D8C70B6-822F-45A3-9FA8-4D04D39FEA7F}" dt="2023-07-23T18:21:50.230" v="165" actId="20577"/>
          <ac:spMkLst>
            <pc:docMk/>
            <pc:sldMk cId="1604463162" sldId="263"/>
            <ac:spMk id="3" creationId="{FF35C628-9ED1-48A4-98A5-A82E3566925E}"/>
          </ac:spMkLst>
        </pc:spChg>
      </pc:sldChg>
      <pc:sldChg chg="modSp">
        <pc:chgData name="Jeff DeRemer" userId="a37f3d2d141577c5" providerId="Windows Live" clId="Web-{1D8C70B6-822F-45A3-9FA8-4D04D39FEA7F}" dt="2023-07-23T18:25:19.797" v="202" actId="20577"/>
        <pc:sldMkLst>
          <pc:docMk/>
          <pc:sldMk cId="98002227" sldId="264"/>
        </pc:sldMkLst>
        <pc:spChg chg="mod">
          <ac:chgData name="Jeff DeRemer" userId="a37f3d2d141577c5" providerId="Windows Live" clId="Web-{1D8C70B6-822F-45A3-9FA8-4D04D39FEA7F}" dt="2023-07-23T18:25:19.797" v="202" actId="20577"/>
          <ac:spMkLst>
            <pc:docMk/>
            <pc:sldMk cId="98002227" sldId="264"/>
            <ac:spMk id="3" creationId="{18544897-D0A9-DA82-41A4-10CBB57ECE59}"/>
          </ac:spMkLst>
        </pc:spChg>
      </pc:sldChg>
      <pc:sldChg chg="modSp">
        <pc:chgData name="Jeff DeRemer" userId="a37f3d2d141577c5" providerId="Windows Live" clId="Web-{1D8C70B6-822F-45A3-9FA8-4D04D39FEA7F}" dt="2023-07-23T18:26:20.424" v="208" actId="20577"/>
        <pc:sldMkLst>
          <pc:docMk/>
          <pc:sldMk cId="4027165043" sldId="265"/>
        </pc:sldMkLst>
        <pc:spChg chg="mod">
          <ac:chgData name="Jeff DeRemer" userId="a37f3d2d141577c5" providerId="Windows Live" clId="Web-{1D8C70B6-822F-45A3-9FA8-4D04D39FEA7F}" dt="2023-07-23T18:26:20.424" v="208" actId="20577"/>
          <ac:spMkLst>
            <pc:docMk/>
            <pc:sldMk cId="4027165043" sldId="265"/>
            <ac:spMk id="3" creationId="{4182CC16-3AE7-DF35-254E-91CD4D63E479}"/>
          </ac:spMkLst>
        </pc:spChg>
      </pc:sldChg>
      <pc:sldChg chg="modSp">
        <pc:chgData name="Jeff DeRemer" userId="a37f3d2d141577c5" providerId="Windows Live" clId="Web-{1D8C70B6-822F-45A3-9FA8-4D04D39FEA7F}" dt="2023-07-23T18:26:49.956" v="212" actId="20577"/>
        <pc:sldMkLst>
          <pc:docMk/>
          <pc:sldMk cId="1052964133" sldId="266"/>
        </pc:sldMkLst>
        <pc:spChg chg="mod">
          <ac:chgData name="Jeff DeRemer" userId="a37f3d2d141577c5" providerId="Windows Live" clId="Web-{1D8C70B6-822F-45A3-9FA8-4D04D39FEA7F}" dt="2023-07-23T18:26:49.956" v="212" actId="20577"/>
          <ac:spMkLst>
            <pc:docMk/>
            <pc:sldMk cId="1052964133" sldId="266"/>
            <ac:spMk id="3" creationId="{FB20C80A-234C-1B92-533C-D58FA0A04C61}"/>
          </ac:spMkLst>
        </pc:spChg>
      </pc:sldChg>
      <pc:sldChg chg="modSp">
        <pc:chgData name="Jeff DeRemer" userId="a37f3d2d141577c5" providerId="Windows Live" clId="Web-{1D8C70B6-822F-45A3-9FA8-4D04D39FEA7F}" dt="2023-07-23T18:29:39.116" v="357" actId="20577"/>
        <pc:sldMkLst>
          <pc:docMk/>
          <pc:sldMk cId="1079600738" sldId="267"/>
        </pc:sldMkLst>
        <pc:spChg chg="mod">
          <ac:chgData name="Jeff DeRemer" userId="a37f3d2d141577c5" providerId="Windows Live" clId="Web-{1D8C70B6-822F-45A3-9FA8-4D04D39FEA7F}" dt="2023-07-23T18:29:39.116" v="357" actId="20577"/>
          <ac:spMkLst>
            <pc:docMk/>
            <pc:sldMk cId="1079600738" sldId="267"/>
            <ac:spMk id="3" creationId="{D5A21A21-6D25-B829-492F-6BC8C1ADA0ED}"/>
          </ac:spMkLst>
        </pc:spChg>
      </pc:sldChg>
      <pc:sldChg chg="modSp">
        <pc:chgData name="Jeff DeRemer" userId="a37f3d2d141577c5" providerId="Windows Live" clId="Web-{1D8C70B6-822F-45A3-9FA8-4D04D39FEA7F}" dt="2023-07-23T18:30:00.710" v="362" actId="20577"/>
        <pc:sldMkLst>
          <pc:docMk/>
          <pc:sldMk cId="3059359370" sldId="268"/>
        </pc:sldMkLst>
        <pc:spChg chg="mod">
          <ac:chgData name="Jeff DeRemer" userId="a37f3d2d141577c5" providerId="Windows Live" clId="Web-{1D8C70B6-822F-45A3-9FA8-4D04D39FEA7F}" dt="2023-07-23T18:30:00.710" v="362" actId="20577"/>
          <ac:spMkLst>
            <pc:docMk/>
            <pc:sldMk cId="3059359370" sldId="268"/>
            <ac:spMk id="2" creationId="{BAE2503A-0488-D5C7-B302-07BABE5BDEFC}"/>
          </ac:spMkLst>
        </pc:spChg>
        <pc:spChg chg="mod">
          <ac:chgData name="Jeff DeRemer" userId="a37f3d2d141577c5" providerId="Windows Live" clId="Web-{1D8C70B6-822F-45A3-9FA8-4D04D39FEA7F}" dt="2023-07-23T18:29:53.148" v="359" actId="20577"/>
          <ac:spMkLst>
            <pc:docMk/>
            <pc:sldMk cId="3059359370" sldId="268"/>
            <ac:spMk id="3" creationId="{73345575-4215-69DF-BAC1-57E514E491CD}"/>
          </ac:spMkLst>
        </pc:spChg>
      </pc:sldChg>
      <pc:sldChg chg="modSp">
        <pc:chgData name="Jeff DeRemer" userId="a37f3d2d141577c5" providerId="Windows Live" clId="Web-{1D8C70B6-822F-45A3-9FA8-4D04D39FEA7F}" dt="2023-07-23T18:30:40.727" v="386" actId="20577"/>
        <pc:sldMkLst>
          <pc:docMk/>
          <pc:sldMk cId="4291219111" sldId="269"/>
        </pc:sldMkLst>
        <pc:spChg chg="mod">
          <ac:chgData name="Jeff DeRemer" userId="a37f3d2d141577c5" providerId="Windows Live" clId="Web-{1D8C70B6-822F-45A3-9FA8-4D04D39FEA7F}" dt="2023-07-23T18:30:31.242" v="384" actId="20577"/>
          <ac:spMkLst>
            <pc:docMk/>
            <pc:sldMk cId="4291219111" sldId="269"/>
            <ac:spMk id="2" creationId="{9247A437-3EC2-47AD-0CB0-00EE5C7560CD}"/>
          </ac:spMkLst>
        </pc:spChg>
        <pc:spChg chg="mod">
          <ac:chgData name="Jeff DeRemer" userId="a37f3d2d141577c5" providerId="Windows Live" clId="Web-{1D8C70B6-822F-45A3-9FA8-4D04D39FEA7F}" dt="2023-07-23T18:30:40.727" v="386" actId="20577"/>
          <ac:spMkLst>
            <pc:docMk/>
            <pc:sldMk cId="4291219111" sldId="269"/>
            <ac:spMk id="3" creationId="{0F18B9B2-A879-82B3-D71E-0BA6774BC0F8}"/>
          </ac:spMkLst>
        </pc:spChg>
      </pc:sldChg>
      <pc:sldChg chg="modSp">
        <pc:chgData name="Jeff DeRemer" userId="a37f3d2d141577c5" providerId="Windows Live" clId="Web-{1D8C70B6-822F-45A3-9FA8-4D04D39FEA7F}" dt="2023-07-23T18:39:31.474" v="707" actId="20577"/>
        <pc:sldMkLst>
          <pc:docMk/>
          <pc:sldMk cId="3628189326" sldId="270"/>
        </pc:sldMkLst>
        <pc:spChg chg="mod">
          <ac:chgData name="Jeff DeRemer" userId="a37f3d2d141577c5" providerId="Windows Live" clId="Web-{1D8C70B6-822F-45A3-9FA8-4D04D39FEA7F}" dt="2023-07-23T18:39:31.474" v="707" actId="20577"/>
          <ac:spMkLst>
            <pc:docMk/>
            <pc:sldMk cId="3628189326" sldId="270"/>
            <ac:spMk id="2" creationId="{9DB831FD-D532-CC05-3979-A33DE6AA6F6E}"/>
          </ac:spMkLst>
        </pc:spChg>
        <pc:spChg chg="mod">
          <ac:chgData name="Jeff DeRemer" userId="a37f3d2d141577c5" providerId="Windows Live" clId="Web-{1D8C70B6-822F-45A3-9FA8-4D04D39FEA7F}" dt="2023-07-23T18:39:29.115" v="705" actId="20577"/>
          <ac:spMkLst>
            <pc:docMk/>
            <pc:sldMk cId="3628189326" sldId="270"/>
            <ac:spMk id="3" creationId="{6F7476CC-B0F5-EBA0-A09C-F0614C089CE5}"/>
          </ac:spMkLst>
        </pc:spChg>
      </pc:sldChg>
      <pc:sldChg chg="modSp">
        <pc:chgData name="Jeff DeRemer" userId="a37f3d2d141577c5" providerId="Windows Live" clId="Web-{1D8C70B6-822F-45A3-9FA8-4D04D39FEA7F}" dt="2023-07-23T18:32:29.542" v="484" actId="20577"/>
        <pc:sldMkLst>
          <pc:docMk/>
          <pc:sldMk cId="4094167011" sldId="271"/>
        </pc:sldMkLst>
        <pc:spChg chg="mod">
          <ac:chgData name="Jeff DeRemer" userId="a37f3d2d141577c5" providerId="Windows Live" clId="Web-{1D8C70B6-822F-45A3-9FA8-4D04D39FEA7F}" dt="2023-07-23T18:32:29.542" v="484" actId="20577"/>
          <ac:spMkLst>
            <pc:docMk/>
            <pc:sldMk cId="4094167011" sldId="271"/>
            <ac:spMk id="3" creationId="{1149A847-D5C9-8EA2-01EB-CE8AF3A606C7}"/>
          </ac:spMkLst>
        </pc:spChg>
      </pc:sldChg>
      <pc:sldChg chg="modSp">
        <pc:chgData name="Jeff DeRemer" userId="a37f3d2d141577c5" providerId="Windows Live" clId="Web-{1D8C70B6-822F-45A3-9FA8-4D04D39FEA7F}" dt="2023-07-23T18:37:38.940" v="664" actId="20577"/>
        <pc:sldMkLst>
          <pc:docMk/>
          <pc:sldMk cId="1966568967" sldId="273"/>
        </pc:sldMkLst>
        <pc:spChg chg="mod">
          <ac:chgData name="Jeff DeRemer" userId="a37f3d2d141577c5" providerId="Windows Live" clId="Web-{1D8C70B6-822F-45A3-9FA8-4D04D39FEA7F}" dt="2023-07-23T18:37:38.940" v="664" actId="20577"/>
          <ac:spMkLst>
            <pc:docMk/>
            <pc:sldMk cId="1966568967" sldId="273"/>
            <ac:spMk id="2" creationId="{C4C77302-4BF8-065B-0985-42ED6C4A094E}"/>
          </ac:spMkLst>
        </pc:spChg>
        <pc:spChg chg="mod">
          <ac:chgData name="Jeff DeRemer" userId="a37f3d2d141577c5" providerId="Windows Live" clId="Web-{1D8C70B6-822F-45A3-9FA8-4D04D39FEA7F}" dt="2023-07-23T18:37:19.612" v="633" actId="20577"/>
          <ac:spMkLst>
            <pc:docMk/>
            <pc:sldMk cId="1966568967" sldId="273"/>
            <ac:spMk id="3" creationId="{FEC97AF6-D0E5-6CFC-5087-727547E76E49}"/>
          </ac:spMkLst>
        </pc:spChg>
      </pc:sldChg>
      <pc:sldChg chg="modSp">
        <pc:chgData name="Jeff DeRemer" userId="a37f3d2d141577c5" providerId="Windows Live" clId="Web-{1D8C70B6-822F-45A3-9FA8-4D04D39FEA7F}" dt="2023-07-23T18:40:21.647" v="713" actId="20577"/>
        <pc:sldMkLst>
          <pc:docMk/>
          <pc:sldMk cId="517718756" sldId="274"/>
        </pc:sldMkLst>
        <pc:spChg chg="mod">
          <ac:chgData name="Jeff DeRemer" userId="a37f3d2d141577c5" providerId="Windows Live" clId="Web-{1D8C70B6-822F-45A3-9FA8-4D04D39FEA7F}" dt="2023-07-23T18:40:21.647" v="713" actId="20577"/>
          <ac:spMkLst>
            <pc:docMk/>
            <pc:sldMk cId="517718756" sldId="274"/>
            <ac:spMk id="2" creationId="{DA44FD8D-74EE-A547-A9C3-112CE6388BDC}"/>
          </ac:spMkLst>
        </pc:spChg>
        <pc:spChg chg="mod">
          <ac:chgData name="Jeff DeRemer" userId="a37f3d2d141577c5" providerId="Windows Live" clId="Web-{1D8C70B6-822F-45A3-9FA8-4D04D39FEA7F}" dt="2023-07-23T18:40:14.975" v="710" actId="20577"/>
          <ac:spMkLst>
            <pc:docMk/>
            <pc:sldMk cId="517718756" sldId="274"/>
            <ac:spMk id="3" creationId="{36AB1BDB-E2A1-4202-92E8-6D3885AAD11B}"/>
          </ac:spMkLst>
        </pc:spChg>
      </pc:sldChg>
      <pc:sldChg chg="modSp">
        <pc:chgData name="Jeff DeRemer" userId="a37f3d2d141577c5" providerId="Windows Live" clId="Web-{1D8C70B6-822F-45A3-9FA8-4D04D39FEA7F}" dt="2023-07-23T18:36:56.298" v="631" actId="20577"/>
        <pc:sldMkLst>
          <pc:docMk/>
          <pc:sldMk cId="494778731" sldId="275"/>
        </pc:sldMkLst>
        <pc:spChg chg="mod">
          <ac:chgData name="Jeff DeRemer" userId="a37f3d2d141577c5" providerId="Windows Live" clId="Web-{1D8C70B6-822F-45A3-9FA8-4D04D39FEA7F}" dt="2023-07-23T18:36:56.298" v="631" actId="20577"/>
          <ac:spMkLst>
            <pc:docMk/>
            <pc:sldMk cId="494778731" sldId="275"/>
            <ac:spMk id="3" creationId="{62D247C3-81E2-E2CD-1A32-6248E469CEAD}"/>
          </ac:spMkLst>
        </pc:spChg>
      </pc:sldChg>
      <pc:sldChg chg="modSp">
        <pc:chgData name="Jeff DeRemer" userId="a37f3d2d141577c5" providerId="Windows Live" clId="Web-{1D8C70B6-822F-45A3-9FA8-4D04D39FEA7F}" dt="2023-07-23T18:41:12.414" v="728" actId="20577"/>
        <pc:sldMkLst>
          <pc:docMk/>
          <pc:sldMk cId="3591501101" sldId="276"/>
        </pc:sldMkLst>
        <pc:spChg chg="mod">
          <ac:chgData name="Jeff DeRemer" userId="a37f3d2d141577c5" providerId="Windows Live" clId="Web-{1D8C70B6-822F-45A3-9FA8-4D04D39FEA7F}" dt="2023-07-23T18:41:12.414" v="728" actId="20577"/>
          <ac:spMkLst>
            <pc:docMk/>
            <pc:sldMk cId="3591501101" sldId="276"/>
            <ac:spMk id="3" creationId="{0398F67A-659A-3AB8-CBA9-89F233418F8E}"/>
          </ac:spMkLst>
        </pc:spChg>
      </pc:sldChg>
      <pc:sldChg chg="modSp">
        <pc:chgData name="Jeff DeRemer" userId="a37f3d2d141577c5" providerId="Windows Live" clId="Web-{1D8C70B6-822F-45A3-9FA8-4D04D39FEA7F}" dt="2023-07-23T18:41:44.759" v="735" actId="20577"/>
        <pc:sldMkLst>
          <pc:docMk/>
          <pc:sldMk cId="2990784307" sldId="277"/>
        </pc:sldMkLst>
        <pc:spChg chg="mod">
          <ac:chgData name="Jeff DeRemer" userId="a37f3d2d141577c5" providerId="Windows Live" clId="Web-{1D8C70B6-822F-45A3-9FA8-4D04D39FEA7F}" dt="2023-07-23T18:41:44.759" v="735" actId="20577"/>
          <ac:spMkLst>
            <pc:docMk/>
            <pc:sldMk cId="2990784307" sldId="277"/>
            <ac:spMk id="3" creationId="{8505100E-6EFE-B8B7-5E92-053F23902331}"/>
          </ac:spMkLst>
        </pc:spChg>
      </pc:sldChg>
      <pc:sldChg chg="modSp">
        <pc:chgData name="Jeff DeRemer" userId="a37f3d2d141577c5" providerId="Windows Live" clId="Web-{1D8C70B6-822F-45A3-9FA8-4D04D39FEA7F}" dt="2023-07-23T18:42:44.838" v="742" actId="20577"/>
        <pc:sldMkLst>
          <pc:docMk/>
          <pc:sldMk cId="3744251568" sldId="278"/>
        </pc:sldMkLst>
        <pc:spChg chg="mod">
          <ac:chgData name="Jeff DeRemer" userId="a37f3d2d141577c5" providerId="Windows Live" clId="Web-{1D8C70B6-822F-45A3-9FA8-4D04D39FEA7F}" dt="2023-07-23T18:42:44.838" v="742" actId="20577"/>
          <ac:spMkLst>
            <pc:docMk/>
            <pc:sldMk cId="3744251568" sldId="278"/>
            <ac:spMk id="3" creationId="{FB490085-442A-F459-46C4-DE49E5A3B707}"/>
          </ac:spMkLst>
        </pc:spChg>
      </pc:sldChg>
      <pc:sldChg chg="modSp">
        <pc:chgData name="Jeff DeRemer" userId="a37f3d2d141577c5" providerId="Windows Live" clId="Web-{1D8C70B6-822F-45A3-9FA8-4D04D39FEA7F}" dt="2023-07-23T18:43:55.949" v="765" actId="20577"/>
        <pc:sldMkLst>
          <pc:docMk/>
          <pc:sldMk cId="3982399502" sldId="279"/>
        </pc:sldMkLst>
        <pc:spChg chg="mod">
          <ac:chgData name="Jeff DeRemer" userId="a37f3d2d141577c5" providerId="Windows Live" clId="Web-{1D8C70B6-822F-45A3-9FA8-4D04D39FEA7F}" dt="2023-07-23T18:43:55.949" v="765" actId="20577"/>
          <ac:spMkLst>
            <pc:docMk/>
            <pc:sldMk cId="3982399502" sldId="279"/>
            <ac:spMk id="3" creationId="{E9946A79-B7B2-74E9-63F9-ED6A04F68C26}"/>
          </ac:spMkLst>
        </pc:spChg>
      </pc:sldChg>
      <pc:sldChg chg="modSp">
        <pc:chgData name="Jeff DeRemer" userId="a37f3d2d141577c5" providerId="Windows Live" clId="Web-{1D8C70B6-822F-45A3-9FA8-4D04D39FEA7F}" dt="2023-07-23T18:44:08.403" v="768" actId="20577"/>
        <pc:sldMkLst>
          <pc:docMk/>
          <pc:sldMk cId="2746935985" sldId="280"/>
        </pc:sldMkLst>
        <pc:spChg chg="mod">
          <ac:chgData name="Jeff DeRemer" userId="a37f3d2d141577c5" providerId="Windows Live" clId="Web-{1D8C70B6-822F-45A3-9FA8-4D04D39FEA7F}" dt="2023-07-23T18:44:08.403" v="768" actId="20577"/>
          <ac:spMkLst>
            <pc:docMk/>
            <pc:sldMk cId="2746935985" sldId="280"/>
            <ac:spMk id="3" creationId="{2CC19F36-1038-F57E-91F2-B8DE49592B97}"/>
          </ac:spMkLst>
        </pc:spChg>
      </pc:sldChg>
      <pc:sldChg chg="modSp">
        <pc:chgData name="Jeff DeRemer" userId="a37f3d2d141577c5" providerId="Windows Live" clId="Web-{1D8C70B6-822F-45A3-9FA8-4D04D39FEA7F}" dt="2023-07-23T18:44:28.809" v="786" actId="20577"/>
        <pc:sldMkLst>
          <pc:docMk/>
          <pc:sldMk cId="1741603341" sldId="281"/>
        </pc:sldMkLst>
        <pc:spChg chg="mod">
          <ac:chgData name="Jeff DeRemer" userId="a37f3d2d141577c5" providerId="Windows Live" clId="Web-{1D8C70B6-822F-45A3-9FA8-4D04D39FEA7F}" dt="2023-07-23T18:44:28.809" v="786" actId="20577"/>
          <ac:spMkLst>
            <pc:docMk/>
            <pc:sldMk cId="1741603341" sldId="281"/>
            <ac:spMk id="2" creationId="{76059A4D-C0FA-3742-CB0A-83B93BEC2BE4}"/>
          </ac:spMkLst>
        </pc:spChg>
        <pc:spChg chg="mod">
          <ac:chgData name="Jeff DeRemer" userId="a37f3d2d141577c5" providerId="Windows Live" clId="Web-{1D8C70B6-822F-45A3-9FA8-4D04D39FEA7F}" dt="2023-07-23T18:44:19.059" v="770" actId="20577"/>
          <ac:spMkLst>
            <pc:docMk/>
            <pc:sldMk cId="1741603341" sldId="281"/>
            <ac:spMk id="3" creationId="{AE93F422-6E43-9151-FE4B-8F3515273467}"/>
          </ac:spMkLst>
        </pc:spChg>
      </pc:sldChg>
      <pc:sldChg chg="modSp">
        <pc:chgData name="Jeff DeRemer" userId="a37f3d2d141577c5" providerId="Windows Live" clId="Web-{1D8C70B6-822F-45A3-9FA8-4D04D39FEA7F}" dt="2023-07-23T18:45:46.343" v="804" actId="20577"/>
        <pc:sldMkLst>
          <pc:docMk/>
          <pc:sldMk cId="204965760" sldId="282"/>
        </pc:sldMkLst>
        <pc:spChg chg="mod">
          <ac:chgData name="Jeff DeRemer" userId="a37f3d2d141577c5" providerId="Windows Live" clId="Web-{1D8C70B6-822F-45A3-9FA8-4D04D39FEA7F}" dt="2023-07-23T18:45:46.343" v="804" actId="20577"/>
          <ac:spMkLst>
            <pc:docMk/>
            <pc:sldMk cId="204965760" sldId="282"/>
            <ac:spMk id="3" creationId="{214B1D8D-63BD-DD0B-C0F5-8839FC6374EC}"/>
          </ac:spMkLst>
        </pc:spChg>
      </pc:sldChg>
      <pc:sldChg chg="modSp">
        <pc:chgData name="Jeff DeRemer" userId="a37f3d2d141577c5" providerId="Windows Live" clId="Web-{1D8C70B6-822F-45A3-9FA8-4D04D39FEA7F}" dt="2023-07-23T18:45:07.404" v="791" actId="20577"/>
        <pc:sldMkLst>
          <pc:docMk/>
          <pc:sldMk cId="1861732289" sldId="283"/>
        </pc:sldMkLst>
        <pc:spChg chg="mod">
          <ac:chgData name="Jeff DeRemer" userId="a37f3d2d141577c5" providerId="Windows Live" clId="Web-{1D8C70B6-822F-45A3-9FA8-4D04D39FEA7F}" dt="2023-07-23T18:45:07.404" v="791" actId="20577"/>
          <ac:spMkLst>
            <pc:docMk/>
            <pc:sldMk cId="1861732289" sldId="283"/>
            <ac:spMk id="3" creationId="{A4DD8A52-93C3-307C-94F8-99CD4F67B3B0}"/>
          </ac:spMkLst>
        </pc:spChg>
      </pc:sldChg>
      <pc:sldChg chg="modSp">
        <pc:chgData name="Jeff DeRemer" userId="a37f3d2d141577c5" providerId="Windows Live" clId="Web-{1D8C70B6-822F-45A3-9FA8-4D04D39FEA7F}" dt="2023-07-23T18:47:01.563" v="867" actId="20577"/>
        <pc:sldMkLst>
          <pc:docMk/>
          <pc:sldMk cId="1987841433" sldId="284"/>
        </pc:sldMkLst>
        <pc:spChg chg="mod">
          <ac:chgData name="Jeff DeRemer" userId="a37f3d2d141577c5" providerId="Windows Live" clId="Web-{1D8C70B6-822F-45A3-9FA8-4D04D39FEA7F}" dt="2023-07-23T18:47:01.563" v="867" actId="20577"/>
          <ac:spMkLst>
            <pc:docMk/>
            <pc:sldMk cId="1987841433" sldId="284"/>
            <ac:spMk id="3" creationId="{167EB91F-F6C9-4B4F-90F3-7CA2D46122AE}"/>
          </ac:spMkLst>
        </pc:spChg>
      </pc:sldChg>
      <pc:sldChg chg="modSp">
        <pc:chgData name="Jeff DeRemer" userId="a37f3d2d141577c5" providerId="Windows Live" clId="Web-{1D8C70B6-822F-45A3-9FA8-4D04D39FEA7F}" dt="2023-07-23T18:48:25.612" v="921" actId="20577"/>
        <pc:sldMkLst>
          <pc:docMk/>
          <pc:sldMk cId="1112612059" sldId="285"/>
        </pc:sldMkLst>
        <pc:spChg chg="mod">
          <ac:chgData name="Jeff DeRemer" userId="a37f3d2d141577c5" providerId="Windows Live" clId="Web-{1D8C70B6-822F-45A3-9FA8-4D04D39FEA7F}" dt="2023-07-23T18:48:25.612" v="921" actId="20577"/>
          <ac:spMkLst>
            <pc:docMk/>
            <pc:sldMk cId="1112612059" sldId="285"/>
            <ac:spMk id="3" creationId="{2C233C5D-AE6E-EE9D-E247-48CB088754FF}"/>
          </ac:spMkLst>
        </pc:spChg>
      </pc:sldChg>
      <pc:sldChg chg="modSp">
        <pc:chgData name="Jeff DeRemer" userId="a37f3d2d141577c5" providerId="Windows Live" clId="Web-{1D8C70B6-822F-45A3-9FA8-4D04D39FEA7F}" dt="2023-07-23T18:48:39.925" v="924" actId="20577"/>
        <pc:sldMkLst>
          <pc:docMk/>
          <pc:sldMk cId="2771794891" sldId="286"/>
        </pc:sldMkLst>
        <pc:spChg chg="mod">
          <ac:chgData name="Jeff DeRemer" userId="a37f3d2d141577c5" providerId="Windows Live" clId="Web-{1D8C70B6-822F-45A3-9FA8-4D04D39FEA7F}" dt="2023-07-23T18:48:39.925" v="924" actId="20577"/>
          <ac:spMkLst>
            <pc:docMk/>
            <pc:sldMk cId="2771794891" sldId="286"/>
            <ac:spMk id="3" creationId="{E43A48AF-984B-687B-AB99-A4749E13FE18}"/>
          </ac:spMkLst>
        </pc:spChg>
      </pc:sldChg>
      <pc:sldChg chg="modSp">
        <pc:chgData name="Jeff DeRemer" userId="a37f3d2d141577c5" providerId="Windows Live" clId="Web-{1D8C70B6-822F-45A3-9FA8-4D04D39FEA7F}" dt="2023-07-23T18:48:01.393" v="918" actId="20577"/>
        <pc:sldMkLst>
          <pc:docMk/>
          <pc:sldMk cId="4209612668" sldId="287"/>
        </pc:sldMkLst>
        <pc:spChg chg="mod">
          <ac:chgData name="Jeff DeRemer" userId="a37f3d2d141577c5" providerId="Windows Live" clId="Web-{1D8C70B6-822F-45A3-9FA8-4D04D39FEA7F}" dt="2023-07-23T18:48:01.393" v="918" actId="20577"/>
          <ac:spMkLst>
            <pc:docMk/>
            <pc:sldMk cId="4209612668" sldId="287"/>
            <ac:spMk id="2" creationId="{2EF7659A-F540-6B95-C923-EA9F9DA2FDC8}"/>
          </ac:spMkLst>
        </pc:spChg>
      </pc:sldChg>
      <pc:sldChg chg="modSp">
        <pc:chgData name="Jeff DeRemer" userId="a37f3d2d141577c5" providerId="Windows Live" clId="Web-{1D8C70B6-822F-45A3-9FA8-4D04D39FEA7F}" dt="2023-07-23T18:49:14.644" v="927" actId="20577"/>
        <pc:sldMkLst>
          <pc:docMk/>
          <pc:sldMk cId="1175048660" sldId="288"/>
        </pc:sldMkLst>
        <pc:spChg chg="mod">
          <ac:chgData name="Jeff DeRemer" userId="a37f3d2d141577c5" providerId="Windows Live" clId="Web-{1D8C70B6-822F-45A3-9FA8-4D04D39FEA7F}" dt="2023-07-23T18:49:14.644" v="927" actId="20577"/>
          <ac:spMkLst>
            <pc:docMk/>
            <pc:sldMk cId="1175048660" sldId="288"/>
            <ac:spMk id="3" creationId="{E35BB5F5-DEF6-901B-798D-F75EF1BEE6C3}"/>
          </ac:spMkLst>
        </pc:spChg>
      </pc:sldChg>
      <pc:sldChg chg="modSp">
        <pc:chgData name="Jeff DeRemer" userId="a37f3d2d141577c5" providerId="Windows Live" clId="Web-{1D8C70B6-822F-45A3-9FA8-4D04D39FEA7F}" dt="2023-07-23T18:50:02.536" v="949" actId="20577"/>
        <pc:sldMkLst>
          <pc:docMk/>
          <pc:sldMk cId="1487085672" sldId="289"/>
        </pc:sldMkLst>
        <pc:spChg chg="mod">
          <ac:chgData name="Jeff DeRemer" userId="a37f3d2d141577c5" providerId="Windows Live" clId="Web-{1D8C70B6-822F-45A3-9FA8-4D04D39FEA7F}" dt="2023-07-23T18:50:02.536" v="949" actId="20577"/>
          <ac:spMkLst>
            <pc:docMk/>
            <pc:sldMk cId="1487085672" sldId="289"/>
            <ac:spMk id="3" creationId="{35D0BBDA-8803-BE37-2613-0EDAF02F44B8}"/>
          </ac:spMkLst>
        </pc:spChg>
      </pc:sldChg>
      <pc:sldChg chg="modSp">
        <pc:chgData name="Jeff DeRemer" userId="a37f3d2d141577c5" providerId="Windows Live" clId="Web-{1D8C70B6-822F-45A3-9FA8-4D04D39FEA7F}" dt="2023-07-23T18:46:05.390" v="827" actId="20577"/>
        <pc:sldMkLst>
          <pc:docMk/>
          <pc:sldMk cId="117291877" sldId="291"/>
        </pc:sldMkLst>
        <pc:spChg chg="mod">
          <ac:chgData name="Jeff DeRemer" userId="a37f3d2d141577c5" providerId="Windows Live" clId="Web-{1D8C70B6-822F-45A3-9FA8-4D04D39FEA7F}" dt="2023-07-23T18:45:59.671" v="825" actId="20577"/>
          <ac:spMkLst>
            <pc:docMk/>
            <pc:sldMk cId="117291877" sldId="291"/>
            <ac:spMk id="2" creationId="{7C7FA624-06C1-58CB-6EBF-6A6E06B55AA5}"/>
          </ac:spMkLst>
        </pc:spChg>
        <pc:spChg chg="mod">
          <ac:chgData name="Jeff DeRemer" userId="a37f3d2d141577c5" providerId="Windows Live" clId="Web-{1D8C70B6-822F-45A3-9FA8-4D04D39FEA7F}" dt="2023-07-23T18:46:05.390" v="827" actId="20577"/>
          <ac:spMkLst>
            <pc:docMk/>
            <pc:sldMk cId="117291877" sldId="291"/>
            <ac:spMk id="3" creationId="{64E1AC00-5F6F-8A57-76A4-5BD2487C9873}"/>
          </ac:spMkLst>
        </pc:spChg>
      </pc:sldChg>
      <pc:sldChg chg="modSp">
        <pc:chgData name="Jeff DeRemer" userId="a37f3d2d141577c5" providerId="Windows Live" clId="Web-{1D8C70B6-822F-45A3-9FA8-4D04D39FEA7F}" dt="2023-07-23T18:22:21.137" v="176" actId="20577"/>
        <pc:sldMkLst>
          <pc:docMk/>
          <pc:sldMk cId="2803421184" sldId="292"/>
        </pc:sldMkLst>
        <pc:spChg chg="mod">
          <ac:chgData name="Jeff DeRemer" userId="a37f3d2d141577c5" providerId="Windows Live" clId="Web-{1D8C70B6-822F-45A3-9FA8-4D04D39FEA7F}" dt="2023-07-23T18:22:21.137" v="176" actId="20577"/>
          <ac:spMkLst>
            <pc:docMk/>
            <pc:sldMk cId="2803421184" sldId="292"/>
            <ac:spMk id="3" creationId="{DABAC2CE-B759-65A2-A9AA-973000EA0D14}"/>
          </ac:spMkLst>
        </pc:spChg>
      </pc:sldChg>
      <pc:sldChg chg="modSp">
        <pc:chgData name="Jeff DeRemer" userId="a37f3d2d141577c5" providerId="Windows Live" clId="Web-{1D8C70B6-822F-45A3-9FA8-4D04D39FEA7F}" dt="2023-07-23T18:28:05.801" v="240" actId="20577"/>
        <pc:sldMkLst>
          <pc:docMk/>
          <pc:sldMk cId="2373186645" sldId="294"/>
        </pc:sldMkLst>
        <pc:spChg chg="mod">
          <ac:chgData name="Jeff DeRemer" userId="a37f3d2d141577c5" providerId="Windows Live" clId="Web-{1D8C70B6-822F-45A3-9FA8-4D04D39FEA7F}" dt="2023-07-23T18:27:53.692" v="238" actId="20577"/>
          <ac:spMkLst>
            <pc:docMk/>
            <pc:sldMk cId="2373186645" sldId="294"/>
            <ac:spMk id="2" creationId="{B2222F7C-0144-814E-2BAD-01A1646151D4}"/>
          </ac:spMkLst>
        </pc:spChg>
        <pc:spChg chg="mod">
          <ac:chgData name="Jeff DeRemer" userId="a37f3d2d141577c5" providerId="Windows Live" clId="Web-{1D8C70B6-822F-45A3-9FA8-4D04D39FEA7F}" dt="2023-07-23T18:28:05.801" v="240" actId="20577"/>
          <ac:spMkLst>
            <pc:docMk/>
            <pc:sldMk cId="2373186645" sldId="294"/>
            <ac:spMk id="3" creationId="{044EA9B4-6A65-9695-5C1B-998070458920}"/>
          </ac:spMkLst>
        </pc:spChg>
      </pc:sldChg>
      <pc:sldChg chg="modSp">
        <pc:chgData name="Jeff DeRemer" userId="a37f3d2d141577c5" providerId="Windows Live" clId="Web-{1D8C70B6-822F-45A3-9FA8-4D04D39FEA7F}" dt="2023-07-23T18:24:58.594" v="199" actId="20577"/>
        <pc:sldMkLst>
          <pc:docMk/>
          <pc:sldMk cId="4013399894" sldId="298"/>
        </pc:sldMkLst>
        <pc:spChg chg="mod">
          <ac:chgData name="Jeff DeRemer" userId="a37f3d2d141577c5" providerId="Windows Live" clId="Web-{1D8C70B6-822F-45A3-9FA8-4D04D39FEA7F}" dt="2023-07-23T18:24:58.594" v="199" actId="20577"/>
          <ac:spMkLst>
            <pc:docMk/>
            <pc:sldMk cId="4013399894" sldId="298"/>
            <ac:spMk id="2" creationId="{9FC04FDF-F6C6-A102-AAE8-320D1538DF86}"/>
          </ac:spMkLst>
        </pc:spChg>
        <pc:spChg chg="mod">
          <ac:chgData name="Jeff DeRemer" userId="a37f3d2d141577c5" providerId="Windows Live" clId="Web-{1D8C70B6-822F-45A3-9FA8-4D04D39FEA7F}" dt="2023-07-23T18:24:46.562" v="193" actId="20577"/>
          <ac:spMkLst>
            <pc:docMk/>
            <pc:sldMk cId="4013399894" sldId="298"/>
            <ac:spMk id="3" creationId="{6743DE19-7F4F-73A0-DA1F-334D05FC2A93}"/>
          </ac:spMkLst>
        </pc:spChg>
      </pc:sldChg>
      <pc:sldChg chg="modSp">
        <pc:chgData name="Jeff DeRemer" userId="a37f3d2d141577c5" providerId="Windows Live" clId="Web-{1D8C70B6-822F-45A3-9FA8-4D04D39FEA7F}" dt="2023-07-23T18:49:29.629" v="946" actId="20577"/>
        <pc:sldMkLst>
          <pc:docMk/>
          <pc:sldMk cId="586689482" sldId="300"/>
        </pc:sldMkLst>
        <pc:spChg chg="mod">
          <ac:chgData name="Jeff DeRemer" userId="a37f3d2d141577c5" providerId="Windows Live" clId="Web-{1D8C70B6-822F-45A3-9FA8-4D04D39FEA7F}" dt="2023-07-23T18:49:29.629" v="946" actId="20577"/>
          <ac:spMkLst>
            <pc:docMk/>
            <pc:sldMk cId="586689482" sldId="300"/>
            <ac:spMk id="2" creationId="{E396FD66-0FAC-C93C-0BC0-9B32126BDF21}"/>
          </ac:spMkLst>
        </pc:spChg>
      </pc:sldChg>
      <pc:sldChg chg="modSp">
        <pc:chgData name="Jeff DeRemer" userId="a37f3d2d141577c5" providerId="Windows Live" clId="Web-{1D8C70B6-822F-45A3-9FA8-4D04D39FEA7F}" dt="2023-07-23T18:34:50.858" v="530" actId="20577"/>
        <pc:sldMkLst>
          <pc:docMk/>
          <pc:sldMk cId="1935756779" sldId="305"/>
        </pc:sldMkLst>
        <pc:spChg chg="mod">
          <ac:chgData name="Jeff DeRemer" userId="a37f3d2d141577c5" providerId="Windows Live" clId="Web-{1D8C70B6-822F-45A3-9FA8-4D04D39FEA7F}" dt="2023-07-23T18:34:50.858" v="530" actId="20577"/>
          <ac:spMkLst>
            <pc:docMk/>
            <pc:sldMk cId="1935756779" sldId="305"/>
            <ac:spMk id="2" creationId="{3ACE7FED-C200-7B67-3E02-882BF64E67DD}"/>
          </ac:spMkLst>
        </pc:spChg>
      </pc:sldChg>
      <pc:sldChg chg="modSp">
        <pc:chgData name="Jeff DeRemer" userId="a37f3d2d141577c5" providerId="Windows Live" clId="Web-{1D8C70B6-822F-45A3-9FA8-4D04D39FEA7F}" dt="2023-07-23T18:47:37.783" v="898" actId="20577"/>
        <pc:sldMkLst>
          <pc:docMk/>
          <pc:sldMk cId="3166782752" sldId="306"/>
        </pc:sldMkLst>
        <pc:spChg chg="mod">
          <ac:chgData name="Jeff DeRemer" userId="a37f3d2d141577c5" providerId="Windows Live" clId="Web-{1D8C70B6-822F-45A3-9FA8-4D04D39FEA7F}" dt="2023-07-23T18:47:37.783" v="898" actId="20577"/>
          <ac:spMkLst>
            <pc:docMk/>
            <pc:sldMk cId="3166782752" sldId="306"/>
            <ac:spMk id="2" creationId="{772C3B8A-BFCD-230B-87C2-C9526DBB601C}"/>
          </ac:spMkLst>
        </pc:spChg>
      </pc:sldChg>
      <pc:sldChg chg="modSp">
        <pc:chgData name="Jeff DeRemer" userId="a37f3d2d141577c5" providerId="Windows Live" clId="Web-{1D8C70B6-822F-45A3-9FA8-4D04D39FEA7F}" dt="2023-07-23T18:27:13.784" v="219" actId="20577"/>
        <pc:sldMkLst>
          <pc:docMk/>
          <pc:sldMk cId="2145870571" sldId="307"/>
        </pc:sldMkLst>
        <pc:spChg chg="mod">
          <ac:chgData name="Jeff DeRemer" userId="a37f3d2d141577c5" providerId="Windows Live" clId="Web-{1D8C70B6-822F-45A3-9FA8-4D04D39FEA7F}" dt="2023-07-23T18:27:13.784" v="219" actId="20577"/>
          <ac:spMkLst>
            <pc:docMk/>
            <pc:sldMk cId="2145870571" sldId="307"/>
            <ac:spMk id="3" creationId="{E16765E4-91CB-D7BB-72DE-17157CA29AE6}"/>
          </ac:spMkLst>
        </pc:spChg>
      </pc:sldChg>
      <pc:sldChg chg="modSp">
        <pc:chgData name="Jeff DeRemer" userId="a37f3d2d141577c5" providerId="Windows Live" clId="Web-{1D8C70B6-822F-45A3-9FA8-4D04D39FEA7F}" dt="2023-07-23T18:27:40.832" v="236" actId="20577"/>
        <pc:sldMkLst>
          <pc:docMk/>
          <pc:sldMk cId="1173428035" sldId="308"/>
        </pc:sldMkLst>
        <pc:spChg chg="mod">
          <ac:chgData name="Jeff DeRemer" userId="a37f3d2d141577c5" providerId="Windows Live" clId="Web-{1D8C70B6-822F-45A3-9FA8-4D04D39FEA7F}" dt="2023-07-23T18:27:40.832" v="236" actId="20577"/>
          <ac:spMkLst>
            <pc:docMk/>
            <pc:sldMk cId="1173428035" sldId="308"/>
            <ac:spMk id="2" creationId="{7905709C-0522-4331-5D4F-CCBE2BEF0D9D}"/>
          </ac:spMkLst>
        </pc:spChg>
        <pc:spChg chg="mod">
          <ac:chgData name="Jeff DeRemer" userId="a37f3d2d141577c5" providerId="Windows Live" clId="Web-{1D8C70B6-822F-45A3-9FA8-4D04D39FEA7F}" dt="2023-07-23T18:27:28.941" v="221" actId="20577"/>
          <ac:spMkLst>
            <pc:docMk/>
            <pc:sldMk cId="1173428035" sldId="308"/>
            <ac:spMk id="3" creationId="{D8401FEB-2B12-65C9-4AB5-92E8C061DEA6}"/>
          </ac:spMkLst>
        </pc:spChg>
      </pc:sldChg>
      <pc:sldChg chg="modSp">
        <pc:chgData name="Jeff DeRemer" userId="a37f3d2d141577c5" providerId="Windows Live" clId="Web-{1D8C70B6-822F-45A3-9FA8-4D04D39FEA7F}" dt="2023-07-23T18:33:14.809" v="495" actId="20577"/>
        <pc:sldMkLst>
          <pc:docMk/>
          <pc:sldMk cId="322086555" sldId="312"/>
        </pc:sldMkLst>
        <pc:spChg chg="mod">
          <ac:chgData name="Jeff DeRemer" userId="a37f3d2d141577c5" providerId="Windows Live" clId="Web-{1D8C70B6-822F-45A3-9FA8-4D04D39FEA7F}" dt="2023-07-23T18:32:53.277" v="492" actId="20577"/>
          <ac:spMkLst>
            <pc:docMk/>
            <pc:sldMk cId="322086555" sldId="312"/>
            <ac:spMk id="2" creationId="{5FF6EBCF-D7C6-7D4F-E1F5-F35CACAB2D0A}"/>
          </ac:spMkLst>
        </pc:spChg>
        <pc:spChg chg="mod">
          <ac:chgData name="Jeff DeRemer" userId="a37f3d2d141577c5" providerId="Windows Live" clId="Web-{1D8C70B6-822F-45A3-9FA8-4D04D39FEA7F}" dt="2023-07-23T18:33:14.809" v="495" actId="20577"/>
          <ac:spMkLst>
            <pc:docMk/>
            <pc:sldMk cId="322086555" sldId="312"/>
            <ac:spMk id="3" creationId="{0167575D-D147-EA22-F445-19C81CCD42A4}"/>
          </ac:spMkLst>
        </pc:spChg>
      </pc:sldChg>
      <pc:sldChg chg="modSp">
        <pc:chgData name="Jeff DeRemer" userId="a37f3d2d141577c5" providerId="Windows Live" clId="Web-{1D8C70B6-822F-45A3-9FA8-4D04D39FEA7F}" dt="2023-07-23T18:18:06.692" v="24" actId="20577"/>
        <pc:sldMkLst>
          <pc:docMk/>
          <pc:sldMk cId="3588194236" sldId="315"/>
        </pc:sldMkLst>
        <pc:spChg chg="mod">
          <ac:chgData name="Jeff DeRemer" userId="a37f3d2d141577c5" providerId="Windows Live" clId="Web-{1D8C70B6-822F-45A3-9FA8-4D04D39FEA7F}" dt="2023-07-23T18:18:06.692" v="24" actId="20577"/>
          <ac:spMkLst>
            <pc:docMk/>
            <pc:sldMk cId="3588194236" sldId="315"/>
            <ac:spMk id="3" creationId="{8797E62F-9EFE-7982-AA44-CA6ED395C745}"/>
          </ac:spMkLst>
        </pc:spChg>
      </pc:sldChg>
      <pc:sldChg chg="modSp">
        <pc:chgData name="Jeff DeRemer" userId="a37f3d2d141577c5" providerId="Windows Live" clId="Web-{1D8C70B6-822F-45A3-9FA8-4D04D39FEA7F}" dt="2023-07-23T18:34:34.592" v="529" actId="20577"/>
        <pc:sldMkLst>
          <pc:docMk/>
          <pc:sldMk cId="3080211462" sldId="316"/>
        </pc:sldMkLst>
        <pc:spChg chg="mod">
          <ac:chgData name="Jeff DeRemer" userId="a37f3d2d141577c5" providerId="Windows Live" clId="Web-{1D8C70B6-822F-45A3-9FA8-4D04D39FEA7F}" dt="2023-07-23T18:34:34.592" v="529" actId="20577"/>
          <ac:spMkLst>
            <pc:docMk/>
            <pc:sldMk cId="3080211462" sldId="316"/>
            <ac:spMk id="3" creationId="{22CFC226-DC8E-64BB-56E7-EA99E3243D7F}"/>
          </ac:spMkLst>
        </pc:spChg>
      </pc:sldChg>
      <pc:sldChg chg="modSp">
        <pc:chgData name="Jeff DeRemer" userId="a37f3d2d141577c5" providerId="Windows Live" clId="Web-{1D8C70B6-822F-45A3-9FA8-4D04D39FEA7F}" dt="2023-07-23T18:53:09.509" v="952" actId="20577"/>
        <pc:sldMkLst>
          <pc:docMk/>
          <pc:sldMk cId="915020623" sldId="317"/>
        </pc:sldMkLst>
        <pc:spChg chg="mod">
          <ac:chgData name="Jeff DeRemer" userId="a37f3d2d141577c5" providerId="Windows Live" clId="Web-{1D8C70B6-822F-45A3-9FA8-4D04D39FEA7F}" dt="2023-07-23T18:53:09.509" v="952" actId="20577"/>
          <ac:spMkLst>
            <pc:docMk/>
            <pc:sldMk cId="915020623" sldId="317"/>
            <ac:spMk id="3" creationId="{594954C9-A707-69B0-D235-57E16BE68174}"/>
          </ac:spMkLst>
        </pc:spChg>
      </pc:sldChg>
      <pc:sldChg chg="new">
        <pc:chgData name="Jeff DeRemer" userId="a37f3d2d141577c5" providerId="Windows Live" clId="Web-{1D8C70B6-822F-45A3-9FA8-4D04D39FEA7F}" dt="2023-07-23T18:56:51.264" v="957"/>
        <pc:sldMkLst>
          <pc:docMk/>
          <pc:sldMk cId="1712350636" sldId="318"/>
        </pc:sldMkLst>
      </pc:sldChg>
    </pc:docChg>
  </pc:docChgLst>
  <pc:docChgLst>
    <pc:chgData name="Jeff DeRemer" userId="a37f3d2d141577c5" providerId="Windows Live" clId="Web-{B26B62FC-1869-4897-87A8-C4D70978CF54}"/>
    <pc:docChg chg="modSld sldOrd modSection">
      <pc:chgData name="Jeff DeRemer" userId="a37f3d2d141577c5" providerId="Windows Live" clId="Web-{B26B62FC-1869-4897-87A8-C4D70978CF54}" dt="2023-07-24T00:03:48.680" v="236" actId="20577"/>
      <pc:docMkLst>
        <pc:docMk/>
      </pc:docMkLst>
      <pc:sldChg chg="modSp">
        <pc:chgData name="Jeff DeRemer" userId="a37f3d2d141577c5" providerId="Windows Live" clId="Web-{B26B62FC-1869-4897-87A8-C4D70978CF54}" dt="2023-07-23T23:06:32.103" v="61" actId="20577"/>
        <pc:sldMkLst>
          <pc:docMk/>
          <pc:sldMk cId="1537062186" sldId="259"/>
        </pc:sldMkLst>
        <pc:spChg chg="mod">
          <ac:chgData name="Jeff DeRemer" userId="a37f3d2d141577c5" providerId="Windows Live" clId="Web-{B26B62FC-1869-4897-87A8-C4D70978CF54}" dt="2023-07-23T23:06:32.103" v="61" actId="20577"/>
          <ac:spMkLst>
            <pc:docMk/>
            <pc:sldMk cId="1537062186" sldId="259"/>
            <ac:spMk id="3" creationId="{C94EAD4E-0DEF-F3E3-2CD3-304D0D8776E8}"/>
          </ac:spMkLst>
        </pc:spChg>
      </pc:sldChg>
      <pc:sldChg chg="ord">
        <pc:chgData name="Jeff DeRemer" userId="a37f3d2d141577c5" providerId="Windows Live" clId="Web-{B26B62FC-1869-4897-87A8-C4D70978CF54}" dt="2023-07-23T23:25:23.738" v="101"/>
        <pc:sldMkLst>
          <pc:docMk/>
          <pc:sldMk cId="3800418244" sldId="260"/>
        </pc:sldMkLst>
      </pc:sldChg>
      <pc:sldChg chg="modSp">
        <pc:chgData name="Jeff DeRemer" userId="a37f3d2d141577c5" providerId="Windows Live" clId="Web-{B26B62FC-1869-4897-87A8-C4D70978CF54}" dt="2023-07-23T23:09:16.624" v="69" actId="20577"/>
        <pc:sldMkLst>
          <pc:docMk/>
          <pc:sldMk cId="1862461135" sldId="261"/>
        </pc:sldMkLst>
        <pc:spChg chg="mod">
          <ac:chgData name="Jeff DeRemer" userId="a37f3d2d141577c5" providerId="Windows Live" clId="Web-{B26B62FC-1869-4897-87A8-C4D70978CF54}" dt="2023-07-23T23:09:16.624" v="69" actId="20577"/>
          <ac:spMkLst>
            <pc:docMk/>
            <pc:sldMk cId="1862461135" sldId="261"/>
            <ac:spMk id="3" creationId="{4FA58D88-1C41-4DB8-50F5-C0148DF26DEC}"/>
          </ac:spMkLst>
        </pc:spChg>
      </pc:sldChg>
      <pc:sldChg chg="modSp ord">
        <pc:chgData name="Jeff DeRemer" userId="a37f3d2d141577c5" providerId="Windows Live" clId="Web-{B26B62FC-1869-4897-87A8-C4D70978CF54}" dt="2023-07-23T23:29:38.465" v="111"/>
        <pc:sldMkLst>
          <pc:docMk/>
          <pc:sldMk cId="750474985" sldId="262"/>
        </pc:sldMkLst>
        <pc:spChg chg="mod">
          <ac:chgData name="Jeff DeRemer" userId="a37f3d2d141577c5" providerId="Windows Live" clId="Web-{B26B62FC-1869-4897-87A8-C4D70978CF54}" dt="2023-07-23T23:24:27.704" v="96" actId="20577"/>
          <ac:spMkLst>
            <pc:docMk/>
            <pc:sldMk cId="750474985" sldId="262"/>
            <ac:spMk id="3" creationId="{429D0DB0-413D-C8AB-1A23-F9C01F950E4C}"/>
          </ac:spMkLst>
        </pc:spChg>
      </pc:sldChg>
      <pc:sldChg chg="ord">
        <pc:chgData name="Jeff DeRemer" userId="a37f3d2d141577c5" providerId="Windows Live" clId="Web-{B26B62FC-1869-4897-87A8-C4D70978CF54}" dt="2023-07-23T23:38:37.546" v="124"/>
        <pc:sldMkLst>
          <pc:docMk/>
          <pc:sldMk cId="3059359370" sldId="268"/>
        </pc:sldMkLst>
      </pc:sldChg>
      <pc:sldChg chg="modSp">
        <pc:chgData name="Jeff DeRemer" userId="a37f3d2d141577c5" providerId="Windows Live" clId="Web-{B26B62FC-1869-4897-87A8-C4D70978CF54}" dt="2023-07-23T23:30:34.545" v="113" actId="20577"/>
        <pc:sldMkLst>
          <pc:docMk/>
          <pc:sldMk cId="4291219111" sldId="269"/>
        </pc:sldMkLst>
        <pc:spChg chg="mod">
          <ac:chgData name="Jeff DeRemer" userId="a37f3d2d141577c5" providerId="Windows Live" clId="Web-{B26B62FC-1869-4897-87A8-C4D70978CF54}" dt="2023-07-23T23:30:34.545" v="113" actId="20577"/>
          <ac:spMkLst>
            <pc:docMk/>
            <pc:sldMk cId="4291219111" sldId="269"/>
            <ac:spMk id="2" creationId="{9247A437-3EC2-47AD-0CB0-00EE5C7560CD}"/>
          </ac:spMkLst>
        </pc:spChg>
      </pc:sldChg>
      <pc:sldChg chg="modSp ord">
        <pc:chgData name="Jeff DeRemer" userId="a37f3d2d141577c5" providerId="Windows Live" clId="Web-{B26B62FC-1869-4897-87A8-C4D70978CF54}" dt="2023-07-23T23:25:05.924" v="98"/>
        <pc:sldMkLst>
          <pc:docMk/>
          <pc:sldMk cId="3628189326" sldId="270"/>
        </pc:sldMkLst>
        <pc:spChg chg="mod">
          <ac:chgData name="Jeff DeRemer" userId="a37f3d2d141577c5" providerId="Windows Live" clId="Web-{B26B62FC-1869-4897-87A8-C4D70978CF54}" dt="2023-07-23T23:14:35.963" v="72" actId="20577"/>
          <ac:spMkLst>
            <pc:docMk/>
            <pc:sldMk cId="3628189326" sldId="270"/>
            <ac:spMk id="2" creationId="{9DB831FD-D532-CC05-3979-A33DE6AA6F6E}"/>
          </ac:spMkLst>
        </pc:spChg>
      </pc:sldChg>
      <pc:sldChg chg="modSp">
        <pc:chgData name="Jeff DeRemer" userId="a37f3d2d141577c5" providerId="Windows Live" clId="Web-{B26B62FC-1869-4897-87A8-C4D70978CF54}" dt="2023-07-23T23:45:23.185" v="147" actId="20577"/>
        <pc:sldMkLst>
          <pc:docMk/>
          <pc:sldMk cId="1966568967" sldId="273"/>
        </pc:sldMkLst>
        <pc:spChg chg="mod">
          <ac:chgData name="Jeff DeRemer" userId="a37f3d2d141577c5" providerId="Windows Live" clId="Web-{B26B62FC-1869-4897-87A8-C4D70978CF54}" dt="2023-07-23T23:45:23.185" v="147" actId="20577"/>
          <ac:spMkLst>
            <pc:docMk/>
            <pc:sldMk cId="1966568967" sldId="273"/>
            <ac:spMk id="2" creationId="{C4C77302-4BF8-065B-0985-42ED6C4A094E}"/>
          </ac:spMkLst>
        </pc:spChg>
      </pc:sldChg>
      <pc:sldChg chg="modSp">
        <pc:chgData name="Jeff DeRemer" userId="a37f3d2d141577c5" providerId="Windows Live" clId="Web-{B26B62FC-1869-4897-87A8-C4D70978CF54}" dt="2023-07-23T23:48:23.050" v="166" actId="20577"/>
        <pc:sldMkLst>
          <pc:docMk/>
          <pc:sldMk cId="517718756" sldId="274"/>
        </pc:sldMkLst>
        <pc:spChg chg="mod">
          <ac:chgData name="Jeff DeRemer" userId="a37f3d2d141577c5" providerId="Windows Live" clId="Web-{B26B62FC-1869-4897-87A8-C4D70978CF54}" dt="2023-07-23T23:45:37.248" v="149" actId="20577"/>
          <ac:spMkLst>
            <pc:docMk/>
            <pc:sldMk cId="517718756" sldId="274"/>
            <ac:spMk id="2" creationId="{DA44FD8D-74EE-A547-A9C3-112CE6388BDC}"/>
          </ac:spMkLst>
        </pc:spChg>
        <pc:spChg chg="mod">
          <ac:chgData name="Jeff DeRemer" userId="a37f3d2d141577c5" providerId="Windows Live" clId="Web-{B26B62FC-1869-4897-87A8-C4D70978CF54}" dt="2023-07-23T23:48:23.050" v="166" actId="20577"/>
          <ac:spMkLst>
            <pc:docMk/>
            <pc:sldMk cId="517718756" sldId="274"/>
            <ac:spMk id="3" creationId="{36AB1BDB-E2A1-4202-92E8-6D3885AAD11B}"/>
          </ac:spMkLst>
        </pc:spChg>
      </pc:sldChg>
      <pc:sldChg chg="modSp">
        <pc:chgData name="Jeff DeRemer" userId="a37f3d2d141577c5" providerId="Windows Live" clId="Web-{B26B62FC-1869-4897-87A8-C4D70978CF54}" dt="2023-07-23T23:50:19.445" v="185" actId="20577"/>
        <pc:sldMkLst>
          <pc:docMk/>
          <pc:sldMk cId="2990784307" sldId="277"/>
        </pc:sldMkLst>
        <pc:spChg chg="mod">
          <ac:chgData name="Jeff DeRemer" userId="a37f3d2d141577c5" providerId="Windows Live" clId="Web-{B26B62FC-1869-4897-87A8-C4D70978CF54}" dt="2023-07-23T23:50:19.445" v="185" actId="20577"/>
          <ac:spMkLst>
            <pc:docMk/>
            <pc:sldMk cId="2990784307" sldId="277"/>
            <ac:spMk id="3" creationId="{8505100E-6EFE-B8B7-5E92-053F23902331}"/>
          </ac:spMkLst>
        </pc:spChg>
      </pc:sldChg>
      <pc:sldChg chg="modSp ord">
        <pc:chgData name="Jeff DeRemer" userId="a37f3d2d141577c5" providerId="Windows Live" clId="Web-{B26B62FC-1869-4897-87A8-C4D70978CF54}" dt="2023-07-24T00:00:11.795" v="232"/>
        <pc:sldMkLst>
          <pc:docMk/>
          <pc:sldMk cId="3744251568" sldId="278"/>
        </pc:sldMkLst>
        <pc:spChg chg="mod">
          <ac:chgData name="Jeff DeRemer" userId="a37f3d2d141577c5" providerId="Windows Live" clId="Web-{B26B62FC-1869-4897-87A8-C4D70978CF54}" dt="2023-07-23T23:51:15.087" v="192" actId="20577"/>
          <ac:spMkLst>
            <pc:docMk/>
            <pc:sldMk cId="3744251568" sldId="278"/>
            <ac:spMk id="3" creationId="{FB490085-442A-F459-46C4-DE49E5A3B707}"/>
          </ac:spMkLst>
        </pc:spChg>
      </pc:sldChg>
      <pc:sldChg chg="modSp">
        <pc:chgData name="Jeff DeRemer" userId="a37f3d2d141577c5" providerId="Windows Live" clId="Web-{B26B62FC-1869-4897-87A8-C4D70978CF54}" dt="2023-07-23T23:53:55.968" v="208" actId="20577"/>
        <pc:sldMkLst>
          <pc:docMk/>
          <pc:sldMk cId="3982399502" sldId="279"/>
        </pc:sldMkLst>
        <pc:spChg chg="mod">
          <ac:chgData name="Jeff DeRemer" userId="a37f3d2d141577c5" providerId="Windows Live" clId="Web-{B26B62FC-1869-4897-87A8-C4D70978CF54}" dt="2023-07-23T23:53:55.968" v="208" actId="20577"/>
          <ac:spMkLst>
            <pc:docMk/>
            <pc:sldMk cId="3982399502" sldId="279"/>
            <ac:spMk id="3" creationId="{E9946A79-B7B2-74E9-63F9-ED6A04F68C26}"/>
          </ac:spMkLst>
        </pc:spChg>
      </pc:sldChg>
      <pc:sldChg chg="modSp">
        <pc:chgData name="Jeff DeRemer" userId="a37f3d2d141577c5" providerId="Windows Live" clId="Web-{B26B62FC-1869-4897-87A8-C4D70978CF54}" dt="2023-07-24T00:00:24.717" v="234" actId="20577"/>
        <pc:sldMkLst>
          <pc:docMk/>
          <pc:sldMk cId="2746935985" sldId="280"/>
        </pc:sldMkLst>
        <pc:spChg chg="mod">
          <ac:chgData name="Jeff DeRemer" userId="a37f3d2d141577c5" providerId="Windows Live" clId="Web-{B26B62FC-1869-4897-87A8-C4D70978CF54}" dt="2023-07-24T00:00:24.717" v="234" actId="20577"/>
          <ac:spMkLst>
            <pc:docMk/>
            <pc:sldMk cId="2746935985" sldId="280"/>
            <ac:spMk id="3" creationId="{2CC19F36-1038-F57E-91F2-B8DE49592B97}"/>
          </ac:spMkLst>
        </pc:spChg>
      </pc:sldChg>
      <pc:sldChg chg="modSp">
        <pc:chgData name="Jeff DeRemer" userId="a37f3d2d141577c5" providerId="Windows Live" clId="Web-{B26B62FC-1869-4897-87A8-C4D70978CF54}" dt="2023-07-23T23:33:16.144" v="118" actId="20577"/>
        <pc:sldMkLst>
          <pc:docMk/>
          <pc:sldMk cId="1861732289" sldId="283"/>
        </pc:sldMkLst>
        <pc:spChg chg="mod">
          <ac:chgData name="Jeff DeRemer" userId="a37f3d2d141577c5" providerId="Windows Live" clId="Web-{B26B62FC-1869-4897-87A8-C4D70978CF54}" dt="2023-07-23T23:33:16.144" v="118" actId="20577"/>
          <ac:spMkLst>
            <pc:docMk/>
            <pc:sldMk cId="1861732289" sldId="283"/>
            <ac:spMk id="3" creationId="{A4DD8A52-93C3-307C-94F8-99CD4F67B3B0}"/>
          </ac:spMkLst>
        </pc:spChg>
      </pc:sldChg>
      <pc:sldChg chg="modSp">
        <pc:chgData name="Jeff DeRemer" userId="a37f3d2d141577c5" providerId="Windows Live" clId="Web-{B26B62FC-1869-4897-87A8-C4D70978CF54}" dt="2023-07-23T23:17:30.922" v="74" actId="20577"/>
        <pc:sldMkLst>
          <pc:docMk/>
          <pc:sldMk cId="2771794891" sldId="286"/>
        </pc:sldMkLst>
        <pc:spChg chg="mod">
          <ac:chgData name="Jeff DeRemer" userId="a37f3d2d141577c5" providerId="Windows Live" clId="Web-{B26B62FC-1869-4897-87A8-C4D70978CF54}" dt="2023-07-23T23:17:30.922" v="74" actId="20577"/>
          <ac:spMkLst>
            <pc:docMk/>
            <pc:sldMk cId="2771794891" sldId="286"/>
            <ac:spMk id="3" creationId="{E43A48AF-984B-687B-AB99-A4749E13FE18}"/>
          </ac:spMkLst>
        </pc:spChg>
      </pc:sldChg>
      <pc:sldChg chg="modSp">
        <pc:chgData name="Jeff DeRemer" userId="a37f3d2d141577c5" providerId="Windows Live" clId="Web-{B26B62FC-1869-4897-87A8-C4D70978CF54}" dt="2023-07-23T23:00:59.357" v="1" actId="20577"/>
        <pc:sldMkLst>
          <pc:docMk/>
          <pc:sldMk cId="4076531934" sldId="290"/>
        </pc:sldMkLst>
        <pc:spChg chg="mod">
          <ac:chgData name="Jeff DeRemer" userId="a37f3d2d141577c5" providerId="Windows Live" clId="Web-{B26B62FC-1869-4897-87A8-C4D70978CF54}" dt="2023-07-23T23:00:59.357" v="1" actId="20577"/>
          <ac:spMkLst>
            <pc:docMk/>
            <pc:sldMk cId="4076531934" sldId="290"/>
            <ac:spMk id="3" creationId="{960B53B4-EA2F-EDEB-811E-08923203A428}"/>
          </ac:spMkLst>
        </pc:spChg>
      </pc:sldChg>
      <pc:sldChg chg="modSp ord">
        <pc:chgData name="Jeff DeRemer" userId="a37f3d2d141577c5" providerId="Windows Live" clId="Web-{B26B62FC-1869-4897-87A8-C4D70978CF54}" dt="2023-07-23T23:28:17.493" v="108" actId="20577"/>
        <pc:sldMkLst>
          <pc:docMk/>
          <pc:sldMk cId="117291877" sldId="291"/>
        </pc:sldMkLst>
        <pc:spChg chg="mod">
          <ac:chgData name="Jeff DeRemer" userId="a37f3d2d141577c5" providerId="Windows Live" clId="Web-{B26B62FC-1869-4897-87A8-C4D70978CF54}" dt="2023-07-23T23:28:17.493" v="108" actId="20577"/>
          <ac:spMkLst>
            <pc:docMk/>
            <pc:sldMk cId="117291877" sldId="291"/>
            <ac:spMk id="2" creationId="{7C7FA624-06C1-58CB-6EBF-6A6E06B55AA5}"/>
          </ac:spMkLst>
        </pc:spChg>
      </pc:sldChg>
      <pc:sldChg chg="ord">
        <pc:chgData name="Jeff DeRemer" userId="a37f3d2d141577c5" providerId="Windows Live" clId="Web-{B26B62FC-1869-4897-87A8-C4D70978CF54}" dt="2023-07-23T23:29:23.511" v="109"/>
        <pc:sldMkLst>
          <pc:docMk/>
          <pc:sldMk cId="3056689765" sldId="293"/>
        </pc:sldMkLst>
      </pc:sldChg>
      <pc:sldChg chg="modSp">
        <pc:chgData name="Jeff DeRemer" userId="a37f3d2d141577c5" providerId="Windows Live" clId="Web-{B26B62FC-1869-4897-87A8-C4D70978CF54}" dt="2023-07-23T23:30:30.310" v="112" actId="20577"/>
        <pc:sldMkLst>
          <pc:docMk/>
          <pc:sldMk cId="2373186645" sldId="294"/>
        </pc:sldMkLst>
        <pc:spChg chg="mod">
          <ac:chgData name="Jeff DeRemer" userId="a37f3d2d141577c5" providerId="Windows Live" clId="Web-{B26B62FC-1869-4897-87A8-C4D70978CF54}" dt="2023-07-23T23:30:30.310" v="112" actId="20577"/>
          <ac:spMkLst>
            <pc:docMk/>
            <pc:sldMk cId="2373186645" sldId="294"/>
            <ac:spMk id="2" creationId="{B2222F7C-0144-814E-2BAD-01A1646151D4}"/>
          </ac:spMkLst>
        </pc:spChg>
      </pc:sldChg>
      <pc:sldChg chg="modSp">
        <pc:chgData name="Jeff DeRemer" userId="a37f3d2d141577c5" providerId="Windows Live" clId="Web-{B26B62FC-1869-4897-87A8-C4D70978CF54}" dt="2023-07-23T23:34:45.132" v="122" actId="20577"/>
        <pc:sldMkLst>
          <pc:docMk/>
          <pc:sldMk cId="3916907533" sldId="297"/>
        </pc:sldMkLst>
        <pc:spChg chg="mod">
          <ac:chgData name="Jeff DeRemer" userId="a37f3d2d141577c5" providerId="Windows Live" clId="Web-{B26B62FC-1869-4897-87A8-C4D70978CF54}" dt="2023-07-23T23:34:45.132" v="122" actId="20577"/>
          <ac:spMkLst>
            <pc:docMk/>
            <pc:sldMk cId="3916907533" sldId="297"/>
            <ac:spMk id="3" creationId="{44445D3B-2A71-A9CA-450D-9A629D66162C}"/>
          </ac:spMkLst>
        </pc:spChg>
      </pc:sldChg>
      <pc:sldChg chg="modSp ord">
        <pc:chgData name="Jeff DeRemer" userId="a37f3d2d141577c5" providerId="Windows Live" clId="Web-{B26B62FC-1869-4897-87A8-C4D70978CF54}" dt="2023-07-23T23:27:59.977" v="104" actId="20577"/>
        <pc:sldMkLst>
          <pc:docMk/>
          <pc:sldMk cId="4013399894" sldId="298"/>
        </pc:sldMkLst>
        <pc:spChg chg="mod">
          <ac:chgData name="Jeff DeRemer" userId="a37f3d2d141577c5" providerId="Windows Live" clId="Web-{B26B62FC-1869-4897-87A8-C4D70978CF54}" dt="2023-07-23T23:27:59.977" v="104" actId="20577"/>
          <ac:spMkLst>
            <pc:docMk/>
            <pc:sldMk cId="4013399894" sldId="298"/>
            <ac:spMk id="2" creationId="{9FC04FDF-F6C6-A102-AAE8-320D1538DF86}"/>
          </ac:spMkLst>
        </pc:spChg>
      </pc:sldChg>
      <pc:sldChg chg="modSp">
        <pc:chgData name="Jeff DeRemer" userId="a37f3d2d141577c5" providerId="Windows Live" clId="Web-{B26B62FC-1869-4897-87A8-C4D70978CF54}" dt="2023-07-23T23:54:14.062" v="214" actId="20577"/>
        <pc:sldMkLst>
          <pc:docMk/>
          <pc:sldMk cId="586689482" sldId="300"/>
        </pc:sldMkLst>
        <pc:spChg chg="mod">
          <ac:chgData name="Jeff DeRemer" userId="a37f3d2d141577c5" providerId="Windows Live" clId="Web-{B26B62FC-1869-4897-87A8-C4D70978CF54}" dt="2023-07-23T23:54:14.062" v="214" actId="20577"/>
          <ac:spMkLst>
            <pc:docMk/>
            <pc:sldMk cId="586689482" sldId="300"/>
            <ac:spMk id="2" creationId="{E396FD66-0FAC-C93C-0BC0-9B32126BDF21}"/>
          </ac:spMkLst>
        </pc:spChg>
      </pc:sldChg>
      <pc:sldChg chg="modSp">
        <pc:chgData name="Jeff DeRemer" userId="a37f3d2d141577c5" providerId="Windows Live" clId="Web-{B26B62FC-1869-4897-87A8-C4D70978CF54}" dt="2023-07-23T23:42:07.506" v="129" actId="20577"/>
        <pc:sldMkLst>
          <pc:docMk/>
          <pc:sldMk cId="1935756779" sldId="305"/>
        </pc:sldMkLst>
        <pc:spChg chg="mod">
          <ac:chgData name="Jeff DeRemer" userId="a37f3d2d141577c5" providerId="Windows Live" clId="Web-{B26B62FC-1869-4897-87A8-C4D70978CF54}" dt="2023-07-23T23:42:07.506" v="129" actId="20577"/>
          <ac:spMkLst>
            <pc:docMk/>
            <pc:sldMk cId="1935756779" sldId="305"/>
            <ac:spMk id="2" creationId="{3ACE7FED-C200-7B67-3E02-882BF64E67DD}"/>
          </ac:spMkLst>
        </pc:spChg>
      </pc:sldChg>
      <pc:sldChg chg="modSp">
        <pc:chgData name="Jeff DeRemer" userId="a37f3d2d141577c5" providerId="Windows Live" clId="Web-{B26B62FC-1869-4897-87A8-C4D70978CF54}" dt="2023-07-23T23:31:34.516" v="114" actId="20577"/>
        <pc:sldMkLst>
          <pc:docMk/>
          <pc:sldMk cId="1173428035" sldId="308"/>
        </pc:sldMkLst>
        <pc:spChg chg="mod">
          <ac:chgData name="Jeff DeRemer" userId="a37f3d2d141577c5" providerId="Windows Live" clId="Web-{B26B62FC-1869-4897-87A8-C4D70978CF54}" dt="2023-07-23T23:31:34.516" v="114" actId="20577"/>
          <ac:spMkLst>
            <pc:docMk/>
            <pc:sldMk cId="1173428035" sldId="308"/>
            <ac:spMk id="2" creationId="{7905709C-0522-4331-5D4F-CCBE2BEF0D9D}"/>
          </ac:spMkLst>
        </pc:spChg>
      </pc:sldChg>
      <pc:sldChg chg="modSp">
        <pc:chgData name="Jeff DeRemer" userId="a37f3d2d141577c5" providerId="Windows Live" clId="Web-{B26B62FC-1869-4897-87A8-C4D70978CF54}" dt="2023-07-23T23:01:46.328" v="5" actId="20577"/>
        <pc:sldMkLst>
          <pc:docMk/>
          <pc:sldMk cId="3630277452" sldId="309"/>
        </pc:sldMkLst>
        <pc:spChg chg="mod">
          <ac:chgData name="Jeff DeRemer" userId="a37f3d2d141577c5" providerId="Windows Live" clId="Web-{B26B62FC-1869-4897-87A8-C4D70978CF54}" dt="2023-07-23T23:01:46.328" v="5" actId="20577"/>
          <ac:spMkLst>
            <pc:docMk/>
            <pc:sldMk cId="3630277452" sldId="309"/>
            <ac:spMk id="3" creationId="{667CAB59-D103-80B2-8972-BA950EE5CE80}"/>
          </ac:spMkLst>
        </pc:spChg>
      </pc:sldChg>
      <pc:sldChg chg="modSp">
        <pc:chgData name="Jeff DeRemer" userId="a37f3d2d141577c5" providerId="Windows Live" clId="Web-{B26B62FC-1869-4897-87A8-C4D70978CF54}" dt="2023-07-24T00:03:48.680" v="236" actId="20577"/>
        <pc:sldMkLst>
          <pc:docMk/>
          <pc:sldMk cId="3904009533" sldId="313"/>
        </pc:sldMkLst>
        <pc:spChg chg="mod">
          <ac:chgData name="Jeff DeRemer" userId="a37f3d2d141577c5" providerId="Windows Live" clId="Web-{B26B62FC-1869-4897-87A8-C4D70978CF54}" dt="2023-07-24T00:03:48.680" v="236" actId="20577"/>
          <ac:spMkLst>
            <pc:docMk/>
            <pc:sldMk cId="3904009533" sldId="313"/>
            <ac:spMk id="3" creationId="{2B48F1B9-BE18-2779-9783-44A7FC8F6204}"/>
          </ac:spMkLst>
        </pc:spChg>
      </pc:sldChg>
      <pc:sldChg chg="modSp">
        <pc:chgData name="Jeff DeRemer" userId="a37f3d2d141577c5" providerId="Windows Live" clId="Web-{B26B62FC-1869-4897-87A8-C4D70978CF54}" dt="2023-07-23T23:34:16.349" v="120" actId="20577"/>
        <pc:sldMkLst>
          <pc:docMk/>
          <pc:sldMk cId="588049691" sldId="314"/>
        </pc:sldMkLst>
        <pc:spChg chg="mod">
          <ac:chgData name="Jeff DeRemer" userId="a37f3d2d141577c5" providerId="Windows Live" clId="Web-{B26B62FC-1869-4897-87A8-C4D70978CF54}" dt="2023-07-23T23:34:16.349" v="120" actId="20577"/>
          <ac:spMkLst>
            <pc:docMk/>
            <pc:sldMk cId="588049691" sldId="314"/>
            <ac:spMk id="2" creationId="{155F2CC8-9572-2144-062B-FABFE70C4A2C}"/>
          </ac:spMkLst>
        </pc:spChg>
      </pc:sldChg>
      <pc:sldChg chg="modSp">
        <pc:chgData name="Jeff DeRemer" userId="a37f3d2d141577c5" providerId="Windows Live" clId="Web-{B26B62FC-1869-4897-87A8-C4D70978CF54}" dt="2023-07-23T23:44:27.323" v="144" actId="20577"/>
        <pc:sldMkLst>
          <pc:docMk/>
          <pc:sldMk cId="3080211462" sldId="316"/>
        </pc:sldMkLst>
        <pc:spChg chg="mod">
          <ac:chgData name="Jeff DeRemer" userId="a37f3d2d141577c5" providerId="Windows Live" clId="Web-{B26B62FC-1869-4897-87A8-C4D70978CF54}" dt="2023-07-23T23:44:27.323" v="144" actId="20577"/>
          <ac:spMkLst>
            <pc:docMk/>
            <pc:sldMk cId="3080211462" sldId="316"/>
            <ac:spMk id="3" creationId="{22CFC226-DC8E-64BB-56E7-EA99E3243D7F}"/>
          </ac:spMkLst>
        </pc:spChg>
      </pc:sldChg>
    </pc:docChg>
  </pc:docChgLst>
  <pc:docChgLst>
    <pc:chgData name="Jeff DeRemer" userId="a37f3d2d141577c5" providerId="Windows Live" clId="Web-{437F9473-31E1-4FC1-A591-DF6B779AC242}"/>
    <pc:docChg chg="addSld modSld sldOrd modSection">
      <pc:chgData name="Jeff DeRemer" userId="a37f3d2d141577c5" providerId="Windows Live" clId="Web-{437F9473-31E1-4FC1-A591-DF6B779AC242}" dt="2023-09-01T19:08:34.063" v="131" actId="20577"/>
      <pc:docMkLst>
        <pc:docMk/>
      </pc:docMkLst>
      <pc:sldChg chg="modSp">
        <pc:chgData name="Jeff DeRemer" userId="a37f3d2d141577c5" providerId="Windows Live" clId="Web-{437F9473-31E1-4FC1-A591-DF6B779AC242}" dt="2023-09-01T18:45:14.849" v="37" actId="20577"/>
        <pc:sldMkLst>
          <pc:docMk/>
          <pc:sldMk cId="3204198918" sldId="258"/>
        </pc:sldMkLst>
        <pc:spChg chg="mod">
          <ac:chgData name="Jeff DeRemer" userId="a37f3d2d141577c5" providerId="Windows Live" clId="Web-{437F9473-31E1-4FC1-A591-DF6B779AC242}" dt="2023-09-01T18:45:14.849" v="37" actId="20577"/>
          <ac:spMkLst>
            <pc:docMk/>
            <pc:sldMk cId="3204198918" sldId="258"/>
            <ac:spMk id="3" creationId="{B6C27F68-3CFD-F860-DC38-DB6A07A7E802}"/>
          </ac:spMkLst>
        </pc:spChg>
      </pc:sldChg>
      <pc:sldChg chg="modSp ord">
        <pc:chgData name="Jeff DeRemer" userId="a37f3d2d141577c5" providerId="Windows Live" clId="Web-{437F9473-31E1-4FC1-A591-DF6B779AC242}" dt="2023-09-01T18:56:35.541" v="50" actId="1076"/>
        <pc:sldMkLst>
          <pc:docMk/>
          <pc:sldMk cId="1862461135" sldId="261"/>
        </pc:sldMkLst>
        <pc:spChg chg="mod">
          <ac:chgData name="Jeff DeRemer" userId="a37f3d2d141577c5" providerId="Windows Live" clId="Web-{437F9473-31E1-4FC1-A591-DF6B779AC242}" dt="2023-09-01T18:56:35.541" v="50" actId="1076"/>
          <ac:spMkLst>
            <pc:docMk/>
            <pc:sldMk cId="1862461135" sldId="261"/>
            <ac:spMk id="2" creationId="{3C0A472B-B6FE-1E36-BAAA-CEFDE0D6E812}"/>
          </ac:spMkLst>
        </pc:spChg>
      </pc:sldChg>
      <pc:sldChg chg="modSp">
        <pc:chgData name="Jeff DeRemer" userId="a37f3d2d141577c5" providerId="Windows Live" clId="Web-{437F9473-31E1-4FC1-A591-DF6B779AC242}" dt="2023-09-01T19:07:49.155" v="126" actId="20577"/>
        <pc:sldMkLst>
          <pc:docMk/>
          <pc:sldMk cId="204965760" sldId="282"/>
        </pc:sldMkLst>
        <pc:spChg chg="mod">
          <ac:chgData name="Jeff DeRemer" userId="a37f3d2d141577c5" providerId="Windows Live" clId="Web-{437F9473-31E1-4FC1-A591-DF6B779AC242}" dt="2023-09-01T19:07:49.155" v="126" actId="20577"/>
          <ac:spMkLst>
            <pc:docMk/>
            <pc:sldMk cId="204965760" sldId="282"/>
            <ac:spMk id="3" creationId="{214B1D8D-63BD-DD0B-C0F5-8839FC6374EC}"/>
          </ac:spMkLst>
        </pc:spChg>
      </pc:sldChg>
      <pc:sldChg chg="modSp">
        <pc:chgData name="Jeff DeRemer" userId="a37f3d2d141577c5" providerId="Windows Live" clId="Web-{437F9473-31E1-4FC1-A591-DF6B779AC242}" dt="2023-09-01T18:53:35.302" v="40" actId="20577"/>
        <pc:sldMkLst>
          <pc:docMk/>
          <pc:sldMk cId="3257431584" sldId="296"/>
        </pc:sldMkLst>
        <pc:spChg chg="mod">
          <ac:chgData name="Jeff DeRemer" userId="a37f3d2d141577c5" providerId="Windows Live" clId="Web-{437F9473-31E1-4FC1-A591-DF6B779AC242}" dt="2023-09-01T18:53:35.302" v="40" actId="20577"/>
          <ac:spMkLst>
            <pc:docMk/>
            <pc:sldMk cId="3257431584" sldId="296"/>
            <ac:spMk id="3" creationId="{796CF47D-9B0B-ECCF-6644-4B8820451995}"/>
          </ac:spMkLst>
        </pc:spChg>
      </pc:sldChg>
      <pc:sldChg chg="modSp">
        <pc:chgData name="Jeff DeRemer" userId="a37f3d2d141577c5" providerId="Windows Live" clId="Web-{437F9473-31E1-4FC1-A591-DF6B779AC242}" dt="2023-09-01T18:44:54.380" v="34" actId="20577"/>
        <pc:sldMkLst>
          <pc:docMk/>
          <pc:sldMk cId="2940824636" sldId="310"/>
        </pc:sldMkLst>
        <pc:spChg chg="mod">
          <ac:chgData name="Jeff DeRemer" userId="a37f3d2d141577c5" providerId="Windows Live" clId="Web-{437F9473-31E1-4FC1-A591-DF6B779AC242}" dt="2023-09-01T18:44:54.380" v="34" actId="20577"/>
          <ac:spMkLst>
            <pc:docMk/>
            <pc:sldMk cId="2940824636" sldId="310"/>
            <ac:spMk id="3" creationId="{1E27FDFE-7CD7-2DFC-2F94-D0819ECC8141}"/>
          </ac:spMkLst>
        </pc:spChg>
      </pc:sldChg>
      <pc:sldChg chg="modSp new">
        <pc:chgData name="Jeff DeRemer" userId="a37f3d2d141577c5" providerId="Windows Live" clId="Web-{437F9473-31E1-4FC1-A591-DF6B779AC242}" dt="2023-09-01T19:08:34.063" v="131" actId="20577"/>
        <pc:sldMkLst>
          <pc:docMk/>
          <pc:sldMk cId="2417779818" sldId="319"/>
        </pc:sldMkLst>
        <pc:spChg chg="mod">
          <ac:chgData name="Jeff DeRemer" userId="a37f3d2d141577c5" providerId="Windows Live" clId="Web-{437F9473-31E1-4FC1-A591-DF6B779AC242}" dt="2023-09-01T18:57:07.870" v="53" actId="20577"/>
          <ac:spMkLst>
            <pc:docMk/>
            <pc:sldMk cId="2417779818" sldId="319"/>
            <ac:spMk id="2" creationId="{470EF524-55BF-DBF8-4D80-571128347465}"/>
          </ac:spMkLst>
        </pc:spChg>
        <pc:spChg chg="mod">
          <ac:chgData name="Jeff DeRemer" userId="a37f3d2d141577c5" providerId="Windows Live" clId="Web-{437F9473-31E1-4FC1-A591-DF6B779AC242}" dt="2023-09-01T19:08:34.063" v="131" actId="20577"/>
          <ac:spMkLst>
            <pc:docMk/>
            <pc:sldMk cId="2417779818" sldId="319"/>
            <ac:spMk id="3" creationId="{12EED0E7-EAC5-B55A-2374-3C8714688BAE}"/>
          </ac:spMkLst>
        </pc:spChg>
      </pc:sldChg>
    </pc:docChg>
  </pc:docChgLst>
  <pc:docChgLst>
    <pc:chgData name="Jeff DeRemer" userId="a37f3d2d141577c5" providerId="Windows Live" clId="Web-{84FDC6C0-EB0C-48F3-B9B4-1D7FAE88DCC6}"/>
    <pc:docChg chg="delSld modSld sldOrd modSection">
      <pc:chgData name="Jeff DeRemer" userId="a37f3d2d141577c5" providerId="Windows Live" clId="Web-{84FDC6C0-EB0C-48F3-B9B4-1D7FAE88DCC6}" dt="2023-07-27T18:54:37.885" v="426" actId="20577"/>
      <pc:docMkLst>
        <pc:docMk/>
      </pc:docMkLst>
      <pc:sldChg chg="modSp">
        <pc:chgData name="Jeff DeRemer" userId="a37f3d2d141577c5" providerId="Windows Live" clId="Web-{84FDC6C0-EB0C-48F3-B9B4-1D7FAE88DCC6}" dt="2023-07-27T18:15:51.435" v="163" actId="20577"/>
        <pc:sldMkLst>
          <pc:docMk/>
          <pc:sldMk cId="436497126" sldId="257"/>
        </pc:sldMkLst>
        <pc:spChg chg="mod">
          <ac:chgData name="Jeff DeRemer" userId="a37f3d2d141577c5" providerId="Windows Live" clId="Web-{84FDC6C0-EB0C-48F3-B9B4-1D7FAE88DCC6}" dt="2023-07-27T18:15:51.435" v="163" actId="20577"/>
          <ac:spMkLst>
            <pc:docMk/>
            <pc:sldMk cId="436497126" sldId="257"/>
            <ac:spMk id="3" creationId="{69F6AD24-2AA8-1769-5A4C-06990BD5C0B0}"/>
          </ac:spMkLst>
        </pc:spChg>
      </pc:sldChg>
      <pc:sldChg chg="modSp">
        <pc:chgData name="Jeff DeRemer" userId="a37f3d2d141577c5" providerId="Windows Live" clId="Web-{84FDC6C0-EB0C-48F3-B9B4-1D7FAE88DCC6}" dt="2023-07-27T18:17:04.500" v="168" actId="20577"/>
        <pc:sldMkLst>
          <pc:docMk/>
          <pc:sldMk cId="3204198918" sldId="258"/>
        </pc:sldMkLst>
        <pc:spChg chg="mod">
          <ac:chgData name="Jeff DeRemer" userId="a37f3d2d141577c5" providerId="Windows Live" clId="Web-{84FDC6C0-EB0C-48F3-B9B4-1D7FAE88DCC6}" dt="2023-07-27T18:17:04.500" v="168" actId="20577"/>
          <ac:spMkLst>
            <pc:docMk/>
            <pc:sldMk cId="3204198918" sldId="258"/>
            <ac:spMk id="3" creationId="{B6C27F68-3CFD-F860-DC38-DB6A07A7E802}"/>
          </ac:spMkLst>
        </pc:spChg>
      </pc:sldChg>
      <pc:sldChg chg="modSp">
        <pc:chgData name="Jeff DeRemer" userId="a37f3d2d141577c5" providerId="Windows Live" clId="Web-{84FDC6C0-EB0C-48F3-B9B4-1D7FAE88DCC6}" dt="2023-07-27T18:07:58.073" v="104" actId="20577"/>
        <pc:sldMkLst>
          <pc:docMk/>
          <pc:sldMk cId="1537062186" sldId="259"/>
        </pc:sldMkLst>
        <pc:spChg chg="mod">
          <ac:chgData name="Jeff DeRemer" userId="a37f3d2d141577c5" providerId="Windows Live" clId="Web-{84FDC6C0-EB0C-48F3-B9B4-1D7FAE88DCC6}" dt="2023-07-27T18:07:58.073" v="104" actId="20577"/>
          <ac:spMkLst>
            <pc:docMk/>
            <pc:sldMk cId="1537062186" sldId="259"/>
            <ac:spMk id="3" creationId="{C94EAD4E-0DEF-F3E3-2CD3-304D0D8776E8}"/>
          </ac:spMkLst>
        </pc:spChg>
      </pc:sldChg>
      <pc:sldChg chg="modSp">
        <pc:chgData name="Jeff DeRemer" userId="a37f3d2d141577c5" providerId="Windows Live" clId="Web-{84FDC6C0-EB0C-48F3-B9B4-1D7FAE88DCC6}" dt="2023-07-27T18:08:42.231" v="116" actId="20577"/>
        <pc:sldMkLst>
          <pc:docMk/>
          <pc:sldMk cId="3800418244" sldId="260"/>
        </pc:sldMkLst>
        <pc:spChg chg="mod">
          <ac:chgData name="Jeff DeRemer" userId="a37f3d2d141577c5" providerId="Windows Live" clId="Web-{84FDC6C0-EB0C-48F3-B9B4-1D7FAE88DCC6}" dt="2023-07-27T18:08:42.231" v="116" actId="20577"/>
          <ac:spMkLst>
            <pc:docMk/>
            <pc:sldMk cId="3800418244" sldId="260"/>
            <ac:spMk id="3" creationId="{0C5B5C69-3010-67FC-1E38-ECFAC33F0253}"/>
          </ac:spMkLst>
        </pc:spChg>
      </pc:sldChg>
      <pc:sldChg chg="modSp">
        <pc:chgData name="Jeff DeRemer" userId="a37f3d2d141577c5" providerId="Windows Live" clId="Web-{84FDC6C0-EB0C-48F3-B9B4-1D7FAE88DCC6}" dt="2023-07-27T18:15:40.091" v="157" actId="20577"/>
        <pc:sldMkLst>
          <pc:docMk/>
          <pc:sldMk cId="1862461135" sldId="261"/>
        </pc:sldMkLst>
        <pc:spChg chg="mod">
          <ac:chgData name="Jeff DeRemer" userId="a37f3d2d141577c5" providerId="Windows Live" clId="Web-{84FDC6C0-EB0C-48F3-B9B4-1D7FAE88DCC6}" dt="2023-07-27T18:15:40.091" v="157" actId="20577"/>
          <ac:spMkLst>
            <pc:docMk/>
            <pc:sldMk cId="1862461135" sldId="261"/>
            <ac:spMk id="3" creationId="{4FA58D88-1C41-4DB8-50F5-C0148DF26DEC}"/>
          </ac:spMkLst>
        </pc:spChg>
      </pc:sldChg>
      <pc:sldChg chg="modSp">
        <pc:chgData name="Jeff DeRemer" userId="a37f3d2d141577c5" providerId="Windows Live" clId="Web-{84FDC6C0-EB0C-48F3-B9B4-1D7FAE88DCC6}" dt="2023-07-27T18:22:15.809" v="242" actId="20577"/>
        <pc:sldMkLst>
          <pc:docMk/>
          <pc:sldMk cId="750474985" sldId="262"/>
        </pc:sldMkLst>
        <pc:spChg chg="mod">
          <ac:chgData name="Jeff DeRemer" userId="a37f3d2d141577c5" providerId="Windows Live" clId="Web-{84FDC6C0-EB0C-48F3-B9B4-1D7FAE88DCC6}" dt="2023-07-27T18:22:15.809" v="242" actId="20577"/>
          <ac:spMkLst>
            <pc:docMk/>
            <pc:sldMk cId="750474985" sldId="262"/>
            <ac:spMk id="3" creationId="{429D0DB0-413D-C8AB-1A23-F9C01F950E4C}"/>
          </ac:spMkLst>
        </pc:spChg>
      </pc:sldChg>
      <pc:sldChg chg="modSp">
        <pc:chgData name="Jeff DeRemer" userId="a37f3d2d141577c5" providerId="Windows Live" clId="Web-{84FDC6C0-EB0C-48F3-B9B4-1D7FAE88DCC6}" dt="2023-07-27T18:15:00.636" v="141" actId="20577"/>
        <pc:sldMkLst>
          <pc:docMk/>
          <pc:sldMk cId="1604463162" sldId="263"/>
        </pc:sldMkLst>
        <pc:spChg chg="mod">
          <ac:chgData name="Jeff DeRemer" userId="a37f3d2d141577c5" providerId="Windows Live" clId="Web-{84FDC6C0-EB0C-48F3-B9B4-1D7FAE88DCC6}" dt="2023-07-27T18:15:00.636" v="141" actId="20577"/>
          <ac:spMkLst>
            <pc:docMk/>
            <pc:sldMk cId="1604463162" sldId="263"/>
            <ac:spMk id="3" creationId="{FF35C628-9ED1-48A4-98A5-A82E3566925E}"/>
          </ac:spMkLst>
        </pc:spChg>
      </pc:sldChg>
      <pc:sldChg chg="modSp">
        <pc:chgData name="Jeff DeRemer" userId="a37f3d2d141577c5" providerId="Windows Live" clId="Web-{84FDC6C0-EB0C-48F3-B9B4-1D7FAE88DCC6}" dt="2023-07-27T18:22:56.076" v="252" actId="20577"/>
        <pc:sldMkLst>
          <pc:docMk/>
          <pc:sldMk cId="98002227" sldId="264"/>
        </pc:sldMkLst>
        <pc:spChg chg="mod">
          <ac:chgData name="Jeff DeRemer" userId="a37f3d2d141577c5" providerId="Windows Live" clId="Web-{84FDC6C0-EB0C-48F3-B9B4-1D7FAE88DCC6}" dt="2023-07-27T18:22:56.076" v="252" actId="20577"/>
          <ac:spMkLst>
            <pc:docMk/>
            <pc:sldMk cId="98002227" sldId="264"/>
            <ac:spMk id="3" creationId="{18544897-D0A9-DA82-41A4-10CBB57ECE59}"/>
          </ac:spMkLst>
        </pc:spChg>
      </pc:sldChg>
      <pc:sldChg chg="modSp">
        <pc:chgData name="Jeff DeRemer" userId="a37f3d2d141577c5" providerId="Windows Live" clId="Web-{84FDC6C0-EB0C-48F3-B9B4-1D7FAE88DCC6}" dt="2023-07-27T18:23:28.093" v="259" actId="20577"/>
        <pc:sldMkLst>
          <pc:docMk/>
          <pc:sldMk cId="4027165043" sldId="265"/>
        </pc:sldMkLst>
        <pc:spChg chg="mod">
          <ac:chgData name="Jeff DeRemer" userId="a37f3d2d141577c5" providerId="Windows Live" clId="Web-{84FDC6C0-EB0C-48F3-B9B4-1D7FAE88DCC6}" dt="2023-07-27T18:23:28.093" v="259" actId="20577"/>
          <ac:spMkLst>
            <pc:docMk/>
            <pc:sldMk cId="4027165043" sldId="265"/>
            <ac:spMk id="3" creationId="{4182CC16-3AE7-DF35-254E-91CD4D63E479}"/>
          </ac:spMkLst>
        </pc:spChg>
      </pc:sldChg>
      <pc:sldChg chg="modSp">
        <pc:chgData name="Jeff DeRemer" userId="a37f3d2d141577c5" providerId="Windows Live" clId="Web-{84FDC6C0-EB0C-48F3-B9B4-1D7FAE88DCC6}" dt="2023-07-27T18:30:02.499" v="326" actId="20577"/>
        <pc:sldMkLst>
          <pc:docMk/>
          <pc:sldMk cId="1052964133" sldId="266"/>
        </pc:sldMkLst>
        <pc:spChg chg="mod">
          <ac:chgData name="Jeff DeRemer" userId="a37f3d2d141577c5" providerId="Windows Live" clId="Web-{84FDC6C0-EB0C-48F3-B9B4-1D7FAE88DCC6}" dt="2023-07-27T18:30:02.499" v="326" actId="20577"/>
          <ac:spMkLst>
            <pc:docMk/>
            <pc:sldMk cId="1052964133" sldId="266"/>
            <ac:spMk id="3" creationId="{FB20C80A-234C-1B92-533C-D58FA0A04C61}"/>
          </ac:spMkLst>
        </pc:spChg>
      </pc:sldChg>
      <pc:sldChg chg="modSp">
        <pc:chgData name="Jeff DeRemer" userId="a37f3d2d141577c5" providerId="Windows Live" clId="Web-{84FDC6C0-EB0C-48F3-B9B4-1D7FAE88DCC6}" dt="2023-07-27T18:38:23.597" v="365" actId="20577"/>
        <pc:sldMkLst>
          <pc:docMk/>
          <pc:sldMk cId="1079600738" sldId="267"/>
        </pc:sldMkLst>
        <pc:spChg chg="mod">
          <ac:chgData name="Jeff DeRemer" userId="a37f3d2d141577c5" providerId="Windows Live" clId="Web-{84FDC6C0-EB0C-48F3-B9B4-1D7FAE88DCC6}" dt="2023-07-27T18:38:23.597" v="365" actId="20577"/>
          <ac:spMkLst>
            <pc:docMk/>
            <pc:sldMk cId="1079600738" sldId="267"/>
            <ac:spMk id="3" creationId="{D5A21A21-6D25-B829-492F-6BC8C1ADA0ED}"/>
          </ac:spMkLst>
        </pc:spChg>
      </pc:sldChg>
      <pc:sldChg chg="del">
        <pc:chgData name="Jeff DeRemer" userId="a37f3d2d141577c5" providerId="Windows Live" clId="Web-{84FDC6C0-EB0C-48F3-B9B4-1D7FAE88DCC6}" dt="2023-07-27T18:40:33.524" v="366"/>
        <pc:sldMkLst>
          <pc:docMk/>
          <pc:sldMk cId="3059359370" sldId="268"/>
        </pc:sldMkLst>
      </pc:sldChg>
      <pc:sldChg chg="modSp">
        <pc:chgData name="Jeff DeRemer" userId="a37f3d2d141577c5" providerId="Windows Live" clId="Web-{84FDC6C0-EB0C-48F3-B9B4-1D7FAE88DCC6}" dt="2023-07-27T18:29:32.889" v="313" actId="20577"/>
        <pc:sldMkLst>
          <pc:docMk/>
          <pc:sldMk cId="4291219111" sldId="269"/>
        </pc:sldMkLst>
        <pc:spChg chg="mod">
          <ac:chgData name="Jeff DeRemer" userId="a37f3d2d141577c5" providerId="Windows Live" clId="Web-{84FDC6C0-EB0C-48F3-B9B4-1D7FAE88DCC6}" dt="2023-07-27T18:29:32.889" v="313" actId="20577"/>
          <ac:spMkLst>
            <pc:docMk/>
            <pc:sldMk cId="4291219111" sldId="269"/>
            <ac:spMk id="3" creationId="{0F18B9B2-A879-82B3-D71E-0BA6774BC0F8}"/>
          </ac:spMkLst>
        </pc:spChg>
      </pc:sldChg>
      <pc:sldChg chg="modSp">
        <pc:chgData name="Jeff DeRemer" userId="a37f3d2d141577c5" providerId="Windows Live" clId="Web-{84FDC6C0-EB0C-48F3-B9B4-1D7FAE88DCC6}" dt="2023-07-27T18:22:33.841" v="248" actId="20577"/>
        <pc:sldMkLst>
          <pc:docMk/>
          <pc:sldMk cId="3628189326" sldId="270"/>
        </pc:sldMkLst>
        <pc:spChg chg="mod">
          <ac:chgData name="Jeff DeRemer" userId="a37f3d2d141577c5" providerId="Windows Live" clId="Web-{84FDC6C0-EB0C-48F3-B9B4-1D7FAE88DCC6}" dt="2023-07-27T18:22:33.841" v="248" actId="20577"/>
          <ac:spMkLst>
            <pc:docMk/>
            <pc:sldMk cId="3628189326" sldId="270"/>
            <ac:spMk id="3" creationId="{6F7476CC-B0F5-EBA0-A09C-F0614C089CE5}"/>
          </ac:spMkLst>
        </pc:spChg>
      </pc:sldChg>
      <pc:sldChg chg="modSp">
        <pc:chgData name="Jeff DeRemer" userId="a37f3d2d141577c5" providerId="Windows Live" clId="Web-{84FDC6C0-EB0C-48F3-B9B4-1D7FAE88DCC6}" dt="2023-07-27T18:41:28.088" v="371" actId="20577"/>
        <pc:sldMkLst>
          <pc:docMk/>
          <pc:sldMk cId="4094167011" sldId="271"/>
        </pc:sldMkLst>
        <pc:spChg chg="mod">
          <ac:chgData name="Jeff DeRemer" userId="a37f3d2d141577c5" providerId="Windows Live" clId="Web-{84FDC6C0-EB0C-48F3-B9B4-1D7FAE88DCC6}" dt="2023-07-27T18:41:28.088" v="371" actId="20577"/>
          <ac:spMkLst>
            <pc:docMk/>
            <pc:sldMk cId="4094167011" sldId="271"/>
            <ac:spMk id="3" creationId="{1149A847-D5C9-8EA2-01EB-CE8AF3A606C7}"/>
          </ac:spMkLst>
        </pc:spChg>
      </pc:sldChg>
      <pc:sldChg chg="modSp">
        <pc:chgData name="Jeff DeRemer" userId="a37f3d2d141577c5" providerId="Windows Live" clId="Web-{84FDC6C0-EB0C-48F3-B9B4-1D7FAE88DCC6}" dt="2023-07-27T18:47:34.837" v="396" actId="20577"/>
        <pc:sldMkLst>
          <pc:docMk/>
          <pc:sldMk cId="517718756" sldId="274"/>
        </pc:sldMkLst>
        <pc:spChg chg="mod">
          <ac:chgData name="Jeff DeRemer" userId="a37f3d2d141577c5" providerId="Windows Live" clId="Web-{84FDC6C0-EB0C-48F3-B9B4-1D7FAE88DCC6}" dt="2023-07-27T18:47:34.837" v="396" actId="20577"/>
          <ac:spMkLst>
            <pc:docMk/>
            <pc:sldMk cId="517718756" sldId="274"/>
            <ac:spMk id="3" creationId="{36AB1BDB-E2A1-4202-92E8-6D3885AAD11B}"/>
          </ac:spMkLst>
        </pc:spChg>
      </pc:sldChg>
      <pc:sldChg chg="modSp">
        <pc:chgData name="Jeff DeRemer" userId="a37f3d2d141577c5" providerId="Windows Live" clId="Web-{84FDC6C0-EB0C-48F3-B9B4-1D7FAE88DCC6}" dt="2023-07-27T18:42:45.670" v="381" actId="20577"/>
        <pc:sldMkLst>
          <pc:docMk/>
          <pc:sldMk cId="494778731" sldId="275"/>
        </pc:sldMkLst>
        <pc:spChg chg="mod">
          <ac:chgData name="Jeff DeRemer" userId="a37f3d2d141577c5" providerId="Windows Live" clId="Web-{84FDC6C0-EB0C-48F3-B9B4-1D7FAE88DCC6}" dt="2023-07-27T18:42:45.670" v="381" actId="20577"/>
          <ac:spMkLst>
            <pc:docMk/>
            <pc:sldMk cId="494778731" sldId="275"/>
            <ac:spMk id="3" creationId="{62D247C3-81E2-E2CD-1A32-6248E469CEAD}"/>
          </ac:spMkLst>
        </pc:spChg>
      </pc:sldChg>
      <pc:sldChg chg="modSp">
        <pc:chgData name="Jeff DeRemer" userId="a37f3d2d141577c5" providerId="Windows Live" clId="Web-{84FDC6C0-EB0C-48F3-B9B4-1D7FAE88DCC6}" dt="2023-07-27T18:44:04.735" v="394" actId="20577"/>
        <pc:sldMkLst>
          <pc:docMk/>
          <pc:sldMk cId="3591501101" sldId="276"/>
        </pc:sldMkLst>
        <pc:spChg chg="mod">
          <ac:chgData name="Jeff DeRemer" userId="a37f3d2d141577c5" providerId="Windows Live" clId="Web-{84FDC6C0-EB0C-48F3-B9B4-1D7FAE88DCC6}" dt="2023-07-27T18:44:04.735" v="394" actId="20577"/>
          <ac:spMkLst>
            <pc:docMk/>
            <pc:sldMk cId="3591501101" sldId="276"/>
            <ac:spMk id="3" creationId="{0398F67A-659A-3AB8-CBA9-89F233418F8E}"/>
          </ac:spMkLst>
        </pc:spChg>
      </pc:sldChg>
      <pc:sldChg chg="modSp">
        <pc:chgData name="Jeff DeRemer" userId="a37f3d2d141577c5" providerId="Windows Live" clId="Web-{84FDC6C0-EB0C-48F3-B9B4-1D7FAE88DCC6}" dt="2023-07-27T18:48:04.557" v="400" actId="20577"/>
        <pc:sldMkLst>
          <pc:docMk/>
          <pc:sldMk cId="2990784307" sldId="277"/>
        </pc:sldMkLst>
        <pc:spChg chg="mod">
          <ac:chgData name="Jeff DeRemer" userId="a37f3d2d141577c5" providerId="Windows Live" clId="Web-{84FDC6C0-EB0C-48F3-B9B4-1D7FAE88DCC6}" dt="2023-07-27T18:48:04.557" v="400" actId="20577"/>
          <ac:spMkLst>
            <pc:docMk/>
            <pc:sldMk cId="2990784307" sldId="277"/>
            <ac:spMk id="3" creationId="{8505100E-6EFE-B8B7-5E92-053F23902331}"/>
          </ac:spMkLst>
        </pc:spChg>
      </pc:sldChg>
      <pc:sldChg chg="modSp">
        <pc:chgData name="Jeff DeRemer" userId="a37f3d2d141577c5" providerId="Windows Live" clId="Web-{84FDC6C0-EB0C-48F3-B9B4-1D7FAE88DCC6}" dt="2023-07-27T18:53:15.241" v="414" actId="20577"/>
        <pc:sldMkLst>
          <pc:docMk/>
          <pc:sldMk cId="3744251568" sldId="278"/>
        </pc:sldMkLst>
        <pc:spChg chg="mod">
          <ac:chgData name="Jeff DeRemer" userId="a37f3d2d141577c5" providerId="Windows Live" clId="Web-{84FDC6C0-EB0C-48F3-B9B4-1D7FAE88DCC6}" dt="2023-07-27T18:53:15.241" v="414" actId="20577"/>
          <ac:spMkLst>
            <pc:docMk/>
            <pc:sldMk cId="3744251568" sldId="278"/>
            <ac:spMk id="3" creationId="{FB490085-442A-F459-46C4-DE49E5A3B707}"/>
          </ac:spMkLst>
        </pc:spChg>
      </pc:sldChg>
      <pc:sldChg chg="del">
        <pc:chgData name="Jeff DeRemer" userId="a37f3d2d141577c5" providerId="Windows Live" clId="Web-{84FDC6C0-EB0C-48F3-B9B4-1D7FAE88DCC6}" dt="2023-07-27T18:48:55.559" v="403"/>
        <pc:sldMkLst>
          <pc:docMk/>
          <pc:sldMk cId="1741603341" sldId="281"/>
        </pc:sldMkLst>
      </pc:sldChg>
      <pc:sldChg chg="modSp">
        <pc:chgData name="Jeff DeRemer" userId="a37f3d2d141577c5" providerId="Windows Live" clId="Web-{84FDC6C0-EB0C-48F3-B9B4-1D7FAE88DCC6}" dt="2023-07-27T18:53:33.523" v="422" actId="20577"/>
        <pc:sldMkLst>
          <pc:docMk/>
          <pc:sldMk cId="204965760" sldId="282"/>
        </pc:sldMkLst>
        <pc:spChg chg="mod">
          <ac:chgData name="Jeff DeRemer" userId="a37f3d2d141577c5" providerId="Windows Live" clId="Web-{84FDC6C0-EB0C-48F3-B9B4-1D7FAE88DCC6}" dt="2023-07-27T18:53:33.523" v="422" actId="20577"/>
          <ac:spMkLst>
            <pc:docMk/>
            <pc:sldMk cId="204965760" sldId="282"/>
            <ac:spMk id="3" creationId="{214B1D8D-63BD-DD0B-C0F5-8839FC6374EC}"/>
          </ac:spMkLst>
        </pc:spChg>
      </pc:sldChg>
      <pc:sldChg chg="modSp">
        <pc:chgData name="Jeff DeRemer" userId="a37f3d2d141577c5" providerId="Windows Live" clId="Web-{84FDC6C0-EB0C-48F3-B9B4-1D7FAE88DCC6}" dt="2023-07-27T18:40:42.930" v="368" actId="20577"/>
        <pc:sldMkLst>
          <pc:docMk/>
          <pc:sldMk cId="1861732289" sldId="283"/>
        </pc:sldMkLst>
        <pc:spChg chg="mod">
          <ac:chgData name="Jeff DeRemer" userId="a37f3d2d141577c5" providerId="Windows Live" clId="Web-{84FDC6C0-EB0C-48F3-B9B4-1D7FAE88DCC6}" dt="2023-07-27T18:40:42.930" v="368" actId="20577"/>
          <ac:spMkLst>
            <pc:docMk/>
            <pc:sldMk cId="1861732289" sldId="283"/>
            <ac:spMk id="3" creationId="{A4DD8A52-93C3-307C-94F8-99CD4F67B3B0}"/>
          </ac:spMkLst>
        </pc:spChg>
      </pc:sldChg>
      <pc:sldChg chg="modSp ord">
        <pc:chgData name="Jeff DeRemer" userId="a37f3d2d141577c5" providerId="Windows Live" clId="Web-{84FDC6C0-EB0C-48F3-B9B4-1D7FAE88DCC6}" dt="2023-07-27T18:41:44.120" v="377" actId="20577"/>
        <pc:sldMkLst>
          <pc:docMk/>
          <pc:sldMk cId="1987841433" sldId="284"/>
        </pc:sldMkLst>
        <pc:spChg chg="mod">
          <ac:chgData name="Jeff DeRemer" userId="a37f3d2d141577c5" providerId="Windows Live" clId="Web-{84FDC6C0-EB0C-48F3-B9B4-1D7FAE88DCC6}" dt="2023-07-27T18:41:44.120" v="377" actId="20577"/>
          <ac:spMkLst>
            <pc:docMk/>
            <pc:sldMk cId="1987841433" sldId="284"/>
            <ac:spMk id="3" creationId="{167EB91F-F6C9-4B4F-90F3-7CA2D46122AE}"/>
          </ac:spMkLst>
        </pc:spChg>
      </pc:sldChg>
      <pc:sldChg chg="modSp">
        <pc:chgData name="Jeff DeRemer" userId="a37f3d2d141577c5" providerId="Windows Live" clId="Web-{84FDC6C0-EB0C-48F3-B9B4-1D7FAE88DCC6}" dt="2023-07-27T18:22:49.498" v="250" actId="20577"/>
        <pc:sldMkLst>
          <pc:docMk/>
          <pc:sldMk cId="1112612059" sldId="285"/>
        </pc:sldMkLst>
        <pc:spChg chg="mod">
          <ac:chgData name="Jeff DeRemer" userId="a37f3d2d141577c5" providerId="Windows Live" clId="Web-{84FDC6C0-EB0C-48F3-B9B4-1D7FAE88DCC6}" dt="2023-07-27T18:22:49.498" v="250" actId="20577"/>
          <ac:spMkLst>
            <pc:docMk/>
            <pc:sldMk cId="1112612059" sldId="285"/>
            <ac:spMk id="3" creationId="{2C233C5D-AE6E-EE9D-E247-48CB088754FF}"/>
          </ac:spMkLst>
        </pc:spChg>
      </pc:sldChg>
      <pc:sldChg chg="modSp">
        <pc:chgData name="Jeff DeRemer" userId="a37f3d2d141577c5" providerId="Windows Live" clId="Web-{84FDC6C0-EB0C-48F3-B9B4-1D7FAE88DCC6}" dt="2023-07-27T18:48:12.026" v="402" actId="20577"/>
        <pc:sldMkLst>
          <pc:docMk/>
          <pc:sldMk cId="1175048660" sldId="288"/>
        </pc:sldMkLst>
        <pc:spChg chg="mod">
          <ac:chgData name="Jeff DeRemer" userId="a37f3d2d141577c5" providerId="Windows Live" clId="Web-{84FDC6C0-EB0C-48F3-B9B4-1D7FAE88DCC6}" dt="2023-07-27T18:48:12.026" v="402" actId="20577"/>
          <ac:spMkLst>
            <pc:docMk/>
            <pc:sldMk cId="1175048660" sldId="288"/>
            <ac:spMk id="3" creationId="{E35BB5F5-DEF6-901B-798D-F75EF1BEE6C3}"/>
          </ac:spMkLst>
        </pc:spChg>
      </pc:sldChg>
      <pc:sldChg chg="modSp">
        <pc:chgData name="Jeff DeRemer" userId="a37f3d2d141577c5" providerId="Windows Live" clId="Web-{84FDC6C0-EB0C-48F3-B9B4-1D7FAE88DCC6}" dt="2023-07-27T18:54:37.885" v="426" actId="20577"/>
        <pc:sldMkLst>
          <pc:docMk/>
          <pc:sldMk cId="1487085672" sldId="289"/>
        </pc:sldMkLst>
        <pc:spChg chg="mod">
          <ac:chgData name="Jeff DeRemer" userId="a37f3d2d141577c5" providerId="Windows Live" clId="Web-{84FDC6C0-EB0C-48F3-B9B4-1D7FAE88DCC6}" dt="2023-07-27T18:54:37.885" v="426" actId="20577"/>
          <ac:spMkLst>
            <pc:docMk/>
            <pc:sldMk cId="1487085672" sldId="289"/>
            <ac:spMk id="3" creationId="{35D0BBDA-8803-BE37-2613-0EDAF02F44B8}"/>
          </ac:spMkLst>
        </pc:spChg>
      </pc:sldChg>
      <pc:sldChg chg="modSp">
        <pc:chgData name="Jeff DeRemer" userId="a37f3d2d141577c5" providerId="Windows Live" clId="Web-{84FDC6C0-EB0C-48F3-B9B4-1D7FAE88DCC6}" dt="2023-07-27T18:19:29.693" v="219" actId="20577"/>
        <pc:sldMkLst>
          <pc:docMk/>
          <pc:sldMk cId="4076531934" sldId="290"/>
        </pc:sldMkLst>
        <pc:spChg chg="mod">
          <ac:chgData name="Jeff DeRemer" userId="a37f3d2d141577c5" providerId="Windows Live" clId="Web-{84FDC6C0-EB0C-48F3-B9B4-1D7FAE88DCC6}" dt="2023-07-27T18:19:29.693" v="219" actId="20577"/>
          <ac:spMkLst>
            <pc:docMk/>
            <pc:sldMk cId="4076531934" sldId="290"/>
            <ac:spMk id="3" creationId="{960B53B4-EA2F-EDEB-811E-08923203A428}"/>
          </ac:spMkLst>
        </pc:spChg>
      </pc:sldChg>
      <pc:sldChg chg="del">
        <pc:chgData name="Jeff DeRemer" userId="a37f3d2d141577c5" providerId="Windows Live" clId="Web-{84FDC6C0-EB0C-48F3-B9B4-1D7FAE88DCC6}" dt="2023-07-27T18:23:11.999" v="256"/>
        <pc:sldMkLst>
          <pc:docMk/>
          <pc:sldMk cId="117291877" sldId="291"/>
        </pc:sldMkLst>
      </pc:sldChg>
      <pc:sldChg chg="modSp">
        <pc:chgData name="Jeff DeRemer" userId="a37f3d2d141577c5" providerId="Windows Live" clId="Web-{84FDC6C0-EB0C-48F3-B9B4-1D7FAE88DCC6}" dt="2023-07-27T18:22:09.090" v="239" actId="20577"/>
        <pc:sldMkLst>
          <pc:docMk/>
          <pc:sldMk cId="2803421184" sldId="292"/>
        </pc:sldMkLst>
        <pc:spChg chg="mod">
          <ac:chgData name="Jeff DeRemer" userId="a37f3d2d141577c5" providerId="Windows Live" clId="Web-{84FDC6C0-EB0C-48F3-B9B4-1D7FAE88DCC6}" dt="2023-07-27T18:22:09.090" v="239" actId="20577"/>
          <ac:spMkLst>
            <pc:docMk/>
            <pc:sldMk cId="2803421184" sldId="292"/>
            <ac:spMk id="3" creationId="{DABAC2CE-B759-65A2-A9AA-973000EA0D14}"/>
          </ac:spMkLst>
        </pc:spChg>
      </pc:sldChg>
      <pc:sldChg chg="modSp">
        <pc:chgData name="Jeff DeRemer" userId="a37f3d2d141577c5" providerId="Windows Live" clId="Web-{84FDC6C0-EB0C-48F3-B9B4-1D7FAE88DCC6}" dt="2023-07-27T18:20:02.038" v="227" actId="20577"/>
        <pc:sldMkLst>
          <pc:docMk/>
          <pc:sldMk cId="3257431584" sldId="296"/>
        </pc:sldMkLst>
        <pc:spChg chg="mod">
          <ac:chgData name="Jeff DeRemer" userId="a37f3d2d141577c5" providerId="Windows Live" clId="Web-{84FDC6C0-EB0C-48F3-B9B4-1D7FAE88DCC6}" dt="2023-07-27T18:20:02.038" v="227" actId="20577"/>
          <ac:spMkLst>
            <pc:docMk/>
            <pc:sldMk cId="3257431584" sldId="296"/>
            <ac:spMk id="3" creationId="{796CF47D-9B0B-ECCF-6644-4B8820451995}"/>
          </ac:spMkLst>
        </pc:spChg>
      </pc:sldChg>
      <pc:sldChg chg="modSp">
        <pc:chgData name="Jeff DeRemer" userId="a37f3d2d141577c5" providerId="Windows Live" clId="Web-{84FDC6C0-EB0C-48F3-B9B4-1D7FAE88DCC6}" dt="2023-07-27T18:21:52.793" v="231" actId="20577"/>
        <pc:sldMkLst>
          <pc:docMk/>
          <pc:sldMk cId="3916907533" sldId="297"/>
        </pc:sldMkLst>
        <pc:spChg chg="mod">
          <ac:chgData name="Jeff DeRemer" userId="a37f3d2d141577c5" providerId="Windows Live" clId="Web-{84FDC6C0-EB0C-48F3-B9B4-1D7FAE88DCC6}" dt="2023-07-27T18:21:52.793" v="231" actId="20577"/>
          <ac:spMkLst>
            <pc:docMk/>
            <pc:sldMk cId="3916907533" sldId="297"/>
            <ac:spMk id="3" creationId="{44445D3B-2A71-A9CA-450D-9A629D66162C}"/>
          </ac:spMkLst>
        </pc:spChg>
      </pc:sldChg>
      <pc:sldChg chg="del mod modShow">
        <pc:chgData name="Jeff DeRemer" userId="a37f3d2d141577c5" providerId="Windows Live" clId="Web-{84FDC6C0-EB0C-48F3-B9B4-1D7FAE88DCC6}" dt="2023-07-27T18:23:07.217" v="255"/>
        <pc:sldMkLst>
          <pc:docMk/>
          <pc:sldMk cId="4013399894" sldId="298"/>
        </pc:sldMkLst>
      </pc:sldChg>
      <pc:sldChg chg="modSp">
        <pc:chgData name="Jeff DeRemer" userId="a37f3d2d141577c5" providerId="Windows Live" clId="Web-{84FDC6C0-EB0C-48F3-B9B4-1D7FAE88DCC6}" dt="2023-07-27T18:35:02.417" v="333" actId="20577"/>
        <pc:sldMkLst>
          <pc:docMk/>
          <pc:sldMk cId="2145870571" sldId="307"/>
        </pc:sldMkLst>
        <pc:spChg chg="mod">
          <ac:chgData name="Jeff DeRemer" userId="a37f3d2d141577c5" providerId="Windows Live" clId="Web-{84FDC6C0-EB0C-48F3-B9B4-1D7FAE88DCC6}" dt="2023-07-27T18:35:02.417" v="333" actId="20577"/>
          <ac:spMkLst>
            <pc:docMk/>
            <pc:sldMk cId="2145870571" sldId="307"/>
            <ac:spMk id="3" creationId="{E16765E4-91CB-D7BB-72DE-17157CA29AE6}"/>
          </ac:spMkLst>
        </pc:spChg>
      </pc:sldChg>
      <pc:sldChg chg="modSp">
        <pc:chgData name="Jeff DeRemer" userId="a37f3d2d141577c5" providerId="Windows Live" clId="Web-{84FDC6C0-EB0C-48F3-B9B4-1D7FAE88DCC6}" dt="2023-07-27T18:35:41.184" v="347" actId="20577"/>
        <pc:sldMkLst>
          <pc:docMk/>
          <pc:sldMk cId="1173428035" sldId="308"/>
        </pc:sldMkLst>
        <pc:spChg chg="mod">
          <ac:chgData name="Jeff DeRemer" userId="a37f3d2d141577c5" providerId="Windows Live" clId="Web-{84FDC6C0-EB0C-48F3-B9B4-1D7FAE88DCC6}" dt="2023-07-27T18:35:41.184" v="347" actId="20577"/>
          <ac:spMkLst>
            <pc:docMk/>
            <pc:sldMk cId="1173428035" sldId="308"/>
            <ac:spMk id="3" creationId="{D8401FEB-2B12-65C9-4AB5-92E8C061DEA6}"/>
          </ac:spMkLst>
        </pc:spChg>
      </pc:sldChg>
      <pc:sldChg chg="modSp">
        <pc:chgData name="Jeff DeRemer" userId="a37f3d2d141577c5" providerId="Windows Live" clId="Web-{84FDC6C0-EB0C-48F3-B9B4-1D7FAE88DCC6}" dt="2023-07-27T18:05:29.411" v="12" actId="20577"/>
        <pc:sldMkLst>
          <pc:docMk/>
          <pc:sldMk cId="3630277452" sldId="309"/>
        </pc:sldMkLst>
        <pc:spChg chg="mod">
          <ac:chgData name="Jeff DeRemer" userId="a37f3d2d141577c5" providerId="Windows Live" clId="Web-{84FDC6C0-EB0C-48F3-B9B4-1D7FAE88DCC6}" dt="2023-07-27T18:05:29.411" v="12" actId="20577"/>
          <ac:spMkLst>
            <pc:docMk/>
            <pc:sldMk cId="3630277452" sldId="309"/>
            <ac:spMk id="3" creationId="{667CAB59-D103-80B2-8972-BA950EE5CE80}"/>
          </ac:spMkLst>
        </pc:spChg>
      </pc:sldChg>
      <pc:sldChg chg="modSp">
        <pc:chgData name="Jeff DeRemer" userId="a37f3d2d141577c5" providerId="Windows Live" clId="Web-{84FDC6C0-EB0C-48F3-B9B4-1D7FAE88DCC6}" dt="2023-07-27T18:19:06.943" v="210" actId="20577"/>
        <pc:sldMkLst>
          <pc:docMk/>
          <pc:sldMk cId="588049691" sldId="314"/>
        </pc:sldMkLst>
        <pc:spChg chg="mod">
          <ac:chgData name="Jeff DeRemer" userId="a37f3d2d141577c5" providerId="Windows Live" clId="Web-{84FDC6C0-EB0C-48F3-B9B4-1D7FAE88DCC6}" dt="2023-07-27T18:19:06.943" v="210" actId="20577"/>
          <ac:spMkLst>
            <pc:docMk/>
            <pc:sldMk cId="588049691" sldId="314"/>
            <ac:spMk id="3" creationId="{8AED796B-6634-4BD1-1D8D-60652409EDCF}"/>
          </ac:spMkLst>
        </pc:spChg>
      </pc:sldChg>
      <pc:sldChg chg="modSp">
        <pc:chgData name="Jeff DeRemer" userId="a37f3d2d141577c5" providerId="Windows Live" clId="Web-{84FDC6C0-EB0C-48F3-B9B4-1D7FAE88DCC6}" dt="2023-07-27T18:08:00.963" v="106" actId="20577"/>
        <pc:sldMkLst>
          <pc:docMk/>
          <pc:sldMk cId="3588194236" sldId="315"/>
        </pc:sldMkLst>
        <pc:spChg chg="mod">
          <ac:chgData name="Jeff DeRemer" userId="a37f3d2d141577c5" providerId="Windows Live" clId="Web-{84FDC6C0-EB0C-48F3-B9B4-1D7FAE88DCC6}" dt="2023-07-27T18:08:00.963" v="106" actId="20577"/>
          <ac:spMkLst>
            <pc:docMk/>
            <pc:sldMk cId="3588194236" sldId="315"/>
            <ac:spMk id="3" creationId="{8797E62F-9EFE-7982-AA44-CA6ED395C745}"/>
          </ac:spMkLst>
        </pc:spChg>
      </pc:sldChg>
      <pc:sldChg chg="modSp">
        <pc:chgData name="Jeff DeRemer" userId="a37f3d2d141577c5" providerId="Windows Live" clId="Web-{84FDC6C0-EB0C-48F3-B9B4-1D7FAE88DCC6}" dt="2023-07-27T18:43:45.922" v="390" actId="20577"/>
        <pc:sldMkLst>
          <pc:docMk/>
          <pc:sldMk cId="3080211462" sldId="316"/>
        </pc:sldMkLst>
        <pc:spChg chg="mod">
          <ac:chgData name="Jeff DeRemer" userId="a37f3d2d141577c5" providerId="Windows Live" clId="Web-{84FDC6C0-EB0C-48F3-B9B4-1D7FAE88DCC6}" dt="2023-07-27T18:43:45.922" v="390" actId="20577"/>
          <ac:spMkLst>
            <pc:docMk/>
            <pc:sldMk cId="3080211462" sldId="316"/>
            <ac:spMk id="3" creationId="{22CFC226-DC8E-64BB-56E7-EA99E3243D7F}"/>
          </ac:spMkLst>
        </pc:spChg>
      </pc:sldChg>
    </pc:docChg>
  </pc:docChgLst>
  <pc:docChgLst>
    <pc:chgData name="Jeff DeRemer" userId="a37f3d2d141577c5" providerId="Windows Live" clId="Web-{440B02FF-CBA4-4939-A8C4-9DEDA1DD0B81}"/>
    <pc:docChg chg="addSld delSld modSld sldOrd addSection modSection">
      <pc:chgData name="Jeff DeRemer" userId="a37f3d2d141577c5" providerId="Windows Live" clId="Web-{440B02FF-CBA4-4939-A8C4-9DEDA1DD0B81}" dt="2023-07-23T18:16:14.708" v="897" actId="20577"/>
      <pc:docMkLst>
        <pc:docMk/>
      </pc:docMkLst>
      <pc:sldChg chg="modSp ord">
        <pc:chgData name="Jeff DeRemer" userId="a37f3d2d141577c5" providerId="Windows Live" clId="Web-{440B02FF-CBA4-4939-A8C4-9DEDA1DD0B81}" dt="2023-07-23T18:10:47.632" v="794" actId="20577"/>
        <pc:sldMkLst>
          <pc:docMk/>
          <pc:sldMk cId="436497126" sldId="257"/>
        </pc:sldMkLst>
        <pc:spChg chg="mod">
          <ac:chgData name="Jeff DeRemer" userId="a37f3d2d141577c5" providerId="Windows Live" clId="Web-{440B02FF-CBA4-4939-A8C4-9DEDA1DD0B81}" dt="2023-07-23T18:10:47.632" v="794" actId="20577"/>
          <ac:spMkLst>
            <pc:docMk/>
            <pc:sldMk cId="436497126" sldId="257"/>
            <ac:spMk id="3" creationId="{69F6AD24-2AA8-1769-5A4C-06990BD5C0B0}"/>
          </ac:spMkLst>
        </pc:spChg>
      </pc:sldChg>
      <pc:sldChg chg="modSp">
        <pc:chgData name="Jeff DeRemer" userId="a37f3d2d141577c5" providerId="Windows Live" clId="Web-{440B02FF-CBA4-4939-A8C4-9DEDA1DD0B81}" dt="2023-07-23T18:11:33.775" v="808" actId="20577"/>
        <pc:sldMkLst>
          <pc:docMk/>
          <pc:sldMk cId="3204198918" sldId="258"/>
        </pc:sldMkLst>
        <pc:spChg chg="mod">
          <ac:chgData name="Jeff DeRemer" userId="a37f3d2d141577c5" providerId="Windows Live" clId="Web-{440B02FF-CBA4-4939-A8C4-9DEDA1DD0B81}" dt="2023-07-23T18:11:33.775" v="808" actId="20577"/>
          <ac:spMkLst>
            <pc:docMk/>
            <pc:sldMk cId="3204198918" sldId="258"/>
            <ac:spMk id="3" creationId="{B6C27F68-3CFD-F860-DC38-DB6A07A7E802}"/>
          </ac:spMkLst>
        </pc:spChg>
      </pc:sldChg>
      <pc:sldChg chg="modSp">
        <pc:chgData name="Jeff DeRemer" userId="a37f3d2d141577c5" providerId="Windows Live" clId="Web-{440B02FF-CBA4-4939-A8C4-9DEDA1DD0B81}" dt="2023-07-23T18:16:14.708" v="897" actId="20577"/>
        <pc:sldMkLst>
          <pc:docMk/>
          <pc:sldMk cId="1537062186" sldId="259"/>
        </pc:sldMkLst>
        <pc:spChg chg="mod">
          <ac:chgData name="Jeff DeRemer" userId="a37f3d2d141577c5" providerId="Windows Live" clId="Web-{440B02FF-CBA4-4939-A8C4-9DEDA1DD0B81}" dt="2023-07-23T18:16:14.708" v="897" actId="20577"/>
          <ac:spMkLst>
            <pc:docMk/>
            <pc:sldMk cId="1537062186" sldId="259"/>
            <ac:spMk id="3" creationId="{C94EAD4E-0DEF-F3E3-2CD3-304D0D8776E8}"/>
          </ac:spMkLst>
        </pc:spChg>
      </pc:sldChg>
      <pc:sldChg chg="modSp ord">
        <pc:chgData name="Jeff DeRemer" userId="a37f3d2d141577c5" providerId="Windows Live" clId="Web-{440B02FF-CBA4-4939-A8C4-9DEDA1DD0B81}" dt="2023-07-23T17:24:41.676" v="169" actId="20577"/>
        <pc:sldMkLst>
          <pc:docMk/>
          <pc:sldMk cId="3800418244" sldId="260"/>
        </pc:sldMkLst>
        <pc:spChg chg="mod">
          <ac:chgData name="Jeff DeRemer" userId="a37f3d2d141577c5" providerId="Windows Live" clId="Web-{440B02FF-CBA4-4939-A8C4-9DEDA1DD0B81}" dt="2023-07-23T17:24:41.676" v="169" actId="20577"/>
          <ac:spMkLst>
            <pc:docMk/>
            <pc:sldMk cId="3800418244" sldId="260"/>
            <ac:spMk id="2" creationId="{B1D4C514-C7C7-BF2E-7E46-F8567E808013}"/>
          </ac:spMkLst>
        </pc:spChg>
      </pc:sldChg>
      <pc:sldChg chg="ord">
        <pc:chgData name="Jeff DeRemer" userId="a37f3d2d141577c5" providerId="Windows Live" clId="Web-{440B02FF-CBA4-4939-A8C4-9DEDA1DD0B81}" dt="2023-07-23T17:30:46.769" v="271"/>
        <pc:sldMkLst>
          <pc:docMk/>
          <pc:sldMk cId="4291219111" sldId="269"/>
        </pc:sldMkLst>
      </pc:sldChg>
      <pc:sldChg chg="modSp ord">
        <pc:chgData name="Jeff DeRemer" userId="a37f3d2d141577c5" providerId="Windows Live" clId="Web-{440B02FF-CBA4-4939-A8C4-9DEDA1DD0B81}" dt="2023-07-23T17:33:09.634" v="282" actId="20577"/>
        <pc:sldMkLst>
          <pc:docMk/>
          <pc:sldMk cId="3628189326" sldId="270"/>
        </pc:sldMkLst>
        <pc:spChg chg="mod">
          <ac:chgData name="Jeff DeRemer" userId="a37f3d2d141577c5" providerId="Windows Live" clId="Web-{440B02FF-CBA4-4939-A8C4-9DEDA1DD0B81}" dt="2023-07-23T17:33:09.634" v="282" actId="20577"/>
          <ac:spMkLst>
            <pc:docMk/>
            <pc:sldMk cId="3628189326" sldId="270"/>
            <ac:spMk id="2" creationId="{9DB831FD-D532-CC05-3979-A33DE6AA6F6E}"/>
          </ac:spMkLst>
        </pc:spChg>
      </pc:sldChg>
      <pc:sldChg chg="ord">
        <pc:chgData name="Jeff DeRemer" userId="a37f3d2d141577c5" providerId="Windows Live" clId="Web-{440B02FF-CBA4-4939-A8C4-9DEDA1DD0B81}" dt="2023-07-23T17:40:29.433" v="409"/>
        <pc:sldMkLst>
          <pc:docMk/>
          <pc:sldMk cId="1682394483" sldId="272"/>
        </pc:sldMkLst>
      </pc:sldChg>
      <pc:sldChg chg="ord">
        <pc:chgData name="Jeff DeRemer" userId="a37f3d2d141577c5" providerId="Windows Live" clId="Web-{440B02FF-CBA4-4939-A8C4-9DEDA1DD0B81}" dt="2023-07-23T18:02:52.598" v="727"/>
        <pc:sldMkLst>
          <pc:docMk/>
          <pc:sldMk cId="1966568967" sldId="273"/>
        </pc:sldMkLst>
      </pc:sldChg>
      <pc:sldChg chg="modSp ord">
        <pc:chgData name="Jeff DeRemer" userId="a37f3d2d141577c5" providerId="Windows Live" clId="Web-{440B02FF-CBA4-4939-A8C4-9DEDA1DD0B81}" dt="2023-07-23T17:42:16.610" v="435"/>
        <pc:sldMkLst>
          <pc:docMk/>
          <pc:sldMk cId="517718756" sldId="274"/>
        </pc:sldMkLst>
        <pc:spChg chg="mod">
          <ac:chgData name="Jeff DeRemer" userId="a37f3d2d141577c5" providerId="Windows Live" clId="Web-{440B02FF-CBA4-4939-A8C4-9DEDA1DD0B81}" dt="2023-07-23T17:42:12.547" v="434" actId="20577"/>
          <ac:spMkLst>
            <pc:docMk/>
            <pc:sldMk cId="517718756" sldId="274"/>
            <ac:spMk id="2" creationId="{DA44FD8D-74EE-A547-A9C3-112CE6388BDC}"/>
          </ac:spMkLst>
        </pc:spChg>
      </pc:sldChg>
      <pc:sldChg chg="ord">
        <pc:chgData name="Jeff DeRemer" userId="a37f3d2d141577c5" providerId="Windows Live" clId="Web-{440B02FF-CBA4-4939-A8C4-9DEDA1DD0B81}" dt="2023-07-23T17:42:34.907" v="436"/>
        <pc:sldMkLst>
          <pc:docMk/>
          <pc:sldMk cId="3591501101" sldId="276"/>
        </pc:sldMkLst>
      </pc:sldChg>
      <pc:sldChg chg="ord">
        <pc:chgData name="Jeff DeRemer" userId="a37f3d2d141577c5" providerId="Windows Live" clId="Web-{440B02FF-CBA4-4939-A8C4-9DEDA1DD0B81}" dt="2023-07-23T17:46:45.746" v="498"/>
        <pc:sldMkLst>
          <pc:docMk/>
          <pc:sldMk cId="2746935985" sldId="280"/>
        </pc:sldMkLst>
      </pc:sldChg>
      <pc:sldChg chg="ord">
        <pc:chgData name="Jeff DeRemer" userId="a37f3d2d141577c5" providerId="Windows Live" clId="Web-{440B02FF-CBA4-4939-A8C4-9DEDA1DD0B81}" dt="2023-07-23T17:47:02.793" v="499"/>
        <pc:sldMkLst>
          <pc:docMk/>
          <pc:sldMk cId="1741603341" sldId="281"/>
        </pc:sldMkLst>
      </pc:sldChg>
      <pc:sldChg chg="ord">
        <pc:chgData name="Jeff DeRemer" userId="a37f3d2d141577c5" providerId="Windows Live" clId="Web-{440B02FF-CBA4-4939-A8C4-9DEDA1DD0B81}" dt="2023-07-23T17:47:32.498" v="503"/>
        <pc:sldMkLst>
          <pc:docMk/>
          <pc:sldMk cId="1861732289" sldId="283"/>
        </pc:sldMkLst>
      </pc:sldChg>
      <pc:sldChg chg="ord">
        <pc:chgData name="Jeff DeRemer" userId="a37f3d2d141577c5" providerId="Windows Live" clId="Web-{440B02FF-CBA4-4939-A8C4-9DEDA1DD0B81}" dt="2023-07-23T17:51:16.288" v="548"/>
        <pc:sldMkLst>
          <pc:docMk/>
          <pc:sldMk cId="1987841433" sldId="284"/>
        </pc:sldMkLst>
      </pc:sldChg>
      <pc:sldChg chg="ord">
        <pc:chgData name="Jeff DeRemer" userId="a37f3d2d141577c5" providerId="Windows Live" clId="Web-{440B02FF-CBA4-4939-A8C4-9DEDA1DD0B81}" dt="2023-07-23T17:56:54.942" v="627"/>
        <pc:sldMkLst>
          <pc:docMk/>
          <pc:sldMk cId="1112612059" sldId="285"/>
        </pc:sldMkLst>
      </pc:sldChg>
      <pc:sldChg chg="ord">
        <pc:chgData name="Jeff DeRemer" userId="a37f3d2d141577c5" providerId="Windows Live" clId="Web-{440B02FF-CBA4-4939-A8C4-9DEDA1DD0B81}" dt="2023-07-23T17:57:47.507" v="636"/>
        <pc:sldMkLst>
          <pc:docMk/>
          <pc:sldMk cId="2771794891" sldId="286"/>
        </pc:sldMkLst>
      </pc:sldChg>
      <pc:sldChg chg="ord">
        <pc:chgData name="Jeff DeRemer" userId="a37f3d2d141577c5" providerId="Windows Live" clId="Web-{440B02FF-CBA4-4939-A8C4-9DEDA1DD0B81}" dt="2023-07-23T17:54:07.514" v="567"/>
        <pc:sldMkLst>
          <pc:docMk/>
          <pc:sldMk cId="4209612668" sldId="287"/>
        </pc:sldMkLst>
      </pc:sldChg>
      <pc:sldChg chg="ord">
        <pc:chgData name="Jeff DeRemer" userId="a37f3d2d141577c5" providerId="Windows Live" clId="Web-{440B02FF-CBA4-4939-A8C4-9DEDA1DD0B81}" dt="2023-07-23T17:58:26.837" v="638"/>
        <pc:sldMkLst>
          <pc:docMk/>
          <pc:sldMk cId="1175048660" sldId="288"/>
        </pc:sldMkLst>
      </pc:sldChg>
      <pc:sldChg chg="modSp">
        <pc:chgData name="Jeff DeRemer" userId="a37f3d2d141577c5" providerId="Windows Live" clId="Web-{440B02FF-CBA4-4939-A8C4-9DEDA1DD0B81}" dt="2023-07-23T18:12:42.903" v="835" actId="20577"/>
        <pc:sldMkLst>
          <pc:docMk/>
          <pc:sldMk cId="4076531934" sldId="290"/>
        </pc:sldMkLst>
        <pc:spChg chg="mod">
          <ac:chgData name="Jeff DeRemer" userId="a37f3d2d141577c5" providerId="Windows Live" clId="Web-{440B02FF-CBA4-4939-A8C4-9DEDA1DD0B81}" dt="2023-07-23T18:12:42.903" v="835" actId="20577"/>
          <ac:spMkLst>
            <pc:docMk/>
            <pc:sldMk cId="4076531934" sldId="290"/>
            <ac:spMk id="3" creationId="{960B53B4-EA2F-EDEB-811E-08923203A428}"/>
          </ac:spMkLst>
        </pc:spChg>
      </pc:sldChg>
      <pc:sldChg chg="modSp ord">
        <pc:chgData name="Jeff DeRemer" userId="a37f3d2d141577c5" providerId="Windows Live" clId="Web-{440B02FF-CBA4-4939-A8C4-9DEDA1DD0B81}" dt="2023-07-23T17:54:35.249" v="584" actId="20577"/>
        <pc:sldMkLst>
          <pc:docMk/>
          <pc:sldMk cId="117291877" sldId="291"/>
        </pc:sldMkLst>
        <pc:spChg chg="mod">
          <ac:chgData name="Jeff DeRemer" userId="a37f3d2d141577c5" providerId="Windows Live" clId="Web-{440B02FF-CBA4-4939-A8C4-9DEDA1DD0B81}" dt="2023-07-23T17:54:35.249" v="584" actId="20577"/>
          <ac:spMkLst>
            <pc:docMk/>
            <pc:sldMk cId="117291877" sldId="291"/>
            <ac:spMk id="2" creationId="{7C7FA624-06C1-58CB-6EBF-6A6E06B55AA5}"/>
          </ac:spMkLst>
        </pc:spChg>
      </pc:sldChg>
      <pc:sldChg chg="modSp ord">
        <pc:chgData name="Jeff DeRemer" userId="a37f3d2d141577c5" providerId="Windows Live" clId="Web-{440B02FF-CBA4-4939-A8C4-9DEDA1DD0B81}" dt="2023-07-23T17:29:30.813" v="258" actId="20577"/>
        <pc:sldMkLst>
          <pc:docMk/>
          <pc:sldMk cId="2373186645" sldId="294"/>
        </pc:sldMkLst>
        <pc:spChg chg="mod">
          <ac:chgData name="Jeff DeRemer" userId="a37f3d2d141577c5" providerId="Windows Live" clId="Web-{440B02FF-CBA4-4939-A8C4-9DEDA1DD0B81}" dt="2023-07-23T17:29:30.813" v="258" actId="20577"/>
          <ac:spMkLst>
            <pc:docMk/>
            <pc:sldMk cId="2373186645" sldId="294"/>
            <ac:spMk id="2" creationId="{B2222F7C-0144-814E-2BAD-01A1646151D4}"/>
          </ac:spMkLst>
        </pc:spChg>
      </pc:sldChg>
      <pc:sldChg chg="modSp">
        <pc:chgData name="Jeff DeRemer" userId="a37f3d2d141577c5" providerId="Windows Live" clId="Web-{440B02FF-CBA4-4939-A8C4-9DEDA1DD0B81}" dt="2023-07-23T18:14:05.594" v="865" actId="20577"/>
        <pc:sldMkLst>
          <pc:docMk/>
          <pc:sldMk cId="3257431584" sldId="296"/>
        </pc:sldMkLst>
        <pc:spChg chg="mod">
          <ac:chgData name="Jeff DeRemer" userId="a37f3d2d141577c5" providerId="Windows Live" clId="Web-{440B02FF-CBA4-4939-A8C4-9DEDA1DD0B81}" dt="2023-07-23T18:14:05.594" v="865" actId="20577"/>
          <ac:spMkLst>
            <pc:docMk/>
            <pc:sldMk cId="3257431584" sldId="296"/>
            <ac:spMk id="3" creationId="{796CF47D-9B0B-ECCF-6644-4B8820451995}"/>
          </ac:spMkLst>
        </pc:spChg>
      </pc:sldChg>
      <pc:sldChg chg="modSp">
        <pc:chgData name="Jeff DeRemer" userId="a37f3d2d141577c5" providerId="Windows Live" clId="Web-{440B02FF-CBA4-4939-A8C4-9DEDA1DD0B81}" dt="2023-07-23T18:14:39.345" v="870" actId="20577"/>
        <pc:sldMkLst>
          <pc:docMk/>
          <pc:sldMk cId="3916907533" sldId="297"/>
        </pc:sldMkLst>
        <pc:spChg chg="mod">
          <ac:chgData name="Jeff DeRemer" userId="a37f3d2d141577c5" providerId="Windows Live" clId="Web-{440B02FF-CBA4-4939-A8C4-9DEDA1DD0B81}" dt="2023-07-23T17:15:50.983" v="38" actId="20577"/>
          <ac:spMkLst>
            <pc:docMk/>
            <pc:sldMk cId="3916907533" sldId="297"/>
            <ac:spMk id="2" creationId="{5A685380-2386-9E47-2E6D-53289BC316F1}"/>
          </ac:spMkLst>
        </pc:spChg>
        <pc:spChg chg="mod">
          <ac:chgData name="Jeff DeRemer" userId="a37f3d2d141577c5" providerId="Windows Live" clId="Web-{440B02FF-CBA4-4939-A8C4-9DEDA1DD0B81}" dt="2023-07-23T18:14:39.345" v="870" actId="20577"/>
          <ac:spMkLst>
            <pc:docMk/>
            <pc:sldMk cId="3916907533" sldId="297"/>
            <ac:spMk id="3" creationId="{44445D3B-2A71-A9CA-450D-9A629D66162C}"/>
          </ac:spMkLst>
        </pc:spChg>
      </pc:sldChg>
      <pc:sldChg chg="modSp">
        <pc:chgData name="Jeff DeRemer" userId="a37f3d2d141577c5" providerId="Windows Live" clId="Web-{440B02FF-CBA4-4939-A8C4-9DEDA1DD0B81}" dt="2023-07-23T17:24:14.597" v="161" actId="20577"/>
        <pc:sldMkLst>
          <pc:docMk/>
          <pc:sldMk cId="4013399894" sldId="298"/>
        </pc:sldMkLst>
        <pc:spChg chg="mod">
          <ac:chgData name="Jeff DeRemer" userId="a37f3d2d141577c5" providerId="Windows Live" clId="Web-{440B02FF-CBA4-4939-A8C4-9DEDA1DD0B81}" dt="2023-07-23T17:24:14.597" v="161" actId="20577"/>
          <ac:spMkLst>
            <pc:docMk/>
            <pc:sldMk cId="4013399894" sldId="298"/>
            <ac:spMk id="2" creationId="{9FC04FDF-F6C6-A102-AAE8-320D1538DF86}"/>
          </ac:spMkLst>
        </pc:spChg>
      </pc:sldChg>
      <pc:sldChg chg="modSp ord">
        <pc:chgData name="Jeff DeRemer" userId="a37f3d2d141577c5" providerId="Windows Live" clId="Web-{440B02FF-CBA4-4939-A8C4-9DEDA1DD0B81}" dt="2023-07-23T17:41:17.732" v="420"/>
        <pc:sldMkLst>
          <pc:docMk/>
          <pc:sldMk cId="1935756779" sldId="305"/>
        </pc:sldMkLst>
        <pc:spChg chg="mod">
          <ac:chgData name="Jeff DeRemer" userId="a37f3d2d141577c5" providerId="Windows Live" clId="Web-{440B02FF-CBA4-4939-A8C4-9DEDA1DD0B81}" dt="2023-07-23T17:41:17.592" v="419" actId="20577"/>
          <ac:spMkLst>
            <pc:docMk/>
            <pc:sldMk cId="1935756779" sldId="305"/>
            <ac:spMk id="2" creationId="{3ACE7FED-C200-7B67-3E02-882BF64E67DD}"/>
          </ac:spMkLst>
        </pc:spChg>
      </pc:sldChg>
      <pc:sldChg chg="ord">
        <pc:chgData name="Jeff DeRemer" userId="a37f3d2d141577c5" providerId="Windows Live" clId="Web-{440B02FF-CBA4-4939-A8C4-9DEDA1DD0B81}" dt="2023-07-23T17:52:52.745" v="558"/>
        <pc:sldMkLst>
          <pc:docMk/>
          <pc:sldMk cId="3166782752" sldId="306"/>
        </pc:sldMkLst>
      </pc:sldChg>
      <pc:sldChg chg="modSp ord">
        <pc:chgData name="Jeff DeRemer" userId="a37f3d2d141577c5" providerId="Windows Live" clId="Web-{440B02FF-CBA4-4939-A8C4-9DEDA1DD0B81}" dt="2023-07-23T18:15:28.253" v="878" actId="20577"/>
        <pc:sldMkLst>
          <pc:docMk/>
          <pc:sldMk cId="3630277452" sldId="309"/>
        </pc:sldMkLst>
        <pc:spChg chg="mod">
          <ac:chgData name="Jeff DeRemer" userId="a37f3d2d141577c5" providerId="Windows Live" clId="Web-{440B02FF-CBA4-4939-A8C4-9DEDA1DD0B81}" dt="2023-07-23T17:17:36.440" v="56" actId="20577"/>
          <ac:spMkLst>
            <pc:docMk/>
            <pc:sldMk cId="3630277452" sldId="309"/>
            <ac:spMk id="2" creationId="{143E2224-8D2A-9674-3AB7-C33CFCD589D7}"/>
          </ac:spMkLst>
        </pc:spChg>
        <pc:spChg chg="mod">
          <ac:chgData name="Jeff DeRemer" userId="a37f3d2d141577c5" providerId="Windows Live" clId="Web-{440B02FF-CBA4-4939-A8C4-9DEDA1DD0B81}" dt="2023-07-23T18:15:28.253" v="878" actId="20577"/>
          <ac:spMkLst>
            <pc:docMk/>
            <pc:sldMk cId="3630277452" sldId="309"/>
            <ac:spMk id="3" creationId="{667CAB59-D103-80B2-8972-BA950EE5CE80}"/>
          </ac:spMkLst>
        </pc:spChg>
      </pc:sldChg>
      <pc:sldChg chg="ord">
        <pc:chgData name="Jeff DeRemer" userId="a37f3d2d141577c5" providerId="Windows Live" clId="Web-{440B02FF-CBA4-4939-A8C4-9DEDA1DD0B81}" dt="2023-07-23T17:13:30.336" v="7"/>
        <pc:sldMkLst>
          <pc:docMk/>
          <pc:sldMk cId="2940824636" sldId="310"/>
        </pc:sldMkLst>
      </pc:sldChg>
      <pc:sldChg chg="del">
        <pc:chgData name="Jeff DeRemer" userId="a37f3d2d141577c5" providerId="Windows Live" clId="Web-{440B02FF-CBA4-4939-A8C4-9DEDA1DD0B81}" dt="2023-07-23T17:20:55.776" v="96"/>
        <pc:sldMkLst>
          <pc:docMk/>
          <pc:sldMk cId="919761700" sldId="311"/>
        </pc:sldMkLst>
      </pc:sldChg>
      <pc:sldChg chg="modSp">
        <pc:chgData name="Jeff DeRemer" userId="a37f3d2d141577c5" providerId="Windows Live" clId="Web-{440B02FF-CBA4-4939-A8C4-9DEDA1DD0B81}" dt="2023-07-23T18:12:09.808" v="828" actId="20577"/>
        <pc:sldMkLst>
          <pc:docMk/>
          <pc:sldMk cId="588049691" sldId="314"/>
        </pc:sldMkLst>
        <pc:spChg chg="mod">
          <ac:chgData name="Jeff DeRemer" userId="a37f3d2d141577c5" providerId="Windows Live" clId="Web-{440B02FF-CBA4-4939-A8C4-9DEDA1DD0B81}" dt="2023-07-23T18:12:09.808" v="828" actId="20577"/>
          <ac:spMkLst>
            <pc:docMk/>
            <pc:sldMk cId="588049691" sldId="314"/>
            <ac:spMk id="2" creationId="{155F2CC8-9572-2144-062B-FABFE70C4A2C}"/>
          </ac:spMkLst>
        </pc:spChg>
        <pc:spChg chg="mod">
          <ac:chgData name="Jeff DeRemer" userId="a37f3d2d141577c5" providerId="Windows Live" clId="Web-{440B02FF-CBA4-4939-A8C4-9DEDA1DD0B81}" dt="2023-07-23T18:11:51.166" v="810" actId="20577"/>
          <ac:spMkLst>
            <pc:docMk/>
            <pc:sldMk cId="588049691" sldId="314"/>
            <ac:spMk id="3" creationId="{8AED796B-6634-4BD1-1D8D-60652409EDCF}"/>
          </ac:spMkLst>
        </pc:spChg>
      </pc:sldChg>
      <pc:sldChg chg="addSp delSp modSp new mod ord modClrScheme chgLayout">
        <pc:chgData name="Jeff DeRemer" userId="a37f3d2d141577c5" providerId="Windows Live" clId="Web-{440B02FF-CBA4-4939-A8C4-9DEDA1DD0B81}" dt="2023-07-23T18:01:11.250" v="726" actId="20577"/>
        <pc:sldMkLst>
          <pc:docMk/>
          <pc:sldMk cId="915020623" sldId="317"/>
        </pc:sldMkLst>
        <pc:spChg chg="mod ord">
          <ac:chgData name="Jeff DeRemer" userId="a37f3d2d141577c5" providerId="Windows Live" clId="Web-{440B02FF-CBA4-4939-A8C4-9DEDA1DD0B81}" dt="2023-07-23T17:25:22.287" v="176"/>
          <ac:spMkLst>
            <pc:docMk/>
            <pc:sldMk cId="915020623" sldId="317"/>
            <ac:spMk id="2" creationId="{65F11939-1EC1-1BF3-B0E1-3440CBC1F3D3}"/>
          </ac:spMkLst>
        </pc:spChg>
        <pc:spChg chg="mod ord">
          <ac:chgData name="Jeff DeRemer" userId="a37f3d2d141577c5" providerId="Windows Live" clId="Web-{440B02FF-CBA4-4939-A8C4-9DEDA1DD0B81}" dt="2023-07-23T18:01:11.250" v="726" actId="20577"/>
          <ac:spMkLst>
            <pc:docMk/>
            <pc:sldMk cId="915020623" sldId="317"/>
            <ac:spMk id="3" creationId="{594954C9-A707-69B0-D235-57E16BE68174}"/>
          </ac:spMkLst>
        </pc:spChg>
        <pc:spChg chg="mod ord">
          <ac:chgData name="Jeff DeRemer" userId="a37f3d2d141577c5" providerId="Windows Live" clId="Web-{440B02FF-CBA4-4939-A8C4-9DEDA1DD0B81}" dt="2023-07-23T17:25:22.287" v="176"/>
          <ac:spMkLst>
            <pc:docMk/>
            <pc:sldMk cId="915020623" sldId="317"/>
            <ac:spMk id="4" creationId="{A30A0D4B-262E-1FE0-1C19-F059B8114511}"/>
          </ac:spMkLst>
        </pc:spChg>
        <pc:spChg chg="mod ord">
          <ac:chgData name="Jeff DeRemer" userId="a37f3d2d141577c5" providerId="Windows Live" clId="Web-{440B02FF-CBA4-4939-A8C4-9DEDA1DD0B81}" dt="2023-07-23T17:25:22.287" v="176"/>
          <ac:spMkLst>
            <pc:docMk/>
            <pc:sldMk cId="915020623" sldId="317"/>
            <ac:spMk id="5" creationId="{9C47F7B9-CF6A-1293-C0A9-1561EF7BAA02}"/>
          </ac:spMkLst>
        </pc:spChg>
        <pc:spChg chg="add del mod ord">
          <ac:chgData name="Jeff DeRemer" userId="a37f3d2d141577c5" providerId="Windows Live" clId="Web-{440B02FF-CBA4-4939-A8C4-9DEDA1DD0B81}" dt="2023-07-23T17:25:33.663" v="177"/>
          <ac:spMkLst>
            <pc:docMk/>
            <pc:sldMk cId="915020623" sldId="317"/>
            <ac:spMk id="6" creationId="{0959453F-8CCD-A679-ADE0-7912AC98EEF8}"/>
          </ac:spMkLst>
        </pc:spChg>
        <pc:spChg chg="add del mod ord">
          <ac:chgData name="Jeff DeRemer" userId="a37f3d2d141577c5" providerId="Windows Live" clId="Web-{440B02FF-CBA4-4939-A8C4-9DEDA1DD0B81}" dt="2023-07-23T17:26:03.836" v="180"/>
          <ac:spMkLst>
            <pc:docMk/>
            <pc:sldMk cId="915020623" sldId="317"/>
            <ac:spMk id="7" creationId="{3C9FB7BD-BE21-C958-DBAF-9AE861477C1A}"/>
          </ac:spMkLst>
        </pc:spChg>
        <pc:spChg chg="add mod ord">
          <ac:chgData name="Jeff DeRemer" userId="a37f3d2d141577c5" providerId="Windows Live" clId="Web-{440B02FF-CBA4-4939-A8C4-9DEDA1DD0B81}" dt="2023-07-23T18:01:01.343" v="724" actId="20577"/>
          <ac:spMkLst>
            <pc:docMk/>
            <pc:sldMk cId="915020623" sldId="317"/>
            <ac:spMk id="8" creationId="{3938B658-D021-35F9-6892-A3ED33D1AD8C}"/>
          </ac:spMkLst>
        </pc:spChg>
      </pc:sldChg>
    </pc:docChg>
  </pc:docChgLst>
  <pc:docChgLst>
    <pc:chgData name="Jeff DeRemer" userId="a37f3d2d141577c5" providerId="Windows Live" clId="Web-{78709633-10D0-46A9-B600-506D0A837346}"/>
    <pc:docChg chg="addSld modSld sldOrd modSection">
      <pc:chgData name="Jeff DeRemer" userId="a37f3d2d141577c5" providerId="Windows Live" clId="Web-{78709633-10D0-46A9-B600-506D0A837346}" dt="2023-09-01T19:50:15.938" v="312"/>
      <pc:docMkLst>
        <pc:docMk/>
      </pc:docMkLst>
      <pc:sldChg chg="ord">
        <pc:chgData name="Jeff DeRemer" userId="a37f3d2d141577c5" providerId="Windows Live" clId="Web-{78709633-10D0-46A9-B600-506D0A837346}" dt="2023-09-01T19:50:15.938" v="312"/>
        <pc:sldMkLst>
          <pc:docMk/>
          <pc:sldMk cId="3056689765" sldId="293"/>
        </pc:sldMkLst>
      </pc:sldChg>
      <pc:sldChg chg="modSp">
        <pc:chgData name="Jeff DeRemer" userId="a37f3d2d141577c5" providerId="Windows Live" clId="Web-{78709633-10D0-46A9-B600-506D0A837346}" dt="2023-09-01T19:48:46.809" v="311" actId="20577"/>
        <pc:sldMkLst>
          <pc:docMk/>
          <pc:sldMk cId="588049691" sldId="314"/>
        </pc:sldMkLst>
        <pc:spChg chg="mod">
          <ac:chgData name="Jeff DeRemer" userId="a37f3d2d141577c5" providerId="Windows Live" clId="Web-{78709633-10D0-46A9-B600-506D0A837346}" dt="2023-09-01T19:34:37.575" v="49" actId="20577"/>
          <ac:spMkLst>
            <pc:docMk/>
            <pc:sldMk cId="588049691" sldId="314"/>
            <ac:spMk id="2" creationId="{155F2CC8-9572-2144-062B-FABFE70C4A2C}"/>
          </ac:spMkLst>
        </pc:spChg>
        <pc:spChg chg="mod">
          <ac:chgData name="Jeff DeRemer" userId="a37f3d2d141577c5" providerId="Windows Live" clId="Web-{78709633-10D0-46A9-B600-506D0A837346}" dt="2023-09-01T19:48:46.809" v="311" actId="20577"/>
          <ac:spMkLst>
            <pc:docMk/>
            <pc:sldMk cId="588049691" sldId="314"/>
            <ac:spMk id="3" creationId="{8AED796B-6634-4BD1-1D8D-60652409EDCF}"/>
          </ac:spMkLst>
        </pc:spChg>
      </pc:sldChg>
      <pc:sldChg chg="modSp">
        <pc:chgData name="Jeff DeRemer" userId="a37f3d2d141577c5" providerId="Windows Live" clId="Web-{78709633-10D0-46A9-B600-506D0A837346}" dt="2023-09-01T19:36:33.407" v="116" actId="20577"/>
        <pc:sldMkLst>
          <pc:docMk/>
          <pc:sldMk cId="2417779818" sldId="319"/>
        </pc:sldMkLst>
        <pc:spChg chg="mod">
          <ac:chgData name="Jeff DeRemer" userId="a37f3d2d141577c5" providerId="Windows Live" clId="Web-{78709633-10D0-46A9-B600-506D0A837346}" dt="2023-09-01T19:36:33.407" v="116" actId="20577"/>
          <ac:spMkLst>
            <pc:docMk/>
            <pc:sldMk cId="2417779818" sldId="319"/>
            <ac:spMk id="3" creationId="{12EED0E7-EAC5-B55A-2374-3C8714688BAE}"/>
          </ac:spMkLst>
        </pc:spChg>
      </pc:sldChg>
      <pc:sldChg chg="modSp new">
        <pc:chgData name="Jeff DeRemer" userId="a37f3d2d141577c5" providerId="Windows Live" clId="Web-{78709633-10D0-46A9-B600-506D0A837346}" dt="2023-09-01T19:42:06.904" v="232" actId="20577"/>
        <pc:sldMkLst>
          <pc:docMk/>
          <pc:sldMk cId="1363589781" sldId="320"/>
        </pc:sldMkLst>
        <pc:spChg chg="mod">
          <ac:chgData name="Jeff DeRemer" userId="a37f3d2d141577c5" providerId="Windows Live" clId="Web-{78709633-10D0-46A9-B600-506D0A837346}" dt="2023-09-01T19:42:06.904" v="232" actId="20577"/>
          <ac:spMkLst>
            <pc:docMk/>
            <pc:sldMk cId="1363589781" sldId="320"/>
            <ac:spMk id="2" creationId="{07EF102E-E259-88DD-3AD0-39AA23C1E14E}"/>
          </ac:spMkLst>
        </pc:spChg>
        <pc:spChg chg="mod">
          <ac:chgData name="Jeff DeRemer" userId="a37f3d2d141577c5" providerId="Windows Live" clId="Web-{78709633-10D0-46A9-B600-506D0A837346}" dt="2023-09-01T19:39:57.430" v="226" actId="20577"/>
          <ac:spMkLst>
            <pc:docMk/>
            <pc:sldMk cId="1363589781" sldId="320"/>
            <ac:spMk id="3" creationId="{C04151B2-B1AD-2D0C-5740-3000E828F1A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9/1/2023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9/1/2023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9/1/2023</a:t>
            </a:fld>
            <a:endParaRPr lang="en-US"/>
          </a:p>
        </p:txBody>
      </p:sp>
      <p:sp>
        <p:nvSpPr>
          <p:cNvPr id="8" name="Footer Placeholder 7"/>
          <p:cNvSpPr>
            <a:spLocks noGrp="1"/>
          </p:cNvSpPr>
          <p:nvPr>
            <p:ph type="ftr" sz="quarter" idx="11"/>
          </p:nvPr>
        </p:nvSpPr>
        <p:spPr/>
        <p:txBody>
          <a:bodyPr/>
          <a:lstStyle/>
          <a:p>
            <a:r>
              <a:rPr lang="en-US"/>
              <a:t>Copyright 2023 - Charon Software - All Rights Reserved </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9/1/2023</a:t>
            </a:fld>
            <a:endParaRPr lang="en-US"/>
          </a:p>
        </p:txBody>
      </p:sp>
      <p:sp>
        <p:nvSpPr>
          <p:cNvPr id="4" name="Footer Placeholder 3"/>
          <p:cNvSpPr>
            <a:spLocks noGrp="1"/>
          </p:cNvSpPr>
          <p:nvPr>
            <p:ph type="ftr" sz="quarter" idx="11"/>
          </p:nvPr>
        </p:nvSpPr>
        <p:spPr/>
        <p:txBody>
          <a:bodyPr/>
          <a:lstStyle/>
          <a:p>
            <a:r>
              <a:rPr lang="en-US"/>
              <a:t>Copyright 2023 - Charon Software - All Rights Reserved </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9/1/2023</a:t>
            </a:fld>
            <a:endParaRPr lang="en-US"/>
          </a:p>
        </p:txBody>
      </p:sp>
      <p:sp>
        <p:nvSpPr>
          <p:cNvPr id="3" name="Footer Placeholder 2"/>
          <p:cNvSpPr>
            <a:spLocks noGrp="1"/>
          </p:cNvSpPr>
          <p:nvPr>
            <p:ph type="ftr" sz="quarter" idx="11"/>
          </p:nvPr>
        </p:nvSpPr>
        <p:spPr/>
        <p:txBody>
          <a:bodyPr/>
          <a:lstStyle/>
          <a:p>
            <a:r>
              <a:rPr lang="en-US"/>
              <a:t>Copyright 2023 - Charon Software - All Rights Reserved </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9/1/2023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2023 - Charon Software - All Rights Reserved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Fiduciar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en.wikipedia.org/wiki/Leonard_v._Pepsico,_Inc.#:~:text=Leonard%20sent%20a%20check%20for,%22humorous%20and%20entertaining%20ad%22."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imgur.com/" TargetMode="External"/><Relationship Id="rId2" Type="http://schemas.openxmlformats.org/officeDocument/2006/relationships/hyperlink" Target="https://stackoverflow.com/" TargetMode="External"/><Relationship Id="rId1" Type="http://schemas.openxmlformats.org/officeDocument/2006/relationships/slideLayout" Target="../slideLayouts/slideLayout2.xml"/><Relationship Id="rId4" Type="http://schemas.openxmlformats.org/officeDocument/2006/relationships/hyperlink" Target="https://twitter.com/hom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youtube.com/watch?v=3qVPNONdF58"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ohiomemory.ohiohistory.org/archives/2477#:~:text=Priced%20at%20just%20%24825%2C%20the,vehicle%20for%20the%20common%20man."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yachtworld.com/research/worlds-largest-yachts/" TargetMode="External"/><Relationship Id="rId2" Type="http://schemas.openxmlformats.org/officeDocument/2006/relationships/hyperlink" Target="https://www.youtube.com/watch?v=NIGMUAMevH0" TargetMode="External"/><Relationship Id="rId1" Type="http://schemas.openxmlformats.org/officeDocument/2006/relationships/slideLayout" Target="../slideLayouts/slideLayout2.xml"/><Relationship Id="rId4" Type="http://schemas.openxmlformats.org/officeDocument/2006/relationships/hyperlink" Target="https://www.independent.co.uk/news/business/cartier-boss-with-7-5bn-fortune-says-prospect-poor-rising-up-keeps-him-awake-at-night-10307485.html" TargetMode="External"/></Relationships>
</file>

<file path=ppt/slides/_rels/slide47.xml.rels><?xml version="1.0" encoding="UTF-8" standalone="yes"?>
<Relationships xmlns="http://schemas.openxmlformats.org/package/2006/relationships"><Relationship Id="rId2" Type="http://schemas.openxmlformats.org/officeDocument/2006/relationships/hyperlink" Target="https://worldofwarcraft.blizzard.com/en-u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en.wikipedia.org/wiki/K-2SO" TargetMode="External"/><Relationship Id="rId2" Type="http://schemas.openxmlformats.org/officeDocument/2006/relationships/hyperlink" Target="https://nypost.com/2017/11/18/video-shows-nurses-laughing-as-89-year-old-vet-dies-begs-for-help/"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www.youtube.com/watch?v=epbOHloSpZM" TargetMode="External"/><Relationship Id="rId2" Type="http://schemas.openxmlformats.org/officeDocument/2006/relationships/hyperlink" Target="https://www.youtube.com/watch?v=G5uamDMoW4o"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www.imdb.com/title/tt0119081/" TargetMode="External"/><Relationship Id="rId2" Type="http://schemas.openxmlformats.org/officeDocument/2006/relationships/hyperlink" Target="https://www.space.com/31933-quantum-entanglement-action-at-a-distance.html#:~:text=Quantum%20entanglement%20is%20when%20two,Their%20state%20remains%20the%20same."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11939-1EC1-1BF3-B0E1-3440CBC1F3D3}"/>
              </a:ext>
            </a:extLst>
          </p:cNvPr>
          <p:cNvSpPr>
            <a:spLocks noGrp="1"/>
          </p:cNvSpPr>
          <p:nvPr>
            <p:ph type="title"/>
          </p:nvPr>
        </p:nvSpPr>
        <p:spPr/>
        <p:txBody>
          <a:bodyPr/>
          <a:lstStyle/>
          <a:p>
            <a:r>
              <a:rPr lang="en-US" dirty="0">
                <a:cs typeface="Calibri Light"/>
              </a:rPr>
              <a:t>New Outline</a:t>
            </a:r>
            <a:endParaRPr lang="en-US" dirty="0"/>
          </a:p>
        </p:txBody>
      </p:sp>
      <p:sp>
        <p:nvSpPr>
          <p:cNvPr id="3" name="Content Placeholder 2">
            <a:extLst>
              <a:ext uri="{FF2B5EF4-FFF2-40B4-BE49-F238E27FC236}">
                <a16:creationId xmlns:a16="http://schemas.microsoft.com/office/drawing/2014/main" id="{594954C9-A707-69B0-D235-57E16BE68174}"/>
              </a:ext>
            </a:extLst>
          </p:cNvPr>
          <p:cNvSpPr>
            <a:spLocks noGrp="1"/>
          </p:cNvSpPr>
          <p:nvPr>
            <p:ph sz="half" idx="2"/>
          </p:nvPr>
        </p:nvSpPr>
        <p:spPr>
          <a:xfrm>
            <a:off x="839788" y="1436416"/>
            <a:ext cx="5157787" cy="4818295"/>
          </a:xfrm>
        </p:spPr>
        <p:txBody>
          <a:bodyPr vert="horz" lIns="91440" tIns="45720" rIns="91440" bIns="45720" rtlCol="0" anchor="t">
            <a:normAutofit fontScale="77500" lnSpcReduction="20000"/>
          </a:bodyPr>
          <a:lstStyle/>
          <a:p>
            <a:pPr marL="514350" indent="-514350">
              <a:buAutoNum type="romanUcPeriod"/>
            </a:pPr>
            <a:r>
              <a:rPr lang="en-US" sz="1600" dirty="0">
                <a:cs typeface="Calibri"/>
              </a:rPr>
              <a:t>Introduction</a:t>
            </a:r>
          </a:p>
          <a:p>
            <a:pPr marL="514350" indent="-514350">
              <a:buAutoNum type="romanUcPeriod"/>
            </a:pPr>
            <a:r>
              <a:rPr lang="en-US" sz="1600" dirty="0">
                <a:cs typeface="Calibri"/>
              </a:rPr>
              <a:t>About Me</a:t>
            </a:r>
          </a:p>
          <a:p>
            <a:pPr marL="514350" indent="-514350">
              <a:buAutoNum type="romanUcPeriod"/>
            </a:pPr>
            <a:r>
              <a:rPr lang="en-US" sz="1600" dirty="0">
                <a:cs typeface="Calibri"/>
              </a:rPr>
              <a:t>Just a Story</a:t>
            </a:r>
          </a:p>
          <a:p>
            <a:pPr marL="514350" indent="-514350">
              <a:buAutoNum type="romanUcPeriod"/>
            </a:pPr>
            <a:r>
              <a:rPr lang="en-US" sz="1600" dirty="0">
                <a:cs typeface="Calibri"/>
              </a:rPr>
              <a:t>UP: Flying Cars &amp; Buses/Gliders/Space Elevators</a:t>
            </a:r>
            <a:endParaRPr lang="en-US" sz="1600" dirty="0">
              <a:ea typeface="Calibri"/>
              <a:cs typeface="Calibri"/>
            </a:endParaRPr>
          </a:p>
          <a:p>
            <a:pPr marL="971550" lvl="1" indent="-514350">
              <a:buAutoNum type="romanUcPeriod"/>
            </a:pPr>
            <a:r>
              <a:rPr lang="en-US" sz="1600" dirty="0">
                <a:cs typeface="Calibri"/>
              </a:rPr>
              <a:t>Flying Cars – others suck; pods; sizing standards; safety; chassis design/definition</a:t>
            </a:r>
          </a:p>
          <a:p>
            <a:pPr marL="971550" lvl="1" indent="-514350">
              <a:buAutoNum type="romanUcPeriod"/>
            </a:pPr>
            <a:r>
              <a:rPr lang="en-US" sz="1600" dirty="0">
                <a:cs typeface="Calibri"/>
              </a:rPr>
              <a:t>Buses – definition; design ideas – hulls, balloons; redundancy</a:t>
            </a:r>
          </a:p>
          <a:p>
            <a:pPr marL="971550" lvl="1" indent="-514350">
              <a:buAutoNum type="romanUcPeriod"/>
            </a:pPr>
            <a:r>
              <a:rPr lang="en-US" sz="1600" dirty="0">
                <a:cs typeface="Calibri"/>
              </a:rPr>
              <a:t>Gliders</a:t>
            </a:r>
          </a:p>
          <a:p>
            <a:pPr marL="971550" lvl="1" indent="-514350">
              <a:buAutoNum type="romanUcPeriod"/>
            </a:pPr>
            <a:r>
              <a:rPr lang="en-US" sz="1600" dirty="0">
                <a:cs typeface="Calibri"/>
              </a:rPr>
              <a:t>Space Elevators/Shipyards</a:t>
            </a:r>
          </a:p>
          <a:p>
            <a:pPr marL="971550" lvl="1" indent="-514350">
              <a:buAutoNum type="romanUcPeriod"/>
            </a:pPr>
            <a:r>
              <a:rPr lang="en-US" sz="1600" dirty="0">
                <a:cs typeface="Calibri"/>
              </a:rPr>
              <a:t>Operations/Systems to support</a:t>
            </a:r>
          </a:p>
          <a:p>
            <a:pPr marL="971550" lvl="1" indent="-514350">
              <a:buAutoNum type="romanUcPeriod"/>
            </a:pPr>
            <a:r>
              <a:rPr lang="en-US" sz="1600" dirty="0">
                <a:cs typeface="Calibri"/>
              </a:rPr>
              <a:t>Cost</a:t>
            </a:r>
          </a:p>
          <a:p>
            <a:pPr marL="971550" lvl="1" indent="-514350">
              <a:buAutoNum type="romanUcPeriod"/>
            </a:pPr>
            <a:r>
              <a:rPr lang="en-US" sz="1600" dirty="0">
                <a:cs typeface="Calibri"/>
              </a:rPr>
              <a:t>Closing Thoughts</a:t>
            </a:r>
          </a:p>
          <a:p>
            <a:pPr marL="514350" indent="-514350">
              <a:buAutoNum type="romanUcPeriod"/>
            </a:pPr>
            <a:r>
              <a:rPr lang="en-US" sz="1600" dirty="0">
                <a:cs typeface="Calibri"/>
              </a:rPr>
              <a:t>Parks</a:t>
            </a:r>
          </a:p>
          <a:p>
            <a:pPr marL="971550" lvl="1" indent="-514350">
              <a:buAutoNum type="romanUcPeriod"/>
            </a:pPr>
            <a:r>
              <a:rPr lang="en-US" sz="1600" dirty="0">
                <a:cs typeface="Calibri"/>
              </a:rPr>
              <a:t>Definition; return to nature</a:t>
            </a:r>
          </a:p>
          <a:p>
            <a:pPr marL="971550" lvl="1" indent="-514350">
              <a:buAutoNum type="romanUcPeriod"/>
            </a:pPr>
            <a:r>
              <a:rPr lang="en-US" sz="1600" dirty="0">
                <a:cs typeface="Calibri"/>
              </a:rPr>
              <a:t>Types of use/visits</a:t>
            </a:r>
          </a:p>
          <a:p>
            <a:pPr marL="1428750" lvl="2" indent="-514350">
              <a:buAutoNum type="romanUcPeriod"/>
            </a:pPr>
            <a:r>
              <a:rPr lang="en-US" sz="1600" dirty="0">
                <a:cs typeface="Calibri"/>
              </a:rPr>
              <a:t>What it's like / paint the picture</a:t>
            </a:r>
          </a:p>
          <a:p>
            <a:pPr marL="1428750" lvl="2" indent="-514350">
              <a:buAutoNum type="romanUcPeriod"/>
            </a:pPr>
            <a:r>
              <a:rPr lang="en-US" sz="1600" dirty="0">
                <a:cs typeface="Calibri"/>
              </a:rPr>
              <a:t>Restaurants</a:t>
            </a:r>
          </a:p>
          <a:p>
            <a:pPr marL="1428750" lvl="2" indent="-514350">
              <a:buAutoNum type="romanUcPeriod"/>
            </a:pPr>
            <a:r>
              <a:rPr lang="en-US" sz="1600" dirty="0">
                <a:cs typeface="Calibri"/>
              </a:rPr>
              <a:t>Rides</a:t>
            </a:r>
          </a:p>
          <a:p>
            <a:pPr marL="1428750" lvl="2" indent="-514350">
              <a:buAutoNum type="romanUcPeriod"/>
            </a:pPr>
            <a:r>
              <a:rPr lang="en-US" sz="1600" dirty="0">
                <a:cs typeface="Calibri"/>
              </a:rPr>
              <a:t>Events</a:t>
            </a:r>
          </a:p>
          <a:p>
            <a:pPr marL="1428750" lvl="2" indent="-514350">
              <a:buAutoNum type="romanUcPeriod"/>
            </a:pPr>
            <a:r>
              <a:rPr lang="en-US" sz="1600" dirty="0">
                <a:cs typeface="Calibri"/>
              </a:rPr>
              <a:t>Working</a:t>
            </a:r>
          </a:p>
          <a:p>
            <a:pPr marL="971550" lvl="1" indent="-514350">
              <a:buAutoNum type="romanUcPeriod"/>
            </a:pPr>
            <a:r>
              <a:rPr lang="en-US" sz="1600" dirty="0">
                <a:cs typeface="Calibri"/>
              </a:rPr>
              <a:t>Funding philosophy</a:t>
            </a:r>
          </a:p>
        </p:txBody>
      </p:sp>
      <p:sp>
        <p:nvSpPr>
          <p:cNvPr id="8" name="Content Placeholder 7">
            <a:extLst>
              <a:ext uri="{FF2B5EF4-FFF2-40B4-BE49-F238E27FC236}">
                <a16:creationId xmlns:a16="http://schemas.microsoft.com/office/drawing/2014/main" id="{3938B658-D021-35F9-6892-A3ED33D1AD8C}"/>
              </a:ext>
            </a:extLst>
          </p:cNvPr>
          <p:cNvSpPr>
            <a:spLocks noGrp="1"/>
          </p:cNvSpPr>
          <p:nvPr>
            <p:ph sz="quarter" idx="4"/>
          </p:nvPr>
        </p:nvSpPr>
        <p:spPr>
          <a:xfrm>
            <a:off x="6172200" y="1362075"/>
            <a:ext cx="5183188" cy="4893628"/>
          </a:xfrm>
        </p:spPr>
        <p:txBody>
          <a:bodyPr vert="horz" lIns="91440" tIns="45720" rIns="91440" bIns="45720" rtlCol="0" anchor="t">
            <a:normAutofit fontScale="77500" lnSpcReduction="20000"/>
          </a:bodyPr>
          <a:lstStyle/>
          <a:p>
            <a:pPr marL="342900" indent="-342900">
              <a:buAutoNum type="romanUcPeriod"/>
            </a:pPr>
            <a:r>
              <a:rPr lang="en-US" sz="1600" dirty="0">
                <a:cs typeface="Calibri" panose="020F0502020204030204"/>
              </a:rPr>
              <a:t>Work</a:t>
            </a:r>
          </a:p>
          <a:p>
            <a:pPr marL="971550" lvl="1" indent="-514350">
              <a:buAutoNum type="romanUcPeriod"/>
            </a:pPr>
            <a:r>
              <a:rPr lang="en-US" sz="1600" dirty="0">
                <a:cs typeface="Calibri" panose="020F0502020204030204"/>
              </a:rPr>
              <a:t>Define it; keep your job; Peace Corp</a:t>
            </a:r>
          </a:p>
          <a:p>
            <a:pPr marL="971550" lvl="1" indent="-514350">
              <a:buAutoNum type="romanUcPeriod"/>
            </a:pPr>
            <a:r>
              <a:rPr lang="en-US" sz="1600" dirty="0">
                <a:cs typeface="Calibri" panose="020F0502020204030204"/>
              </a:rPr>
              <a:t>Approaches – lease a spot / fill a spot; bounties/solving problems</a:t>
            </a:r>
          </a:p>
          <a:p>
            <a:pPr marL="971550" lvl="1" indent="-514350">
              <a:buAutoNum type="romanUcPeriod"/>
            </a:pPr>
            <a:r>
              <a:rPr lang="en-US" sz="1600" dirty="0">
                <a:cs typeface="Calibri" panose="020F0502020204030204"/>
              </a:rPr>
              <a:t>Governance</a:t>
            </a:r>
          </a:p>
          <a:p>
            <a:pPr marL="971550" lvl="1" indent="-514350">
              <a:buAutoNum type="romanUcPeriod"/>
            </a:pPr>
            <a:r>
              <a:rPr lang="en-US" sz="1600" dirty="0">
                <a:cs typeface="Calibri" panose="020F0502020204030204"/>
              </a:rPr>
              <a:t>Compensation / Terran Astral Credit –what it is/means; basic principles</a:t>
            </a:r>
          </a:p>
          <a:p>
            <a:pPr marL="342900" indent="-342900">
              <a:buFont typeface="Arial" panose="020B0604020202020204" pitchFamily="34" charset="0"/>
              <a:buAutoNum type="romanUcPeriod"/>
            </a:pPr>
            <a:r>
              <a:rPr lang="en-US" sz="1600" dirty="0">
                <a:cs typeface="Calibri" panose="020F0502020204030204"/>
              </a:rPr>
              <a:t>How We Run the Business</a:t>
            </a:r>
          </a:p>
          <a:p>
            <a:pPr marL="800100" lvl="1" indent="-342900">
              <a:buAutoNum type="romanUcPeriod"/>
            </a:pPr>
            <a:r>
              <a:rPr lang="en-US" sz="1600" dirty="0">
                <a:cs typeface="Calibri" panose="020F0502020204030204"/>
              </a:rPr>
              <a:t>Partnerships</a:t>
            </a:r>
          </a:p>
          <a:p>
            <a:pPr marL="800100" lvl="1" indent="-342900">
              <a:buAutoNum type="romanUcPeriod"/>
            </a:pPr>
            <a:r>
              <a:rPr lang="en-US" sz="1600" dirty="0">
                <a:cs typeface="Calibri" panose="020F0502020204030204"/>
              </a:rPr>
              <a:t>Powers That Be</a:t>
            </a:r>
          </a:p>
          <a:p>
            <a:pPr marL="800100" lvl="1" indent="-342900">
              <a:buAutoNum type="romanUcPeriod"/>
            </a:pPr>
            <a:r>
              <a:rPr lang="en-US" sz="1600" dirty="0">
                <a:cs typeface="Calibri" panose="020F0502020204030204"/>
              </a:rPr>
              <a:t>Not for Profit</a:t>
            </a:r>
          </a:p>
          <a:p>
            <a:pPr marL="800100" lvl="1" indent="-342900">
              <a:buAutoNum type="romanUcPeriod"/>
            </a:pPr>
            <a:r>
              <a:rPr lang="en-US" sz="1600" dirty="0">
                <a:cs typeface="Calibri" panose="020F0502020204030204"/>
              </a:rPr>
              <a:t>Bill of Rights/Responsibilities</a:t>
            </a:r>
          </a:p>
          <a:p>
            <a:pPr marL="342900" indent="-342900">
              <a:buAutoNum type="romanUcPeriod"/>
            </a:pPr>
            <a:r>
              <a:rPr lang="en-US" sz="1600" dirty="0">
                <a:cs typeface="Calibri" panose="020F0502020204030204"/>
              </a:rPr>
              <a:t>Concierge</a:t>
            </a:r>
          </a:p>
          <a:p>
            <a:pPr marL="800100" lvl="1" indent="-342900">
              <a:buAutoNum type="romanUcPeriod"/>
            </a:pPr>
            <a:r>
              <a:rPr lang="en-US" sz="1600" dirty="0">
                <a:cs typeface="Calibri" panose="020F0502020204030204"/>
              </a:rPr>
              <a:t>Definition</a:t>
            </a:r>
          </a:p>
          <a:p>
            <a:pPr marL="800100" lvl="1" indent="-342900">
              <a:buAutoNum type="romanUcPeriod"/>
            </a:pPr>
            <a:r>
              <a:rPr lang="en-US" sz="1600" dirty="0">
                <a:cs typeface="Calibri" panose="020F0502020204030204"/>
              </a:rPr>
              <a:t>Lingua Franca</a:t>
            </a:r>
          </a:p>
          <a:p>
            <a:pPr marL="342900" indent="-342900">
              <a:buAutoNum type="romanUcPeriod"/>
            </a:pPr>
            <a:r>
              <a:rPr lang="en-US" sz="1600" dirty="0">
                <a:cs typeface="Calibri" panose="020F0502020204030204"/>
              </a:rPr>
              <a:t>Close</a:t>
            </a:r>
          </a:p>
          <a:p>
            <a:pPr marL="800100" lvl="1" indent="-342900">
              <a:buAutoNum type="romanUcPeriod"/>
            </a:pPr>
            <a:r>
              <a:rPr lang="en-US" sz="1600" dirty="0">
                <a:cs typeface="Calibri" panose="020F0502020204030204"/>
              </a:rPr>
              <a:t>Weirdo / thinking about running for President</a:t>
            </a:r>
          </a:p>
          <a:p>
            <a:pPr marL="800100" lvl="1" indent="-342900">
              <a:buAutoNum type="romanUcPeriod"/>
            </a:pPr>
            <a:r>
              <a:rPr lang="en-US" sz="1600" dirty="0">
                <a:cs typeface="Calibri" panose="020F0502020204030204"/>
              </a:rPr>
              <a:t>Something to Believe In</a:t>
            </a:r>
          </a:p>
          <a:p>
            <a:pPr marL="800100" lvl="1" indent="-342900">
              <a:buAutoNum type="romanUcPeriod"/>
            </a:pPr>
            <a:r>
              <a:rPr lang="en-US" sz="1600" dirty="0">
                <a:cs typeface="Calibri" panose="020F0502020204030204"/>
              </a:rPr>
              <a:t>What's Next – Money (Kickstarter) &amp; Involvement (Meetup)</a:t>
            </a:r>
          </a:p>
          <a:p>
            <a:pPr marL="342900">
              <a:buAutoNum type="romanUcPeriod"/>
            </a:pPr>
            <a:r>
              <a:rPr lang="en-US" sz="1600" dirty="0">
                <a:cs typeface="Calibri" panose="020F0502020204030204"/>
              </a:rPr>
              <a:t>Addendum</a:t>
            </a:r>
          </a:p>
          <a:p>
            <a:pPr marL="342900" indent="-342900">
              <a:buAutoNum type="romanUcPeriod"/>
            </a:pPr>
            <a:endParaRPr lang="en-US" sz="1600" dirty="0">
              <a:cs typeface="Calibri" panose="020F0502020204030204"/>
            </a:endParaRPr>
          </a:p>
          <a:p>
            <a:pPr marL="514350">
              <a:buAutoNum type="romanUcPeriod"/>
            </a:pPr>
            <a:endParaRPr lang="en-US" sz="1600" dirty="0">
              <a:cs typeface="Calibri" panose="020F0502020204030204"/>
            </a:endParaRPr>
          </a:p>
        </p:txBody>
      </p:sp>
      <p:sp>
        <p:nvSpPr>
          <p:cNvPr id="4" name="Footer Placeholder 3">
            <a:extLst>
              <a:ext uri="{FF2B5EF4-FFF2-40B4-BE49-F238E27FC236}">
                <a16:creationId xmlns:a16="http://schemas.microsoft.com/office/drawing/2014/main" id="{A30A0D4B-262E-1FE0-1C19-F059B8114511}"/>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9C47F7B9-CF6A-1293-C0A9-1561EF7BAA02}"/>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915020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8DD63-82CF-36AD-39FD-8F4E9EE508BE}"/>
              </a:ext>
            </a:extLst>
          </p:cNvPr>
          <p:cNvSpPr>
            <a:spLocks noGrp="1"/>
          </p:cNvSpPr>
          <p:nvPr>
            <p:ph type="title"/>
          </p:nvPr>
        </p:nvSpPr>
        <p:spPr/>
        <p:txBody>
          <a:bodyPr/>
          <a:lstStyle/>
          <a:p>
            <a:r>
              <a:rPr lang="en-US" err="1">
                <a:cs typeface="Calibri Light"/>
              </a:rPr>
              <a:t>i</a:t>
            </a:r>
            <a:r>
              <a:rPr lang="en-US">
                <a:cs typeface="Calibri Light"/>
              </a:rPr>
              <a:t> am – Jeff DeRemer</a:t>
            </a:r>
            <a:endParaRPr lang="en-US"/>
          </a:p>
        </p:txBody>
      </p:sp>
      <p:sp>
        <p:nvSpPr>
          <p:cNvPr id="3" name="Content Placeholder 2">
            <a:extLst>
              <a:ext uri="{FF2B5EF4-FFF2-40B4-BE49-F238E27FC236}">
                <a16:creationId xmlns:a16="http://schemas.microsoft.com/office/drawing/2014/main" id="{2B48F1B9-BE18-2779-9783-44A7FC8F6204}"/>
              </a:ext>
            </a:extLst>
          </p:cNvPr>
          <p:cNvSpPr>
            <a:spLocks noGrp="1"/>
          </p:cNvSpPr>
          <p:nvPr>
            <p:ph idx="1"/>
          </p:nvPr>
        </p:nvSpPr>
        <p:spPr/>
        <p:txBody>
          <a:bodyPr vert="horz" lIns="91440" tIns="45720" rIns="91440" bIns="45720" rtlCol="0" anchor="t">
            <a:normAutofit fontScale="92500" lnSpcReduction="10000"/>
          </a:bodyPr>
          <a:lstStyle/>
          <a:p>
            <a:r>
              <a:rPr lang="en-US" dirty="0">
                <a:cs typeface="Calibri"/>
              </a:rPr>
              <a:t>always dreamt of flying cars</a:t>
            </a:r>
          </a:p>
          <a:p>
            <a:r>
              <a:rPr lang="en-US" dirty="0">
                <a:cs typeface="Calibri"/>
              </a:rPr>
              <a:t>some ideas that seem worthy of exploration</a:t>
            </a:r>
          </a:p>
          <a:p>
            <a:r>
              <a:rPr lang="en-US" dirty="0">
                <a:cs typeface="Calibri"/>
              </a:rPr>
              <a:t>presentation is a bit rough</a:t>
            </a:r>
          </a:p>
          <a:p>
            <a:r>
              <a:rPr lang="en-US" dirty="0">
                <a:cs typeface="Calibri"/>
              </a:rPr>
              <a:t>just want to see if I can connect with like-minded folks who might wish to go along on this journey with me</a:t>
            </a:r>
            <a:endParaRPr lang="en-US"/>
          </a:p>
          <a:p>
            <a:r>
              <a:rPr lang="en-US" dirty="0">
                <a:cs typeface="Calibri"/>
              </a:rPr>
              <a:t>There's a lot to cover. If – at the end – you feel like some part of this seemed interesting -- I'd love to hear from you. Maybe send a few bucks, if you have the means</a:t>
            </a:r>
          </a:p>
          <a:p>
            <a:r>
              <a:rPr lang="en-US" dirty="0">
                <a:cs typeface="Calibri"/>
              </a:rPr>
              <a:t>But – if AN Y of this resonates with you - I would truly love to hear from you</a:t>
            </a:r>
          </a:p>
          <a:p>
            <a:r>
              <a:rPr lang="en-US" dirty="0">
                <a:cs typeface="Calibri"/>
              </a:rPr>
              <a:t>#TerranAstra  :-)  More, later... </a:t>
            </a:r>
          </a:p>
          <a:p>
            <a:endParaRPr lang="en-US">
              <a:cs typeface="Calibri"/>
            </a:endParaRPr>
          </a:p>
        </p:txBody>
      </p:sp>
      <p:sp>
        <p:nvSpPr>
          <p:cNvPr id="4" name="Footer Placeholder 3">
            <a:extLst>
              <a:ext uri="{FF2B5EF4-FFF2-40B4-BE49-F238E27FC236}">
                <a16:creationId xmlns:a16="http://schemas.microsoft.com/office/drawing/2014/main" id="{8DF25866-1ADB-63AB-5042-977ACD947767}"/>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C27890D4-E625-86C9-E795-FF7B8C74B0AC}"/>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3904009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C1FC0-8568-3450-3259-23A92828998B}"/>
              </a:ext>
            </a:extLst>
          </p:cNvPr>
          <p:cNvSpPr>
            <a:spLocks noGrp="1"/>
          </p:cNvSpPr>
          <p:nvPr>
            <p:ph type="title"/>
          </p:nvPr>
        </p:nvSpPr>
        <p:spPr/>
        <p:txBody>
          <a:bodyPr/>
          <a:lstStyle/>
          <a:p>
            <a:r>
              <a:rPr lang="en-US">
                <a:cs typeface="Calibri Light"/>
              </a:rPr>
              <a:t>"Quick" versions of:</a:t>
            </a:r>
          </a:p>
        </p:txBody>
      </p:sp>
      <p:sp>
        <p:nvSpPr>
          <p:cNvPr id="3" name="Content Placeholder 2">
            <a:extLst>
              <a:ext uri="{FF2B5EF4-FFF2-40B4-BE49-F238E27FC236}">
                <a16:creationId xmlns:a16="http://schemas.microsoft.com/office/drawing/2014/main" id="{69F6AD24-2AA8-1769-5A4C-06990BD5C0B0}"/>
              </a:ext>
            </a:extLst>
          </p:cNvPr>
          <p:cNvSpPr>
            <a:spLocks noGrp="1"/>
          </p:cNvSpPr>
          <p:nvPr>
            <p:ph idx="1"/>
          </p:nvPr>
        </p:nvSpPr>
        <p:spPr/>
        <p:txBody>
          <a:bodyPr vert="horz" lIns="91440" tIns="45720" rIns="91440" bIns="45720" rtlCol="0" anchor="t">
            <a:normAutofit fontScale="62500" lnSpcReduction="20000"/>
          </a:bodyPr>
          <a:lstStyle/>
          <a:p>
            <a:r>
              <a:rPr lang="en-US" dirty="0">
                <a:cs typeface="Calibri"/>
              </a:rPr>
              <a:t>About me</a:t>
            </a:r>
            <a:endParaRPr lang="en-US" dirty="0">
              <a:ea typeface="Calibri"/>
              <a:cs typeface="Calibri"/>
            </a:endParaRPr>
          </a:p>
          <a:p>
            <a:r>
              <a:rPr lang="en-US" dirty="0">
                <a:cs typeface="Calibri"/>
              </a:rPr>
              <a:t>All "just a story" .. just a big "hey, what if?" </a:t>
            </a:r>
          </a:p>
          <a:p>
            <a:pPr lvl="1"/>
            <a:r>
              <a:rPr lang="en-US" dirty="0">
                <a:cs typeface="Calibri"/>
              </a:rPr>
              <a:t>But - with luck &amp; perseverance - I believe this is possible</a:t>
            </a:r>
            <a:endParaRPr lang="en-US" dirty="0"/>
          </a:p>
          <a:p>
            <a:r>
              <a:rPr lang="en-US" dirty="0">
                <a:ea typeface="Calibri"/>
                <a:cs typeface="Calibri"/>
              </a:rPr>
              <a:t>Just a brief intro – ideas that have been floating around for years. </a:t>
            </a:r>
          </a:p>
          <a:p>
            <a:pPr lvl="1"/>
            <a:r>
              <a:rPr lang="en-US" dirty="0">
                <a:ea typeface="Calibri"/>
                <a:cs typeface="Calibri"/>
              </a:rPr>
              <a:t>Obviously; each of these sections requires entire teams &amp; years of effort.. </a:t>
            </a:r>
            <a:endParaRPr lang="en-US" dirty="0">
              <a:cs typeface="Calibri"/>
            </a:endParaRPr>
          </a:p>
          <a:p>
            <a:r>
              <a:rPr lang="en-US" dirty="0">
                <a:cs typeface="Calibri"/>
              </a:rPr>
              <a:t>Flying cars - $ Billions</a:t>
            </a:r>
          </a:p>
          <a:p>
            <a:r>
              <a:rPr lang="en-US" sz="2900" dirty="0">
                <a:cs typeface="Calibri"/>
              </a:rPr>
              <a:t>Space Elevator - $ Trillions </a:t>
            </a:r>
          </a:p>
          <a:p>
            <a:r>
              <a:rPr lang="en-US" dirty="0">
                <a:cs typeface="Calibri"/>
              </a:rPr>
              <a:t>New Parks | New Restaurants – New Fundraising, $ "just" a few million gets our 1st started (?)</a:t>
            </a:r>
            <a:endParaRPr lang="en-US" dirty="0">
              <a:ea typeface="Calibri"/>
              <a:cs typeface="Calibri"/>
            </a:endParaRPr>
          </a:p>
          <a:p>
            <a:r>
              <a:rPr lang="en-US" dirty="0">
                <a:cs typeface="Calibri"/>
              </a:rPr>
              <a:t>New Part-time / "Gig" work | Vacation / Dude Ranch | Date night </a:t>
            </a:r>
            <a:endParaRPr lang="en-US" dirty="0">
              <a:ea typeface="Calibri" panose="020F0502020204030204"/>
              <a:cs typeface="Calibri"/>
            </a:endParaRPr>
          </a:p>
          <a:p>
            <a:r>
              <a:rPr lang="en-US" dirty="0">
                <a:cs typeface="Calibri"/>
              </a:rPr>
              <a:t>New Governance – </a:t>
            </a:r>
            <a:r>
              <a:rPr lang="en-US" dirty="0">
                <a:solidFill>
                  <a:srgbClr val="FF0000"/>
                </a:solidFill>
                <a:cs typeface="Calibri"/>
              </a:rPr>
              <a:t>the allure of "easy money" is simply too much</a:t>
            </a:r>
            <a:r>
              <a:rPr lang="en-US" dirty="0">
                <a:cs typeface="Calibri"/>
              </a:rPr>
              <a:t>.  </a:t>
            </a:r>
            <a:r>
              <a:rPr lang="en-US" dirty="0">
                <a:solidFill>
                  <a:srgbClr val="FF0000"/>
                </a:solidFill>
                <a:cs typeface="Calibri"/>
              </a:rPr>
              <a:t>Just define what you mean here – don't get into why until you cover topic</a:t>
            </a:r>
          </a:p>
          <a:p>
            <a:pPr lvl="1"/>
            <a:r>
              <a:rPr lang="en-US" dirty="0">
                <a:cs typeface="Calibri"/>
              </a:rPr>
              <a:t>(How many times do we need to learn that lesson??)</a:t>
            </a:r>
            <a:endParaRPr lang="en-US" dirty="0">
              <a:ea typeface="Calibri"/>
              <a:cs typeface="Calibri"/>
            </a:endParaRPr>
          </a:p>
          <a:p>
            <a:r>
              <a:rPr lang="en-US" dirty="0">
                <a:cs typeface="Calibri"/>
              </a:rPr>
              <a:t>New "Delta SkyMiles" | "Monopoly" - </a:t>
            </a:r>
            <a:r>
              <a:rPr lang="en-US" dirty="0" err="1">
                <a:cs typeface="Calibri"/>
              </a:rPr>
              <a:t>esque</a:t>
            </a:r>
            <a:r>
              <a:rPr lang="en-US" dirty="0">
                <a:cs typeface="Calibri"/>
              </a:rPr>
              <a:t> Currency</a:t>
            </a:r>
          </a:p>
          <a:p>
            <a:r>
              <a:rPr lang="en-US" dirty="0">
                <a:cs typeface="Calibri"/>
              </a:rPr>
              <a:t>New software - </a:t>
            </a:r>
            <a:r>
              <a:rPr lang="en-US" sz="2900" dirty="0">
                <a:cs typeface="Calibri"/>
              </a:rPr>
              <a:t>"Concierge"</a:t>
            </a:r>
            <a:endParaRPr lang="en-US" dirty="0">
              <a:cs typeface="Calibri"/>
            </a:endParaRPr>
          </a:p>
          <a:p>
            <a:pPr lvl="1"/>
            <a:r>
              <a:rPr lang="en-US" dirty="0">
                <a:cs typeface="Calibri"/>
              </a:rPr>
              <a:t>We must get around several issues of today's systems, or this never gets off the ground</a:t>
            </a:r>
            <a:endParaRPr lang="en-US" dirty="0">
              <a:ea typeface="Calibri"/>
              <a:cs typeface="Calibri"/>
            </a:endParaRPr>
          </a:p>
        </p:txBody>
      </p:sp>
      <p:sp>
        <p:nvSpPr>
          <p:cNvPr id="4" name="Slide Number Placeholder 3">
            <a:extLst>
              <a:ext uri="{FF2B5EF4-FFF2-40B4-BE49-F238E27FC236}">
                <a16:creationId xmlns:a16="http://schemas.microsoft.com/office/drawing/2014/main" id="{2D30E854-3D99-2497-2036-58669A3FD513}"/>
              </a:ext>
            </a:extLst>
          </p:cNvPr>
          <p:cNvSpPr>
            <a:spLocks noGrp="1"/>
          </p:cNvSpPr>
          <p:nvPr>
            <p:ph type="sldNum" sz="quarter" idx="12"/>
          </p:nvPr>
        </p:nvSpPr>
        <p:spPr/>
        <p:txBody>
          <a:bodyPr/>
          <a:lstStyle/>
          <a:p>
            <a:fld id="{330EA680-D336-4FF7-8B7A-9848BB0A1C32}" type="slidenum">
              <a:rPr lang="en-US" dirty="0" smtClean="0"/>
              <a:t>3</a:t>
            </a:fld>
            <a:endParaRPr lang="en-US" dirty="0"/>
          </a:p>
        </p:txBody>
      </p:sp>
      <p:sp>
        <p:nvSpPr>
          <p:cNvPr id="5" name="Footer Placeholder 4">
            <a:extLst>
              <a:ext uri="{FF2B5EF4-FFF2-40B4-BE49-F238E27FC236}">
                <a16:creationId xmlns:a16="http://schemas.microsoft.com/office/drawing/2014/main" id="{DADCD71B-DEBB-A3DF-ACC4-F65D0D5BD104}"/>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436497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B9620-A9E2-B119-CB45-D7D3C1AAF3C4}"/>
              </a:ext>
            </a:extLst>
          </p:cNvPr>
          <p:cNvSpPr>
            <a:spLocks noGrp="1"/>
          </p:cNvSpPr>
          <p:nvPr>
            <p:ph type="title"/>
          </p:nvPr>
        </p:nvSpPr>
        <p:spPr/>
        <p:txBody>
          <a:bodyPr/>
          <a:lstStyle/>
          <a:p>
            <a:r>
              <a:rPr lang="en-US">
                <a:cs typeface="Calibri Light"/>
              </a:rPr>
              <a:t>Target Audience...[</a:t>
            </a:r>
            <a:r>
              <a:rPr lang="en-US">
                <a:solidFill>
                  <a:srgbClr val="FF0000"/>
                </a:solidFill>
                <a:cs typeface="Calibri Light"/>
              </a:rPr>
              <a:t>?</a:t>
            </a:r>
            <a:r>
              <a:rPr lang="en-US">
                <a:cs typeface="Calibri Light"/>
              </a:rPr>
              <a:t>]</a:t>
            </a:r>
            <a:endParaRPr lang="en-US"/>
          </a:p>
        </p:txBody>
      </p:sp>
      <p:sp>
        <p:nvSpPr>
          <p:cNvPr id="3" name="Content Placeholder 2">
            <a:extLst>
              <a:ext uri="{FF2B5EF4-FFF2-40B4-BE49-F238E27FC236}">
                <a16:creationId xmlns:a16="http://schemas.microsoft.com/office/drawing/2014/main" id="{1E27FDFE-7CD7-2DFC-2F94-D0819ECC8141}"/>
              </a:ext>
            </a:extLst>
          </p:cNvPr>
          <p:cNvSpPr>
            <a:spLocks noGrp="1"/>
          </p:cNvSpPr>
          <p:nvPr>
            <p:ph idx="1"/>
          </p:nvPr>
        </p:nvSpPr>
        <p:spPr/>
        <p:txBody>
          <a:bodyPr vert="horz" lIns="91440" tIns="45720" rIns="91440" bIns="45720" rtlCol="0" anchor="t">
            <a:normAutofit/>
          </a:bodyPr>
          <a:lstStyle/>
          <a:p>
            <a:r>
              <a:rPr lang="en-US" dirty="0">
                <a:cs typeface="Calibri"/>
              </a:rPr>
              <a:t>who is this for? </a:t>
            </a:r>
          </a:p>
          <a:p>
            <a:pPr lvl="1"/>
            <a:r>
              <a:rPr lang="en-US" dirty="0">
                <a:cs typeface="Calibri"/>
              </a:rPr>
              <a:t>Anyone disenfranchised</a:t>
            </a:r>
            <a:endParaRPr lang="en-US" dirty="0"/>
          </a:p>
          <a:p>
            <a:pPr lvl="1"/>
            <a:r>
              <a:rPr lang="en-US" dirty="0">
                <a:cs typeface="Calibri"/>
              </a:rPr>
              <a:t>Not disenfranchised, but tired of watching it</a:t>
            </a:r>
            <a:endParaRPr lang="en-US" dirty="0"/>
          </a:p>
          <a:p>
            <a:pPr lvl="1"/>
            <a:r>
              <a:rPr lang="en-US" dirty="0">
                <a:cs typeface="Calibri"/>
              </a:rPr>
              <a:t>Someone who can help w these messages :) </a:t>
            </a:r>
            <a:endParaRPr lang="en-US" dirty="0"/>
          </a:p>
        </p:txBody>
      </p:sp>
      <p:sp>
        <p:nvSpPr>
          <p:cNvPr id="5" name="Slide Number Placeholder 4">
            <a:extLst>
              <a:ext uri="{FF2B5EF4-FFF2-40B4-BE49-F238E27FC236}">
                <a16:creationId xmlns:a16="http://schemas.microsoft.com/office/drawing/2014/main" id="{3B30918D-043F-8B84-ABD1-54835FF9B147}"/>
              </a:ext>
            </a:extLst>
          </p:cNvPr>
          <p:cNvSpPr>
            <a:spLocks noGrp="1"/>
          </p:cNvSpPr>
          <p:nvPr>
            <p:ph type="sldNum" sz="quarter" idx="12"/>
          </p:nvPr>
        </p:nvSpPr>
        <p:spPr/>
        <p:txBody>
          <a:bodyPr/>
          <a:lstStyle/>
          <a:p>
            <a:fld id="{330EA680-D336-4FF7-8B7A-9848BB0A1C32}" type="slidenum">
              <a:rPr lang="en-US" smtClean="0"/>
              <a:t>4</a:t>
            </a:fld>
            <a:endParaRPr lang="en-US"/>
          </a:p>
        </p:txBody>
      </p:sp>
      <p:sp>
        <p:nvSpPr>
          <p:cNvPr id="4" name="Footer Placeholder 3">
            <a:extLst>
              <a:ext uri="{FF2B5EF4-FFF2-40B4-BE49-F238E27FC236}">
                <a16:creationId xmlns:a16="http://schemas.microsoft.com/office/drawing/2014/main" id="{DF569938-18E9-66FD-71DA-940C9AA75046}"/>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940824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FD090-B222-1045-0E79-FE2F27ED7D36}"/>
              </a:ext>
            </a:extLst>
          </p:cNvPr>
          <p:cNvSpPr>
            <a:spLocks noGrp="1"/>
          </p:cNvSpPr>
          <p:nvPr>
            <p:ph type="title"/>
          </p:nvPr>
        </p:nvSpPr>
        <p:spPr>
          <a:xfrm>
            <a:off x="838200" y="365125"/>
            <a:ext cx="10515600" cy="814466"/>
          </a:xfrm>
        </p:spPr>
        <p:txBody>
          <a:bodyPr/>
          <a:lstStyle/>
          <a:p>
            <a:r>
              <a:rPr lang="en-US">
                <a:cs typeface="Calibri Light"/>
              </a:rPr>
              <a:t>About Me</a:t>
            </a:r>
            <a:endParaRPr lang="en-US"/>
          </a:p>
        </p:txBody>
      </p:sp>
      <p:sp>
        <p:nvSpPr>
          <p:cNvPr id="3" name="Content Placeholder 2">
            <a:extLst>
              <a:ext uri="{FF2B5EF4-FFF2-40B4-BE49-F238E27FC236}">
                <a16:creationId xmlns:a16="http://schemas.microsoft.com/office/drawing/2014/main" id="{B6C27F68-3CFD-F860-DC38-DB6A07A7E802}"/>
              </a:ext>
            </a:extLst>
          </p:cNvPr>
          <p:cNvSpPr>
            <a:spLocks noGrp="1"/>
          </p:cNvSpPr>
          <p:nvPr>
            <p:ph idx="1"/>
          </p:nvPr>
        </p:nvSpPr>
        <p:spPr>
          <a:xfrm>
            <a:off x="838200" y="1147260"/>
            <a:ext cx="10515600" cy="5029703"/>
          </a:xfrm>
        </p:spPr>
        <p:txBody>
          <a:bodyPr vert="horz" lIns="91440" tIns="45720" rIns="91440" bIns="45720" rtlCol="0" anchor="t">
            <a:normAutofit fontScale="92500" lnSpcReduction="20000"/>
          </a:bodyPr>
          <a:lstStyle/>
          <a:p>
            <a:r>
              <a:rPr lang="en-US" dirty="0"/>
              <a:t>New to all of this</a:t>
            </a:r>
            <a:endParaRPr lang="en-US" dirty="0">
              <a:cs typeface="Calibri"/>
            </a:endParaRPr>
          </a:p>
          <a:p>
            <a:r>
              <a:rPr lang="en-US" dirty="0"/>
              <a:t>I 'came from less'.. We don't have to 'compare shortcomings' -- NOT some contest. </a:t>
            </a:r>
          </a:p>
          <a:p>
            <a:pPr lvl="1"/>
            <a:r>
              <a:rPr lang="en-US" dirty="0"/>
              <a:t>I know I had more than some. But I had a whole lot less than most. And definitely less than most of what I see in current leadership roles, all over the world.</a:t>
            </a:r>
          </a:p>
          <a:p>
            <a:r>
              <a:rPr lang="en-US" dirty="0"/>
              <a:t>Frustrated - I climbed my way to a good place from being poor – but it's difficult to watch current state</a:t>
            </a:r>
          </a:p>
          <a:p>
            <a:pPr lvl="1"/>
            <a:r>
              <a:rPr lang="en-US" dirty="0"/>
              <a:t>That serotonin hit we're going to get from vacation .. if we can just hold out .. a few more weeks, months, years .. </a:t>
            </a:r>
          </a:p>
          <a:p>
            <a:pPr lvl="2"/>
            <a:r>
              <a:rPr lang="en-US" dirty="0"/>
              <a:t>Tired of waiting &amp; hoping for that, and it only ever coming at very expensive premiums </a:t>
            </a:r>
          </a:p>
          <a:p>
            <a:r>
              <a:rPr lang="en-US" dirty="0"/>
              <a:t>Maybe a bit Odd (definitely have been told that my whole life)  </a:t>
            </a:r>
          </a:p>
          <a:p>
            <a:r>
              <a:rPr lang="en-US" dirty="0"/>
              <a:t>But - I feel a valuable voice that has been missing... </a:t>
            </a:r>
          </a:p>
          <a:p>
            <a:pPr lvl="1"/>
            <a:r>
              <a:rPr lang="en-US" dirty="0"/>
              <a:t>this is all a check to see if we collectively want to incorporate more divergence, and less emphasis on the polished pomp &amp; pageantry. All too often, "Buzzwords &amp; BS" seem to dominate the discussions. I imagine that that's a scene that plays out all over</a:t>
            </a:r>
          </a:p>
        </p:txBody>
      </p:sp>
      <p:sp>
        <p:nvSpPr>
          <p:cNvPr id="5" name="Slide Number Placeholder 4">
            <a:extLst>
              <a:ext uri="{FF2B5EF4-FFF2-40B4-BE49-F238E27FC236}">
                <a16:creationId xmlns:a16="http://schemas.microsoft.com/office/drawing/2014/main" id="{37041B7A-D94E-82AB-7267-BA19E4434FF3}"/>
              </a:ext>
            </a:extLst>
          </p:cNvPr>
          <p:cNvSpPr>
            <a:spLocks noGrp="1"/>
          </p:cNvSpPr>
          <p:nvPr>
            <p:ph type="sldNum" sz="quarter" idx="12"/>
          </p:nvPr>
        </p:nvSpPr>
        <p:spPr/>
        <p:txBody>
          <a:bodyPr/>
          <a:lstStyle/>
          <a:p>
            <a:fld id="{330EA680-D336-4FF7-8B7A-9848BB0A1C32}" type="slidenum">
              <a:rPr lang="en-US" dirty="0" smtClean="0"/>
              <a:t>5</a:t>
            </a:fld>
            <a:endParaRPr lang="en-US" dirty="0"/>
          </a:p>
        </p:txBody>
      </p:sp>
      <p:sp>
        <p:nvSpPr>
          <p:cNvPr id="4" name="Footer Placeholder 3">
            <a:extLst>
              <a:ext uri="{FF2B5EF4-FFF2-40B4-BE49-F238E27FC236}">
                <a16:creationId xmlns:a16="http://schemas.microsoft.com/office/drawing/2014/main" id="{FA827885-E776-0C99-670C-096362AEEF8A}"/>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204198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F2CC8-9572-2144-062B-FABFE70C4A2C}"/>
              </a:ext>
            </a:extLst>
          </p:cNvPr>
          <p:cNvSpPr>
            <a:spLocks noGrp="1"/>
          </p:cNvSpPr>
          <p:nvPr>
            <p:ph type="title"/>
          </p:nvPr>
        </p:nvSpPr>
        <p:spPr/>
        <p:txBody>
          <a:bodyPr/>
          <a:lstStyle/>
          <a:p>
            <a:r>
              <a:rPr lang="en-US" dirty="0">
                <a:cs typeface="Calibri Light"/>
              </a:rPr>
              <a:t>About Me – 2 </a:t>
            </a:r>
            <a:endParaRPr lang="en-US">
              <a:cs typeface="Calibri Light"/>
            </a:endParaRPr>
          </a:p>
        </p:txBody>
      </p:sp>
      <p:sp>
        <p:nvSpPr>
          <p:cNvPr id="3" name="Content Placeholder 2">
            <a:extLst>
              <a:ext uri="{FF2B5EF4-FFF2-40B4-BE49-F238E27FC236}">
                <a16:creationId xmlns:a16="http://schemas.microsoft.com/office/drawing/2014/main" id="{8AED796B-6634-4BD1-1D8D-60652409EDCF}"/>
              </a:ext>
            </a:extLst>
          </p:cNvPr>
          <p:cNvSpPr>
            <a:spLocks noGrp="1"/>
          </p:cNvSpPr>
          <p:nvPr>
            <p:ph idx="1"/>
          </p:nvPr>
        </p:nvSpPr>
        <p:spPr/>
        <p:txBody>
          <a:bodyPr vert="horz" lIns="91440" tIns="45720" rIns="91440" bIns="45720" rtlCol="0" anchor="t">
            <a:noAutofit/>
          </a:bodyPr>
          <a:lstStyle/>
          <a:p>
            <a:r>
              <a:rPr lang="en-US" sz="1600" dirty="0">
                <a:solidFill>
                  <a:srgbClr val="FF0000"/>
                </a:solidFill>
                <a:cs typeface="Calibri"/>
              </a:rPr>
              <a:t>Stuck between "I don't want to lead </a:t>
            </a:r>
            <a:r>
              <a:rPr lang="en-US" sz="1600" i="1" dirty="0">
                <a:solidFill>
                  <a:srgbClr val="FF0000"/>
                </a:solidFill>
                <a:cs typeface="Calibri"/>
              </a:rPr>
              <a:t>any</a:t>
            </a:r>
            <a:r>
              <a:rPr lang="en-US" sz="1600" dirty="0">
                <a:solidFill>
                  <a:srgbClr val="FF0000"/>
                </a:solidFill>
                <a:cs typeface="Calibri"/>
              </a:rPr>
              <a:t> of this, I only want to find the best" and "this has to be mine, nobody else </a:t>
            </a:r>
            <a:r>
              <a:rPr lang="en-US" sz="1600" i="1" dirty="0">
                <a:solidFill>
                  <a:srgbClr val="FF0000"/>
                </a:solidFill>
                <a:cs typeface="Calibri"/>
              </a:rPr>
              <a:t>can</a:t>
            </a:r>
            <a:r>
              <a:rPr lang="en-US" sz="1600" dirty="0">
                <a:solidFill>
                  <a:srgbClr val="FF0000"/>
                </a:solidFill>
                <a:cs typeface="Calibri"/>
              </a:rPr>
              <a:t> take over, or it never becomes </a:t>
            </a:r>
            <a:r>
              <a:rPr lang="en-US" sz="1600" i="1" dirty="0">
                <a:solidFill>
                  <a:srgbClr val="FF0000"/>
                </a:solidFill>
                <a:cs typeface="Calibri"/>
              </a:rPr>
              <a:t>my</a:t>
            </a:r>
            <a:r>
              <a:rPr lang="en-US" sz="1600" dirty="0">
                <a:solidFill>
                  <a:srgbClr val="FF0000"/>
                </a:solidFill>
                <a:cs typeface="Calibri"/>
              </a:rPr>
              <a:t> dream. </a:t>
            </a:r>
            <a:endParaRPr lang="en-US"/>
          </a:p>
          <a:p>
            <a:r>
              <a:rPr lang="en-US" sz="1600" dirty="0">
                <a:cs typeface="Calibri"/>
              </a:rPr>
              <a:t>"if you can't beat them, join them" .. I think we need a new kind of billionaire </a:t>
            </a:r>
          </a:p>
          <a:p>
            <a:r>
              <a:rPr lang="en-US" sz="1600" dirty="0">
                <a:cs typeface="Calibri"/>
              </a:rPr>
              <a:t>I am older now than Wilfred Brumley was when he filmed Cocoon. </a:t>
            </a:r>
            <a:endParaRPr lang="en-US"/>
          </a:p>
          <a:p>
            <a:r>
              <a:rPr lang="en-US" sz="1600" dirty="0">
                <a:cs typeface="Calibri"/>
              </a:rPr>
              <a:t>"No Take, Only Throw" doesn't get anybody anywhere.. </a:t>
            </a:r>
          </a:p>
          <a:p>
            <a:r>
              <a:rPr lang="en-US" sz="1600" dirty="0">
                <a:cs typeface="Calibri"/>
              </a:rPr>
              <a:t>Our collective desire for Flying Cars &amp; a Space Elevator has to exceed their collective will for Dollar$$</a:t>
            </a:r>
          </a:p>
          <a:p>
            <a:endParaRPr lang="en-US" sz="1600" dirty="0">
              <a:cs typeface="Calibri"/>
            </a:endParaRPr>
          </a:p>
          <a:p>
            <a:r>
              <a:rPr lang="en-US" sz="1600" dirty="0">
                <a:cs typeface="Calibri"/>
              </a:rPr>
              <a:t>"Me" is also an accurate way of thinking about the system.. </a:t>
            </a:r>
          </a:p>
          <a:p>
            <a:r>
              <a:rPr lang="en-US" sz="1600" dirty="0">
                <a:cs typeface="Calibri"/>
              </a:rPr>
              <a:t>I have infinite confidence in "ME" - simply because I have infinite confidence in All Of Us .. </a:t>
            </a:r>
          </a:p>
          <a:p>
            <a:endParaRPr lang="en-US" sz="1600" dirty="0">
              <a:cs typeface="Calibri"/>
            </a:endParaRPr>
          </a:p>
          <a:p>
            <a:endParaRPr lang="en-US" sz="1600" dirty="0">
              <a:cs typeface="Calibri"/>
            </a:endParaRPr>
          </a:p>
        </p:txBody>
      </p:sp>
      <p:sp>
        <p:nvSpPr>
          <p:cNvPr id="4" name="Footer Placeholder 3">
            <a:extLst>
              <a:ext uri="{FF2B5EF4-FFF2-40B4-BE49-F238E27FC236}">
                <a16:creationId xmlns:a16="http://schemas.microsoft.com/office/drawing/2014/main" id="{D9C51AB5-A602-0601-E664-D9078FAE57C4}"/>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97FE6CA0-765A-B851-14BD-D3B95FE78997}"/>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588049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05085-E3C5-2B49-C270-BD57BB87E8D2}"/>
              </a:ext>
            </a:extLst>
          </p:cNvPr>
          <p:cNvSpPr>
            <a:spLocks noGrp="1"/>
          </p:cNvSpPr>
          <p:nvPr>
            <p:ph type="title"/>
          </p:nvPr>
        </p:nvSpPr>
        <p:spPr/>
        <p:txBody>
          <a:bodyPr/>
          <a:lstStyle/>
          <a:p>
            <a:r>
              <a:rPr lang="en-US">
                <a:cs typeface="Calibri Light"/>
              </a:rPr>
              <a:t>Just a Story</a:t>
            </a:r>
            <a:endParaRPr lang="en-US"/>
          </a:p>
        </p:txBody>
      </p:sp>
      <p:sp>
        <p:nvSpPr>
          <p:cNvPr id="3" name="Content Placeholder 2">
            <a:extLst>
              <a:ext uri="{FF2B5EF4-FFF2-40B4-BE49-F238E27FC236}">
                <a16:creationId xmlns:a16="http://schemas.microsoft.com/office/drawing/2014/main" id="{960B53B4-EA2F-EDEB-811E-08923203A428}"/>
              </a:ext>
            </a:extLst>
          </p:cNvPr>
          <p:cNvSpPr>
            <a:spLocks noGrp="1"/>
          </p:cNvSpPr>
          <p:nvPr>
            <p:ph idx="1"/>
          </p:nvPr>
        </p:nvSpPr>
        <p:spPr>
          <a:xfrm>
            <a:off x="838200" y="1816332"/>
            <a:ext cx="10515600" cy="4351338"/>
          </a:xfrm>
        </p:spPr>
        <p:txBody>
          <a:bodyPr vert="horz" lIns="91440" tIns="45720" rIns="91440" bIns="45720" rtlCol="0" anchor="t">
            <a:noAutofit/>
          </a:bodyPr>
          <a:lstStyle/>
          <a:p>
            <a:r>
              <a:rPr lang="en-US" sz="2000" dirty="0">
                <a:ea typeface="Calibri"/>
                <a:cs typeface="Calibri"/>
              </a:rPr>
              <a:t>I have never heard of anyone trying some of what I am</a:t>
            </a:r>
            <a:r>
              <a:rPr lang="en-US" sz="2000">
                <a:ea typeface="Calibri"/>
                <a:cs typeface="Calibri"/>
              </a:rPr>
              <a:t> going to propose. Again; just a "what-if"</a:t>
            </a:r>
            <a:endParaRPr lang="en-US" sz="2000">
              <a:cs typeface="Calibri"/>
            </a:endParaRPr>
          </a:p>
          <a:p>
            <a:pPr lvl="1"/>
            <a:r>
              <a:rPr lang="en-US" sz="1600" dirty="0">
                <a:ea typeface="Calibri"/>
                <a:cs typeface="Calibri"/>
              </a:rPr>
              <a:t>Any place where </a:t>
            </a:r>
            <a:r>
              <a:rPr lang="en-US" sz="1600" i="1" dirty="0">
                <a:ea typeface="Calibri"/>
                <a:cs typeface="Calibri"/>
              </a:rPr>
              <a:t>any</a:t>
            </a:r>
            <a:r>
              <a:rPr lang="en-US" sz="1600" dirty="0">
                <a:ea typeface="Calibri"/>
                <a:cs typeface="Calibri"/>
              </a:rPr>
              <a:t> piece conflicts with local laws; obviously that's a piece we remove</a:t>
            </a:r>
            <a:endParaRPr lang="en-US" sz="1600" dirty="0">
              <a:cs typeface="Calibri"/>
            </a:endParaRPr>
          </a:p>
          <a:p>
            <a:r>
              <a:rPr lang="en-US" sz="1600" dirty="0">
                <a:cs typeface="Calibri"/>
              </a:rPr>
              <a:t>My </a:t>
            </a:r>
            <a:r>
              <a:rPr lang="en-US" sz="1600" dirty="0">
                <a:cs typeface="Calibri"/>
                <a:hlinkClick r:id="rId2"/>
              </a:rPr>
              <a:t>fiduciary</a:t>
            </a:r>
            <a:r>
              <a:rPr lang="en-US" sz="1600" dirty="0">
                <a:cs typeface="Calibri"/>
              </a:rPr>
              <a:t> warnings to anyone; </a:t>
            </a:r>
          </a:p>
          <a:p>
            <a:pPr lvl="1"/>
            <a:r>
              <a:rPr lang="en-US" sz="1600" dirty="0">
                <a:cs typeface="Calibri"/>
              </a:rPr>
              <a:t>No part of this should be seen as "financial advice" </a:t>
            </a:r>
          </a:p>
          <a:p>
            <a:pPr lvl="1"/>
            <a:r>
              <a:rPr lang="en-US" sz="1600" dirty="0">
                <a:cs typeface="Calibri"/>
              </a:rPr>
              <a:t>This isn't the place to go if you're looking for an "investment"</a:t>
            </a:r>
          </a:p>
          <a:p>
            <a:pPr lvl="1"/>
            <a:r>
              <a:rPr lang="en-US" sz="1600" dirty="0">
                <a:cs typeface="Calibri"/>
              </a:rPr>
              <a:t>No part of this should be seen as a promise of ANY kind </a:t>
            </a:r>
          </a:p>
          <a:p>
            <a:r>
              <a:rPr lang="en-US" sz="1600" dirty="0">
                <a:cs typeface="Calibri"/>
              </a:rPr>
              <a:t>It's obviously more work than any one man could do, even with 1,000 lifetimes [</a:t>
            </a:r>
            <a:r>
              <a:rPr lang="en-US" sz="1600" dirty="0">
                <a:solidFill>
                  <a:srgbClr val="FF0000"/>
                </a:solidFill>
                <a:cs typeface="Calibri"/>
              </a:rPr>
              <a:t>dreaming big</a:t>
            </a:r>
            <a:r>
              <a:rPr lang="en-US" sz="1600" dirty="0">
                <a:cs typeface="Calibri"/>
              </a:rPr>
              <a:t>]</a:t>
            </a:r>
          </a:p>
          <a:p>
            <a:r>
              <a:rPr lang="en-US" sz="1600" dirty="0">
                <a:ea typeface="Calibri" panose="020F0502020204030204"/>
                <a:cs typeface="Calibri"/>
              </a:rPr>
              <a:t>I am confident in these flying cars. I guess I could easily just start a business &amp; try to join the billionaire club. But I honestly want to think that if we try; this one could be big enough to impact a lot of people's lives for the better.. I have to at least </a:t>
            </a:r>
            <a:r>
              <a:rPr lang="en-US" sz="1600" i="1" dirty="0">
                <a:ea typeface="Calibri" panose="020F0502020204030204"/>
                <a:cs typeface="Calibri"/>
              </a:rPr>
              <a:t>try</a:t>
            </a:r>
            <a:r>
              <a:rPr lang="en-US" sz="1600" dirty="0">
                <a:ea typeface="Calibri" panose="020F0502020204030204"/>
                <a:cs typeface="Calibri"/>
              </a:rPr>
              <a:t>. </a:t>
            </a:r>
            <a:endParaRPr lang="en-US" sz="1600" strike="sngStrike" dirty="0">
              <a:solidFill>
                <a:srgbClr val="FF0000"/>
              </a:solidFill>
              <a:ea typeface="Calibri" panose="020F0502020204030204"/>
              <a:cs typeface="Calibri"/>
            </a:endParaRPr>
          </a:p>
          <a:p>
            <a:r>
              <a:rPr lang="en-US" sz="1600" dirty="0">
                <a:ea typeface="Calibri" panose="020F0502020204030204"/>
                <a:cs typeface="Calibri"/>
              </a:rPr>
              <a:t>I don't want a story to be seen as a threat to anyone's profits</a:t>
            </a:r>
            <a:endParaRPr lang="en-US" sz="1600" strike="sngStrike" dirty="0">
              <a:solidFill>
                <a:srgbClr val="FF0000"/>
              </a:solidFill>
              <a:ea typeface="Calibri" panose="020F0502020204030204"/>
              <a:cs typeface="Calibri"/>
            </a:endParaRPr>
          </a:p>
        </p:txBody>
      </p:sp>
      <p:sp>
        <p:nvSpPr>
          <p:cNvPr id="5" name="Slide Number Placeholder 4">
            <a:extLst>
              <a:ext uri="{FF2B5EF4-FFF2-40B4-BE49-F238E27FC236}">
                <a16:creationId xmlns:a16="http://schemas.microsoft.com/office/drawing/2014/main" id="{553CFFAA-8306-9E77-B3D2-81F559AE620A}"/>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4" name="Footer Placeholder 3">
            <a:extLst>
              <a:ext uri="{FF2B5EF4-FFF2-40B4-BE49-F238E27FC236}">
                <a16:creationId xmlns:a16="http://schemas.microsoft.com/office/drawing/2014/main" id="{DE4876CE-B54A-67A5-7107-1E93A9E2AA31}"/>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4076531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83C7E-F228-5F0E-5102-DEE771266A85}"/>
              </a:ext>
            </a:extLst>
          </p:cNvPr>
          <p:cNvSpPr>
            <a:spLocks noGrp="1"/>
          </p:cNvSpPr>
          <p:nvPr>
            <p:ph type="title"/>
          </p:nvPr>
        </p:nvSpPr>
        <p:spPr/>
        <p:txBody>
          <a:bodyPr/>
          <a:lstStyle/>
          <a:p>
            <a:r>
              <a:rPr lang="en-US">
                <a:cs typeface="Calibri Light"/>
              </a:rPr>
              <a:t>Dream Big</a:t>
            </a:r>
            <a:endParaRPr lang="en-US"/>
          </a:p>
        </p:txBody>
      </p:sp>
      <p:sp>
        <p:nvSpPr>
          <p:cNvPr id="3" name="Content Placeholder 2">
            <a:extLst>
              <a:ext uri="{FF2B5EF4-FFF2-40B4-BE49-F238E27FC236}">
                <a16:creationId xmlns:a16="http://schemas.microsoft.com/office/drawing/2014/main" id="{796CF47D-9B0B-ECCF-6644-4B8820451995}"/>
              </a:ext>
            </a:extLst>
          </p:cNvPr>
          <p:cNvSpPr>
            <a:spLocks noGrp="1"/>
          </p:cNvSpPr>
          <p:nvPr>
            <p:ph idx="1"/>
          </p:nvPr>
        </p:nvSpPr>
        <p:spPr>
          <a:xfrm>
            <a:off x="828040" y="1825625"/>
            <a:ext cx="10525760" cy="4351338"/>
          </a:xfrm>
        </p:spPr>
        <p:txBody>
          <a:bodyPr vert="horz" lIns="91440" tIns="45720" rIns="91440" bIns="45720" rtlCol="0" anchor="t">
            <a:noAutofit/>
          </a:bodyPr>
          <a:lstStyle/>
          <a:p>
            <a:r>
              <a:rPr lang="en-US" sz="1500" dirty="0">
                <a:cs typeface="Calibri"/>
              </a:rPr>
              <a:t>The sum cost of everything I am about to describe is deeply into the billions &amp; beyond.. Obviously - I don't have the smallest fraction of that.. but; I do believe this all makes for a winning recipe. </a:t>
            </a:r>
            <a:endParaRPr lang="en-US" sz="1500" strike="sngStrike">
              <a:solidFill>
                <a:srgbClr val="FF0000"/>
              </a:solidFill>
              <a:ea typeface="Calibri"/>
              <a:cs typeface="Calibri"/>
            </a:endParaRPr>
          </a:p>
          <a:p>
            <a:r>
              <a:rPr lang="en-US" sz="1500" dirty="0">
                <a:cs typeface="Calibri"/>
              </a:rPr>
              <a:t>Obviously – the longer-term pieces of this would grow, slowly &amp; in stages. We'd start funds, and chip in to them.. hopefully.. </a:t>
            </a:r>
          </a:p>
          <a:p>
            <a:r>
              <a:rPr lang="en-US" sz="1500" dirty="0">
                <a:cs typeface="Calibri"/>
              </a:rPr>
              <a:t>My thinking is; gather as thorough of a list as possible, then prioritize </a:t>
            </a:r>
          </a:p>
          <a:p>
            <a:r>
              <a:rPr lang="en-US" sz="1500" dirty="0">
                <a:cs typeface="Calibri"/>
              </a:rPr>
              <a:t>Obviously; every VC in the world would strip this down to its most profitable core.. That's not my goal. This started as a great idea for flying cars, grew to include the only place I ever want to be (the parks) and then became an opportunity for generations after (?) I have no desire to "join the billionaires' yacht club". I want flying cars. Space ships, if I live long enough.</a:t>
            </a:r>
            <a:endParaRPr lang="en-US" sz="1500" strike="sngStrike" dirty="0">
              <a:solidFill>
                <a:srgbClr val="FF0000"/>
              </a:solidFill>
              <a:cs typeface="Calibri"/>
            </a:endParaRPr>
          </a:p>
          <a:p>
            <a:r>
              <a:rPr lang="en-US" sz="1500" dirty="0">
                <a:ea typeface="Calibri" panose="020F0502020204030204"/>
                <a:cs typeface="Calibri"/>
              </a:rPr>
              <a:t>Teachers in school told me I could be anything I wanted to be. Now I'm all hopped up on that message. I honestly believe we can do </a:t>
            </a:r>
            <a:r>
              <a:rPr lang="en-US" sz="1500">
                <a:ea typeface="Calibri" panose="020F0502020204030204"/>
                <a:cs typeface="Calibri"/>
              </a:rPr>
              <a:t>this! </a:t>
            </a:r>
            <a:endParaRPr lang="en-US" sz="1900">
              <a:ea typeface="Calibri" panose="020F0502020204030204"/>
              <a:cs typeface="Calibri"/>
            </a:endParaRPr>
          </a:p>
          <a:p>
            <a:r>
              <a:rPr lang="en-US" sz="1900" dirty="0">
                <a:ea typeface="Calibri" panose="020F0502020204030204"/>
                <a:cs typeface="Calibri"/>
              </a:rPr>
              <a:t>don't know if </a:t>
            </a:r>
            <a:r>
              <a:rPr lang="en-US" sz="1900" i="1" dirty="0">
                <a:ea typeface="Calibri" panose="020F0502020204030204"/>
                <a:cs typeface="Calibri"/>
              </a:rPr>
              <a:t>this</a:t>
            </a:r>
            <a:r>
              <a:rPr lang="en-US" sz="1900" dirty="0">
                <a:ea typeface="Calibri" panose="020F0502020204030204"/>
                <a:cs typeface="Calibri"/>
              </a:rPr>
              <a:t> is "the cure" </a:t>
            </a:r>
            <a:r>
              <a:rPr lang="en-US" sz="1900" dirty="0">
                <a:solidFill>
                  <a:srgbClr val="FF0000"/>
                </a:solidFill>
                <a:ea typeface="Calibri" panose="020F0502020204030204"/>
                <a:cs typeface="Calibri"/>
              </a:rPr>
              <a:t>for our country's angst</a:t>
            </a:r>
            <a:r>
              <a:rPr lang="en-US" sz="1900" dirty="0">
                <a:ea typeface="Calibri" panose="020F0502020204030204"/>
                <a:cs typeface="Calibri"/>
              </a:rPr>
              <a:t>, but we need something – and this sounds fun AF to me </a:t>
            </a:r>
            <a:endParaRPr lang="en-US" sz="1900">
              <a:cs typeface="Calibri"/>
            </a:endParaRPr>
          </a:p>
        </p:txBody>
      </p:sp>
      <p:sp>
        <p:nvSpPr>
          <p:cNvPr id="5" name="Slide Number Placeholder 4">
            <a:extLst>
              <a:ext uri="{FF2B5EF4-FFF2-40B4-BE49-F238E27FC236}">
                <a16:creationId xmlns:a16="http://schemas.microsoft.com/office/drawing/2014/main" id="{EC9A15E8-41E2-FB00-F505-2D2F5E75AB80}"/>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4" name="Footer Placeholder 3">
            <a:extLst>
              <a:ext uri="{FF2B5EF4-FFF2-40B4-BE49-F238E27FC236}">
                <a16:creationId xmlns:a16="http://schemas.microsoft.com/office/drawing/2014/main" id="{5535176A-EC42-6853-9101-E77717D5E24C}"/>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257431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5380-2386-9E47-2E6D-53289BC316F1}"/>
              </a:ext>
            </a:extLst>
          </p:cNvPr>
          <p:cNvSpPr>
            <a:spLocks noGrp="1"/>
          </p:cNvSpPr>
          <p:nvPr>
            <p:ph type="title"/>
          </p:nvPr>
        </p:nvSpPr>
        <p:spPr/>
        <p:txBody>
          <a:bodyPr/>
          <a:lstStyle/>
          <a:p>
            <a:r>
              <a:rPr lang="en-US" dirty="0">
                <a:cs typeface="Calibri Light"/>
              </a:rPr>
              <a:t>What if someone steals these ideas? [Ownership]</a:t>
            </a:r>
            <a:endParaRPr lang="en-US" dirty="0"/>
          </a:p>
        </p:txBody>
      </p:sp>
      <p:sp>
        <p:nvSpPr>
          <p:cNvPr id="3" name="Content Placeholder 2">
            <a:extLst>
              <a:ext uri="{FF2B5EF4-FFF2-40B4-BE49-F238E27FC236}">
                <a16:creationId xmlns:a16="http://schemas.microsoft.com/office/drawing/2014/main" id="{44445D3B-2A71-A9CA-450D-9A629D66162C}"/>
              </a:ext>
            </a:extLst>
          </p:cNvPr>
          <p:cNvSpPr>
            <a:spLocks noGrp="1"/>
          </p:cNvSpPr>
          <p:nvPr>
            <p:ph idx="1"/>
          </p:nvPr>
        </p:nvSpPr>
        <p:spPr/>
        <p:txBody>
          <a:bodyPr vert="horz" lIns="91440" tIns="45720" rIns="91440" bIns="45720" rtlCol="0" anchor="t">
            <a:normAutofit fontScale="92500" lnSpcReduction="20000"/>
          </a:bodyPr>
          <a:lstStyle/>
          <a:p>
            <a:r>
              <a:rPr lang="en-US" dirty="0">
                <a:cs typeface="Calibri"/>
              </a:rPr>
              <a:t>Most established wealthy people seem to have demonstrable track records of being pretty awful to their people. </a:t>
            </a:r>
          </a:p>
          <a:p>
            <a:pPr lvl="1"/>
            <a:r>
              <a:rPr lang="en-US" dirty="0">
                <a:cs typeface="Calibri"/>
              </a:rPr>
              <a:t>Right up front I hope to make it clear; I'm Not those guys </a:t>
            </a:r>
            <a:endParaRPr lang="en-US" dirty="0">
              <a:ea typeface="Calibri"/>
              <a:cs typeface="Calibri"/>
            </a:endParaRPr>
          </a:p>
          <a:p>
            <a:r>
              <a:rPr lang="en-US" dirty="0">
                <a:cs typeface="Calibri"/>
              </a:rPr>
              <a:t>It's not about the "wealthy few" who'd start a copy of this. It's more about the "many" who'd follow. </a:t>
            </a:r>
          </a:p>
          <a:p>
            <a:pPr lvl="1"/>
            <a:r>
              <a:rPr lang="en-US" dirty="0">
                <a:cs typeface="Calibri"/>
              </a:rPr>
              <a:t>If they are all able to start by saying "this is bigger than any of us. We know we want to leave the Parks to the communities (x thousands) and the mobility infrastructure (only exactly one) ALL to all of humanity.. </a:t>
            </a:r>
          </a:p>
          <a:p>
            <a:r>
              <a:rPr lang="en-US" dirty="0">
                <a:cs typeface="Calibri"/>
              </a:rPr>
              <a:t>All of that said – NO PART OF THIS IS FREE or AVAILABLE</a:t>
            </a:r>
          </a:p>
          <a:p>
            <a:r>
              <a:rPr lang="en-US" dirty="0">
                <a:cs typeface="Calibri"/>
              </a:rPr>
              <a:t>No idea if just saying "Copyright 2023" bears weight, but:</a:t>
            </a:r>
            <a:endParaRPr lang="en-US" dirty="0"/>
          </a:p>
          <a:p>
            <a:endParaRPr lang="en-US">
              <a:cs typeface="Calibri"/>
            </a:endParaRPr>
          </a:p>
          <a:p>
            <a:pPr marL="457200" lvl="1" indent="0" algn="ctr">
              <a:buNone/>
            </a:pPr>
            <a:r>
              <a:rPr lang="en-US" sz="2600" b="1" i="1" u="sng" dirty="0">
                <a:cs typeface="Calibri"/>
              </a:rPr>
              <a:t>Copyright 2023 Charon Software – All Rights Reserved – No Stealing :)</a:t>
            </a:r>
            <a:endParaRPr lang="en-US" sz="2600" b="1" i="1" u="sng" dirty="0">
              <a:ea typeface="Calibri" panose="020F0502020204030204"/>
              <a:cs typeface="Calibri"/>
            </a:endParaRPr>
          </a:p>
        </p:txBody>
      </p:sp>
      <p:sp>
        <p:nvSpPr>
          <p:cNvPr id="5" name="Slide Number Placeholder 4">
            <a:extLst>
              <a:ext uri="{FF2B5EF4-FFF2-40B4-BE49-F238E27FC236}">
                <a16:creationId xmlns:a16="http://schemas.microsoft.com/office/drawing/2014/main" id="{2F930935-CBFD-AC77-14A1-188166D4608A}"/>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4" name="Footer Placeholder 3">
            <a:extLst>
              <a:ext uri="{FF2B5EF4-FFF2-40B4-BE49-F238E27FC236}">
                <a16:creationId xmlns:a16="http://schemas.microsoft.com/office/drawing/2014/main" id="{6664A46D-98EA-066F-9336-391BF4583EAB}"/>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916907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E2224-8D2A-9674-3AB7-C33CFCD589D7}"/>
              </a:ext>
            </a:extLst>
          </p:cNvPr>
          <p:cNvSpPr>
            <a:spLocks noGrp="1"/>
          </p:cNvSpPr>
          <p:nvPr>
            <p:ph type="title"/>
          </p:nvPr>
        </p:nvSpPr>
        <p:spPr/>
        <p:txBody>
          <a:bodyPr/>
          <a:lstStyle/>
          <a:p>
            <a:r>
              <a:rPr lang="en-US" dirty="0">
                <a:cs typeface="Calibri Light"/>
              </a:rPr>
              <a:t>Other people's [flying car]ideas</a:t>
            </a:r>
            <a:endParaRPr lang="en-US" dirty="0"/>
          </a:p>
        </p:txBody>
      </p:sp>
      <p:sp>
        <p:nvSpPr>
          <p:cNvPr id="3" name="Content Placeholder 2">
            <a:extLst>
              <a:ext uri="{FF2B5EF4-FFF2-40B4-BE49-F238E27FC236}">
                <a16:creationId xmlns:a16="http://schemas.microsoft.com/office/drawing/2014/main" id="{667CAB59-D103-80B2-8972-BA950EE5CE80}"/>
              </a:ext>
            </a:extLst>
          </p:cNvPr>
          <p:cNvSpPr>
            <a:spLocks noGrp="1"/>
          </p:cNvSpPr>
          <p:nvPr>
            <p:ph idx="1"/>
          </p:nvPr>
        </p:nvSpPr>
        <p:spPr/>
        <p:txBody>
          <a:bodyPr vert="horz" lIns="91440" tIns="45720" rIns="91440" bIns="45720" rtlCol="0" anchor="t">
            <a:normAutofit/>
          </a:bodyPr>
          <a:lstStyle/>
          <a:p>
            <a:r>
              <a:rPr lang="en-US" i="1" dirty="0">
                <a:cs typeface="Calibri"/>
              </a:rPr>
              <a:t>Theirs</a:t>
            </a:r>
            <a:r>
              <a:rPr lang="en-US" dirty="0">
                <a:cs typeface="Calibri"/>
              </a:rPr>
              <a:t> all suck</a:t>
            </a:r>
          </a:p>
          <a:p>
            <a:pPr lvl="1"/>
            <a:r>
              <a:rPr lang="en-US" dirty="0">
                <a:cs typeface="Calibri"/>
              </a:rPr>
              <a:t>Toys for billionaires</a:t>
            </a:r>
          </a:p>
          <a:p>
            <a:pPr lvl="1"/>
            <a:r>
              <a:rPr lang="en-US" dirty="0">
                <a:cs typeface="Calibri"/>
              </a:rPr>
              <a:t>Quad-copter death traps</a:t>
            </a:r>
          </a:p>
          <a:p>
            <a:pPr lvl="1"/>
            <a:r>
              <a:rPr lang="en-US" dirty="0">
                <a:cs typeface="Calibri"/>
              </a:rPr>
              <a:t>"Point A to Point B". Our boats </a:t>
            </a:r>
            <a:r>
              <a:rPr lang="en-US" i="1" dirty="0">
                <a:cs typeface="Calibri"/>
              </a:rPr>
              <a:t>ARE</a:t>
            </a:r>
            <a:r>
              <a:rPr lang="en-US" dirty="0">
                <a:cs typeface="Calibri"/>
              </a:rPr>
              <a:t> "Point B"!</a:t>
            </a:r>
          </a:p>
          <a:p>
            <a:pPr lvl="1"/>
            <a:r>
              <a:rPr lang="en-US" dirty="0">
                <a:cs typeface="Calibri"/>
              </a:rPr>
              <a:t>Pilot yourself – all proprietary, so.. master the controls or die, basically </a:t>
            </a:r>
          </a:p>
          <a:p>
            <a:r>
              <a:rPr lang="en-US" dirty="0">
                <a:cs typeface="Calibri"/>
              </a:rPr>
              <a:t>The design I am going to share seems feasible and we can get started on them, for everybody. </a:t>
            </a:r>
          </a:p>
        </p:txBody>
      </p:sp>
      <p:sp>
        <p:nvSpPr>
          <p:cNvPr id="5" name="Slide Number Placeholder 4">
            <a:extLst>
              <a:ext uri="{FF2B5EF4-FFF2-40B4-BE49-F238E27FC236}">
                <a16:creationId xmlns:a16="http://schemas.microsoft.com/office/drawing/2014/main" id="{885D116D-936A-2068-1F75-69D91B526AC0}"/>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4" name="Footer Placeholder 3">
            <a:extLst>
              <a:ext uri="{FF2B5EF4-FFF2-40B4-BE49-F238E27FC236}">
                <a16:creationId xmlns:a16="http://schemas.microsoft.com/office/drawing/2014/main" id="{EEAEBCA5-443D-7BC0-41C9-D3F286D033BE}"/>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630277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10C24-5063-9A08-6EF6-CE8367BBCED5}"/>
              </a:ext>
            </a:extLst>
          </p:cNvPr>
          <p:cNvSpPr>
            <a:spLocks noGrp="1"/>
          </p:cNvSpPr>
          <p:nvPr>
            <p:ph type="title"/>
          </p:nvPr>
        </p:nvSpPr>
        <p:spPr/>
        <p:txBody>
          <a:bodyPr/>
          <a:lstStyle/>
          <a:p>
            <a:r>
              <a:rPr lang="en-US">
                <a:cs typeface="Calibri Light"/>
              </a:rPr>
              <a:t>Flying Cars – 1) Pods</a:t>
            </a:r>
          </a:p>
        </p:txBody>
      </p:sp>
      <p:sp>
        <p:nvSpPr>
          <p:cNvPr id="3" name="Content Placeholder 2">
            <a:extLst>
              <a:ext uri="{FF2B5EF4-FFF2-40B4-BE49-F238E27FC236}">
                <a16:creationId xmlns:a16="http://schemas.microsoft.com/office/drawing/2014/main" id="{C94EAD4E-0DEF-F3E3-2CD3-304D0D8776E8}"/>
              </a:ext>
            </a:extLst>
          </p:cNvPr>
          <p:cNvSpPr>
            <a:spLocks noGrp="1"/>
          </p:cNvSpPr>
          <p:nvPr>
            <p:ph idx="1"/>
          </p:nvPr>
        </p:nvSpPr>
        <p:spPr/>
        <p:txBody>
          <a:bodyPr vert="horz" lIns="91440" tIns="45720" rIns="91440" bIns="45720" rtlCol="0" anchor="t">
            <a:normAutofit/>
          </a:bodyPr>
          <a:lstStyle/>
          <a:p>
            <a:r>
              <a:rPr lang="en-US" dirty="0">
                <a:cs typeface="Calibri"/>
              </a:rPr>
              <a:t>Pods </a:t>
            </a:r>
            <a:endParaRPr lang="en-US">
              <a:cs typeface="Calibri" panose="020F0502020204030204"/>
            </a:endParaRPr>
          </a:p>
          <a:p>
            <a:pPr lvl="1"/>
            <a:r>
              <a:rPr lang="en-US" dirty="0">
                <a:cs typeface="Calibri" panose="020F0502020204030204"/>
              </a:rPr>
              <a:t>My Own Space - No "Wet Spot"</a:t>
            </a:r>
          </a:p>
          <a:p>
            <a:pPr lvl="1"/>
            <a:r>
              <a:rPr lang="en-US" dirty="0">
                <a:cs typeface="Calibri" panose="020F0502020204030204"/>
              </a:rPr>
              <a:t>A place to confidently leave my stuff.. </a:t>
            </a:r>
            <a:endParaRPr lang="en-US"/>
          </a:p>
          <a:p>
            <a:pPr lvl="1"/>
            <a:r>
              <a:rPr lang="en-US" dirty="0">
                <a:cs typeface="Calibri" panose="020F0502020204030204"/>
              </a:rPr>
              <a:t>Affordable &amp; ubiquitous like public transit </a:t>
            </a:r>
          </a:p>
          <a:p>
            <a:pPr lvl="1"/>
            <a:r>
              <a:rPr lang="en-US" dirty="0">
                <a:cs typeface="Calibri" panose="020F0502020204030204"/>
              </a:rPr>
              <a:t>it's my own chair, but who can afford one??</a:t>
            </a:r>
          </a:p>
          <a:p>
            <a:r>
              <a:rPr lang="en-US" dirty="0">
                <a:cs typeface="Calibri" panose="020F0502020204030204"/>
              </a:rPr>
              <a:t>Sizing Standards [A, B, C, etc.] </a:t>
            </a:r>
            <a:endParaRPr lang="en-US" dirty="0">
              <a:ea typeface="Calibri"/>
              <a:cs typeface="Calibri"/>
            </a:endParaRPr>
          </a:p>
          <a:p>
            <a:pPr lvl="1"/>
            <a:r>
              <a:rPr lang="en-US" dirty="0">
                <a:cs typeface="Calibri"/>
              </a:rPr>
              <a:t>$2,000 -&gt; $200,000 insides, custom... </a:t>
            </a:r>
          </a:p>
          <a:p>
            <a:pPr lvl="2"/>
            <a:r>
              <a:rPr lang="en-US" dirty="0">
                <a:cs typeface="Calibri"/>
              </a:rPr>
              <a:t>outsides &amp; form-factors: standardized </a:t>
            </a:r>
          </a:p>
        </p:txBody>
      </p:sp>
      <p:sp>
        <p:nvSpPr>
          <p:cNvPr id="5" name="Slide Number Placeholder 4">
            <a:extLst>
              <a:ext uri="{FF2B5EF4-FFF2-40B4-BE49-F238E27FC236}">
                <a16:creationId xmlns:a16="http://schemas.microsoft.com/office/drawing/2014/main" id="{2ED89070-8C3D-0DD3-1D34-EFD191473CE6}"/>
              </a:ext>
            </a:extLst>
          </p:cNvPr>
          <p:cNvSpPr>
            <a:spLocks noGrp="1"/>
          </p:cNvSpPr>
          <p:nvPr>
            <p:ph type="sldNum" sz="quarter" idx="12"/>
          </p:nvPr>
        </p:nvSpPr>
        <p:spPr/>
        <p:txBody>
          <a:bodyPr/>
          <a:lstStyle/>
          <a:p>
            <a:fld id="{330EA680-D336-4FF7-8B7A-9848BB0A1C32}" type="slidenum">
              <a:rPr lang="en-US" smtClean="0"/>
              <a:t>11</a:t>
            </a:fld>
            <a:endParaRPr lang="en-US"/>
          </a:p>
        </p:txBody>
      </p:sp>
      <p:sp>
        <p:nvSpPr>
          <p:cNvPr id="4" name="Footer Placeholder 3">
            <a:extLst>
              <a:ext uri="{FF2B5EF4-FFF2-40B4-BE49-F238E27FC236}">
                <a16:creationId xmlns:a16="http://schemas.microsoft.com/office/drawing/2014/main" id="{9ADC56BE-44DA-C666-A9D6-861E716E6A2E}"/>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537062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58994-4E62-BF27-E971-0CC76BE631EF}"/>
              </a:ext>
            </a:extLst>
          </p:cNvPr>
          <p:cNvSpPr>
            <a:spLocks noGrp="1"/>
          </p:cNvSpPr>
          <p:nvPr>
            <p:ph type="title"/>
          </p:nvPr>
        </p:nvSpPr>
        <p:spPr/>
        <p:txBody>
          <a:bodyPr/>
          <a:lstStyle/>
          <a:p>
            <a:r>
              <a:rPr lang="en-US" dirty="0">
                <a:cs typeface="Calibri Light"/>
              </a:rPr>
              <a:t>Flying Cars – 1) Pods - pg2</a:t>
            </a:r>
          </a:p>
        </p:txBody>
      </p:sp>
      <p:sp>
        <p:nvSpPr>
          <p:cNvPr id="3" name="Content Placeholder 2">
            <a:extLst>
              <a:ext uri="{FF2B5EF4-FFF2-40B4-BE49-F238E27FC236}">
                <a16:creationId xmlns:a16="http://schemas.microsoft.com/office/drawing/2014/main" id="{8797E62F-9EFE-7982-AA44-CA6ED395C745}"/>
              </a:ext>
            </a:extLst>
          </p:cNvPr>
          <p:cNvSpPr>
            <a:spLocks noGrp="1"/>
          </p:cNvSpPr>
          <p:nvPr>
            <p:ph idx="1"/>
          </p:nvPr>
        </p:nvSpPr>
        <p:spPr/>
        <p:txBody>
          <a:bodyPr vert="horz" lIns="91440" tIns="45720" rIns="91440" bIns="45720" rtlCol="0" anchor="t">
            <a:normAutofit/>
          </a:bodyPr>
          <a:lstStyle/>
          <a:p>
            <a:r>
              <a:rPr lang="en-US" dirty="0">
                <a:cs typeface="Calibri"/>
              </a:rPr>
              <a:t>Ratings [Land, Sea, Air] </a:t>
            </a:r>
          </a:p>
          <a:p>
            <a:r>
              <a:rPr lang="en-US" dirty="0">
                <a:cs typeface="Calibri"/>
              </a:rPr>
              <a:t>Safety vs. Mobility Spectrum .. </a:t>
            </a:r>
          </a:p>
          <a:p>
            <a:pPr lvl="1"/>
            <a:r>
              <a:rPr lang="en-US" dirty="0">
                <a:cs typeface="Calibri"/>
              </a:rPr>
              <a:t>Doing 2mph on the ground? $2,000 bamboo is fine </a:t>
            </a:r>
          </a:p>
          <a:p>
            <a:pPr lvl="1"/>
            <a:r>
              <a:rPr lang="en-US" dirty="0">
                <a:cs typeface="Calibri"/>
              </a:rPr>
              <a:t>Doing 200mph in the air? $20,000 (?) safety-engineered versions, only</a:t>
            </a:r>
            <a:endParaRPr lang="en-US" dirty="0"/>
          </a:p>
        </p:txBody>
      </p:sp>
      <p:sp>
        <p:nvSpPr>
          <p:cNvPr id="4" name="Footer Placeholder 3">
            <a:extLst>
              <a:ext uri="{FF2B5EF4-FFF2-40B4-BE49-F238E27FC236}">
                <a16:creationId xmlns:a16="http://schemas.microsoft.com/office/drawing/2014/main" id="{2BB1D195-3AA0-EEF8-A214-7263301DEFF8}"/>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C41867FC-1DC6-98A0-CCA5-D6DFB2CE9FDD}"/>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3588194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4C514-C7C7-BF2E-7E46-F8567E808013}"/>
              </a:ext>
            </a:extLst>
          </p:cNvPr>
          <p:cNvSpPr>
            <a:spLocks noGrp="1"/>
          </p:cNvSpPr>
          <p:nvPr>
            <p:ph type="title"/>
          </p:nvPr>
        </p:nvSpPr>
        <p:spPr/>
        <p:txBody>
          <a:bodyPr/>
          <a:lstStyle/>
          <a:p>
            <a:r>
              <a:rPr lang="en-US" dirty="0">
                <a:cs typeface="Calibri Light"/>
              </a:rPr>
              <a:t>Flying Cars – 2) 'Chassis'; Worries [Operations/Systems]</a:t>
            </a:r>
          </a:p>
        </p:txBody>
      </p:sp>
      <p:sp>
        <p:nvSpPr>
          <p:cNvPr id="3" name="Content Placeholder 2">
            <a:extLst>
              <a:ext uri="{FF2B5EF4-FFF2-40B4-BE49-F238E27FC236}">
                <a16:creationId xmlns:a16="http://schemas.microsoft.com/office/drawing/2014/main" id="{0C5B5C69-3010-67FC-1E38-ECFAC33F0253}"/>
              </a:ext>
            </a:extLst>
          </p:cNvPr>
          <p:cNvSpPr>
            <a:spLocks noGrp="1"/>
          </p:cNvSpPr>
          <p:nvPr>
            <p:ph idx="1"/>
          </p:nvPr>
        </p:nvSpPr>
        <p:spPr/>
        <p:txBody>
          <a:bodyPr vert="horz" lIns="91440" tIns="45720" rIns="91440" bIns="45720" rtlCol="0" anchor="t">
            <a:normAutofit/>
          </a:bodyPr>
          <a:lstStyle/>
          <a:p>
            <a:r>
              <a:rPr lang="en-US" dirty="0">
                <a:cs typeface="Calibri"/>
              </a:rPr>
              <a:t>"No Ownership" </a:t>
            </a:r>
            <a:endParaRPr lang="en-US"/>
          </a:p>
          <a:p>
            <a:pPr lvl="1"/>
            <a:r>
              <a:rPr lang="en-US" dirty="0">
                <a:cs typeface="Calibri"/>
              </a:rPr>
              <a:t>should be self-evident, but lots of people never see things through the lens of anyone else.. </a:t>
            </a:r>
            <a:endParaRPr lang="en-US"/>
          </a:p>
          <a:p>
            <a:r>
              <a:rPr lang="en-US" dirty="0">
                <a:cs typeface="Calibri"/>
              </a:rPr>
              <a:t>internationally operated. </a:t>
            </a:r>
          </a:p>
          <a:p>
            <a:endParaRPr lang="en-US">
              <a:cs typeface="Calibri"/>
            </a:endParaRPr>
          </a:p>
        </p:txBody>
      </p:sp>
      <p:sp>
        <p:nvSpPr>
          <p:cNvPr id="5" name="Slide Number Placeholder 4">
            <a:extLst>
              <a:ext uri="{FF2B5EF4-FFF2-40B4-BE49-F238E27FC236}">
                <a16:creationId xmlns:a16="http://schemas.microsoft.com/office/drawing/2014/main" id="{52C8E932-2B84-67F3-C23A-136CD5431681}"/>
              </a:ext>
            </a:extLst>
          </p:cNvPr>
          <p:cNvSpPr>
            <a:spLocks noGrp="1"/>
          </p:cNvSpPr>
          <p:nvPr>
            <p:ph type="sldNum" sz="quarter" idx="12"/>
          </p:nvPr>
        </p:nvSpPr>
        <p:spPr/>
        <p:txBody>
          <a:bodyPr/>
          <a:lstStyle/>
          <a:p>
            <a:fld id="{330EA680-D336-4FF7-8B7A-9848BB0A1C32}" type="slidenum">
              <a:rPr lang="en-US" smtClean="0"/>
              <a:t>13</a:t>
            </a:fld>
            <a:endParaRPr lang="en-US"/>
          </a:p>
        </p:txBody>
      </p:sp>
      <p:sp>
        <p:nvSpPr>
          <p:cNvPr id="4" name="Footer Placeholder 3">
            <a:extLst>
              <a:ext uri="{FF2B5EF4-FFF2-40B4-BE49-F238E27FC236}">
                <a16:creationId xmlns:a16="http://schemas.microsoft.com/office/drawing/2014/main" id="{3FBF3CC6-3F28-1FFE-C00F-2293DFEA6155}"/>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800418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5C418-6360-87D7-B716-504F48CE67DC}"/>
              </a:ext>
            </a:extLst>
          </p:cNvPr>
          <p:cNvSpPr>
            <a:spLocks noGrp="1"/>
          </p:cNvSpPr>
          <p:nvPr>
            <p:ph type="title"/>
          </p:nvPr>
        </p:nvSpPr>
        <p:spPr/>
        <p:txBody>
          <a:bodyPr/>
          <a:lstStyle/>
          <a:p>
            <a:r>
              <a:rPr lang="en-US">
                <a:cs typeface="Calibri Light"/>
              </a:rPr>
              <a:t>Flying Cars  - Buses – Design</a:t>
            </a:r>
          </a:p>
        </p:txBody>
      </p:sp>
      <p:sp>
        <p:nvSpPr>
          <p:cNvPr id="3" name="Content Placeholder 2">
            <a:extLst>
              <a:ext uri="{FF2B5EF4-FFF2-40B4-BE49-F238E27FC236}">
                <a16:creationId xmlns:a16="http://schemas.microsoft.com/office/drawing/2014/main" id="{FF35C628-9ED1-48A4-98A5-A82E3566925E}"/>
              </a:ext>
            </a:extLst>
          </p:cNvPr>
          <p:cNvSpPr>
            <a:spLocks noGrp="1"/>
          </p:cNvSpPr>
          <p:nvPr>
            <p:ph idx="1"/>
          </p:nvPr>
        </p:nvSpPr>
        <p:spPr/>
        <p:txBody>
          <a:bodyPr vert="horz" lIns="91440" tIns="45720" rIns="91440" bIns="45720" rtlCol="0" anchor="t">
            <a:normAutofit lnSpcReduction="10000"/>
          </a:bodyPr>
          <a:lstStyle/>
          <a:p>
            <a:r>
              <a:rPr lang="en-US" sz="2200">
                <a:cs typeface="Calibri"/>
              </a:rPr>
              <a:t>Three rules; 1) Redundancy, 2) Redundancy, 3) Redundancy</a:t>
            </a:r>
            <a:endParaRPr lang="en-US">
              <a:cs typeface="Calibri"/>
            </a:endParaRPr>
          </a:p>
          <a:p>
            <a:r>
              <a:rPr lang="en-US">
                <a:cs typeface="Calibri"/>
              </a:rPr>
              <a:t>If </a:t>
            </a:r>
            <a:r>
              <a:rPr lang="en-US" dirty="0">
                <a:cs typeface="Calibri"/>
              </a:rPr>
              <a:t>I had designed the titanic – even if 3/8ths had been smashed by iceberg, 5/8ths would still be in the form of fully functioning "segments".. Duplicate that thinking</a:t>
            </a:r>
            <a:endParaRPr lang="en-US">
              <a:ea typeface="Calibri" panose="020F0502020204030204"/>
              <a:cs typeface="Calibri"/>
            </a:endParaRPr>
          </a:p>
          <a:p>
            <a:pPr lvl="1"/>
            <a:endParaRPr lang="en-US" dirty="0">
              <a:solidFill>
                <a:srgbClr val="FF0000"/>
              </a:solidFill>
              <a:cs typeface="Calibri"/>
            </a:endParaRPr>
          </a:p>
          <a:p>
            <a:r>
              <a:rPr lang="en-US" dirty="0">
                <a:solidFill>
                  <a:srgbClr val="FF0000"/>
                </a:solidFill>
                <a:cs typeface="Calibri"/>
              </a:rPr>
              <a:t>Define what makes it a bus and not a car</a:t>
            </a:r>
            <a:endParaRPr lang="en-US" dirty="0">
              <a:solidFill>
                <a:srgbClr val="FF0000"/>
              </a:solidFill>
              <a:ea typeface="Calibri"/>
              <a:cs typeface="Calibri"/>
            </a:endParaRPr>
          </a:p>
          <a:p>
            <a:pPr lvl="1"/>
            <a:r>
              <a:rPr lang="en-US" dirty="0">
                <a:cs typeface="Calibri"/>
              </a:rPr>
              <a:t>Personal (expensive, presumably?) like a yacht – still not "owned"</a:t>
            </a:r>
            <a:endParaRPr lang="en-US" dirty="0">
              <a:ea typeface="Calibri"/>
              <a:cs typeface="Calibri"/>
            </a:endParaRPr>
          </a:p>
          <a:p>
            <a:pPr lvl="1"/>
            <a:r>
              <a:rPr lang="en-US" dirty="0">
                <a:cs typeface="Calibri"/>
              </a:rPr>
              <a:t>Airplane – dozen(s), headed in same direction, all in A &amp; B (?)</a:t>
            </a:r>
            <a:endParaRPr lang="en-US" dirty="0">
              <a:ea typeface="Calibri"/>
              <a:cs typeface="Calibri"/>
            </a:endParaRPr>
          </a:p>
          <a:p>
            <a:pPr lvl="1"/>
            <a:r>
              <a:rPr lang="en-US" dirty="0">
                <a:cs typeface="Calibri"/>
              </a:rPr>
              <a:t>Huge -- Local – like apartment complexes that move slowly around one place</a:t>
            </a:r>
            <a:endParaRPr lang="en-US" dirty="0">
              <a:ea typeface="Calibri"/>
              <a:cs typeface="Calibri"/>
            </a:endParaRPr>
          </a:p>
          <a:p>
            <a:pPr lvl="1"/>
            <a:r>
              <a:rPr lang="en-US" dirty="0">
                <a:cs typeface="Calibri"/>
              </a:rPr>
              <a:t>Huge -- Express - "I'll get there" paced mobility units, cross between an airplane and a cruise ship </a:t>
            </a:r>
            <a:endParaRPr lang="en-US" dirty="0">
              <a:ea typeface="Calibri"/>
              <a:cs typeface="Calibri"/>
            </a:endParaRPr>
          </a:p>
        </p:txBody>
      </p:sp>
      <p:sp>
        <p:nvSpPr>
          <p:cNvPr id="5" name="Slide Number Placeholder 4">
            <a:extLst>
              <a:ext uri="{FF2B5EF4-FFF2-40B4-BE49-F238E27FC236}">
                <a16:creationId xmlns:a16="http://schemas.microsoft.com/office/drawing/2014/main" id="{F8A0A5F9-3409-F5F2-C0F3-58645AB18FB4}"/>
              </a:ext>
            </a:extLst>
          </p:cNvPr>
          <p:cNvSpPr>
            <a:spLocks noGrp="1"/>
          </p:cNvSpPr>
          <p:nvPr>
            <p:ph type="sldNum" sz="quarter" idx="12"/>
          </p:nvPr>
        </p:nvSpPr>
        <p:spPr/>
        <p:txBody>
          <a:bodyPr/>
          <a:lstStyle/>
          <a:p>
            <a:fld id="{330EA680-D336-4FF7-8B7A-9848BB0A1C32}" type="slidenum">
              <a:rPr lang="en-US" smtClean="0"/>
              <a:t>14</a:t>
            </a:fld>
            <a:endParaRPr lang="en-US"/>
          </a:p>
        </p:txBody>
      </p:sp>
      <p:sp>
        <p:nvSpPr>
          <p:cNvPr id="4" name="Footer Placeholder 3">
            <a:extLst>
              <a:ext uri="{FF2B5EF4-FFF2-40B4-BE49-F238E27FC236}">
                <a16:creationId xmlns:a16="http://schemas.microsoft.com/office/drawing/2014/main" id="{112ADD7B-25BC-52F5-2359-6AB3F29A4D49}"/>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604463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A472B-B6FE-1E36-BAAA-CEFDE0D6E812}"/>
              </a:ext>
            </a:extLst>
          </p:cNvPr>
          <p:cNvSpPr>
            <a:spLocks noGrp="1"/>
          </p:cNvSpPr>
          <p:nvPr>
            <p:ph type="title"/>
          </p:nvPr>
        </p:nvSpPr>
        <p:spPr>
          <a:xfrm>
            <a:off x="838200" y="375285"/>
            <a:ext cx="10515600" cy="1325563"/>
          </a:xfrm>
        </p:spPr>
        <p:txBody>
          <a:bodyPr/>
          <a:lstStyle/>
          <a:p>
            <a:r>
              <a:rPr lang="en-US" dirty="0">
                <a:cs typeface="Calibri Light"/>
              </a:rPr>
              <a:t>Flying Cars 2) 'Chassis' / Mobility - Design </a:t>
            </a:r>
          </a:p>
        </p:txBody>
      </p:sp>
      <p:sp>
        <p:nvSpPr>
          <p:cNvPr id="3" name="Content Placeholder 2">
            <a:extLst>
              <a:ext uri="{FF2B5EF4-FFF2-40B4-BE49-F238E27FC236}">
                <a16:creationId xmlns:a16="http://schemas.microsoft.com/office/drawing/2014/main" id="{4FA58D88-1C41-4DB8-50F5-C0148DF26DEC}"/>
              </a:ext>
            </a:extLst>
          </p:cNvPr>
          <p:cNvSpPr>
            <a:spLocks noGrp="1"/>
          </p:cNvSpPr>
          <p:nvPr>
            <p:ph idx="1"/>
          </p:nvPr>
        </p:nvSpPr>
        <p:spPr/>
        <p:txBody>
          <a:bodyPr vert="horz" lIns="91440" tIns="45720" rIns="91440" bIns="45720" rtlCol="0" anchor="t">
            <a:normAutofit/>
          </a:bodyPr>
          <a:lstStyle/>
          <a:p>
            <a:r>
              <a:rPr lang="en-US" dirty="0">
                <a:solidFill>
                  <a:srgbClr val="FF0000"/>
                </a:solidFill>
                <a:ea typeface="Calibri"/>
                <a:cs typeface="Calibri"/>
              </a:rPr>
              <a:t>What do I mean?</a:t>
            </a:r>
          </a:p>
          <a:p>
            <a:r>
              <a:rPr lang="en-US" dirty="0">
                <a:cs typeface="Calibri"/>
              </a:rPr>
              <a:t>Picture a Box truck, but your Pod would be the "box"</a:t>
            </a:r>
            <a:endParaRPr lang="en-US" dirty="0"/>
          </a:p>
          <a:p>
            <a:r>
              <a:rPr lang="en-US" dirty="0">
                <a:cs typeface="Calibri"/>
              </a:rPr>
              <a:t>Picture a train, but 6-8 Pods / efficiencies on each, coming and going</a:t>
            </a:r>
            <a:endParaRPr lang="en-US" dirty="0">
              <a:ea typeface="Calibri" panose="020F0502020204030204"/>
              <a:cs typeface="Calibri"/>
            </a:endParaRPr>
          </a:p>
          <a:p>
            <a:r>
              <a:rPr lang="en-US" dirty="0">
                <a:cs typeface="Calibri"/>
              </a:rPr>
              <a:t>"Shoebox" | "cubby" design – they accept the sizes of Pods [A, B, C, etc.]</a:t>
            </a:r>
            <a:endParaRPr lang="en-US" dirty="0">
              <a:ea typeface="Calibri"/>
              <a:cs typeface="Calibri"/>
            </a:endParaRPr>
          </a:p>
          <a:p>
            <a:r>
              <a:rPr lang="en-US" dirty="0">
                <a:cs typeface="Calibri"/>
              </a:rPr>
              <a:t>"Modular" / "Lego"-</a:t>
            </a:r>
            <a:r>
              <a:rPr lang="en-US" dirty="0" err="1">
                <a:cs typeface="Calibri"/>
              </a:rPr>
              <a:t>esque</a:t>
            </a:r>
            <a:r>
              <a:rPr lang="en-US" dirty="0">
                <a:cs typeface="Calibri"/>
              </a:rPr>
              <a:t> where applicable &amp; possible </a:t>
            </a:r>
          </a:p>
          <a:p>
            <a:r>
              <a:rPr lang="en-US" dirty="0">
                <a:highlight>
                  <a:srgbClr val="FFFF00"/>
                </a:highlight>
                <a:cs typeface="Calibri"/>
              </a:rPr>
              <a:t>Again; No Ownership! - (Picture Titanic's lifeboats) Haven't addressed this yet – I would just introduce and come back to it later</a:t>
            </a:r>
            <a:endParaRPr lang="en-US" dirty="0">
              <a:highlight>
                <a:srgbClr val="FFFF00"/>
              </a:highlight>
              <a:ea typeface="Calibri"/>
              <a:cs typeface="Calibri"/>
            </a:endParaRPr>
          </a:p>
          <a:p>
            <a:pPr lvl="1"/>
            <a:r>
              <a:rPr lang="en-US" dirty="0">
                <a:highlight>
                  <a:srgbClr val="FFFF00"/>
                </a:highlight>
                <a:cs typeface="Calibri"/>
              </a:rPr>
              <a:t>Own the Pods? Yes. Mobility units? No.</a:t>
            </a:r>
            <a:endParaRPr lang="en-US" dirty="0">
              <a:highlight>
                <a:srgbClr val="FFFF00"/>
              </a:highlight>
              <a:ea typeface="Calibri"/>
              <a:cs typeface="Calibri"/>
            </a:endParaRPr>
          </a:p>
        </p:txBody>
      </p:sp>
      <p:sp>
        <p:nvSpPr>
          <p:cNvPr id="5" name="Slide Number Placeholder 4">
            <a:extLst>
              <a:ext uri="{FF2B5EF4-FFF2-40B4-BE49-F238E27FC236}">
                <a16:creationId xmlns:a16="http://schemas.microsoft.com/office/drawing/2014/main" id="{680FC876-883E-BE6F-3BFD-F214802D0E9C}"/>
              </a:ext>
            </a:extLst>
          </p:cNvPr>
          <p:cNvSpPr>
            <a:spLocks noGrp="1"/>
          </p:cNvSpPr>
          <p:nvPr>
            <p:ph type="sldNum" sz="quarter" idx="12"/>
          </p:nvPr>
        </p:nvSpPr>
        <p:spPr/>
        <p:txBody>
          <a:bodyPr/>
          <a:lstStyle/>
          <a:p>
            <a:fld id="{330EA680-D336-4FF7-8B7A-9848BB0A1C32}" type="slidenum">
              <a:rPr lang="en-US" smtClean="0"/>
              <a:t>15</a:t>
            </a:fld>
            <a:endParaRPr lang="en-US"/>
          </a:p>
        </p:txBody>
      </p:sp>
      <p:sp>
        <p:nvSpPr>
          <p:cNvPr id="4" name="Footer Placeholder 3">
            <a:extLst>
              <a:ext uri="{FF2B5EF4-FFF2-40B4-BE49-F238E27FC236}">
                <a16:creationId xmlns:a16="http://schemas.microsoft.com/office/drawing/2014/main" id="{A8290706-B6E4-DF05-C600-46541FB00CF8}"/>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862461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215B2-DF99-3E84-7238-F0D2E5D50C17}"/>
              </a:ext>
            </a:extLst>
          </p:cNvPr>
          <p:cNvSpPr>
            <a:spLocks noGrp="1"/>
          </p:cNvSpPr>
          <p:nvPr>
            <p:ph type="title"/>
          </p:nvPr>
        </p:nvSpPr>
        <p:spPr/>
        <p:txBody>
          <a:bodyPr/>
          <a:lstStyle/>
          <a:p>
            <a:r>
              <a:rPr lang="en-US">
                <a:cs typeface="Calibri Light"/>
              </a:rPr>
              <a:t>Flying Cars – Buses – Hulls &amp; Balloons</a:t>
            </a:r>
            <a:endParaRPr lang="en-US"/>
          </a:p>
        </p:txBody>
      </p:sp>
      <p:sp>
        <p:nvSpPr>
          <p:cNvPr id="3" name="Content Placeholder 2">
            <a:extLst>
              <a:ext uri="{FF2B5EF4-FFF2-40B4-BE49-F238E27FC236}">
                <a16:creationId xmlns:a16="http://schemas.microsoft.com/office/drawing/2014/main" id="{DABAC2CE-B759-65A2-A9AA-973000EA0D14}"/>
              </a:ext>
            </a:extLst>
          </p:cNvPr>
          <p:cNvSpPr>
            <a:spLocks noGrp="1"/>
          </p:cNvSpPr>
          <p:nvPr>
            <p:ph idx="1"/>
          </p:nvPr>
        </p:nvSpPr>
        <p:spPr/>
        <p:txBody>
          <a:bodyPr vert="horz" lIns="91440" tIns="45720" rIns="91440" bIns="45720" rtlCol="0" anchor="t">
            <a:normAutofit/>
          </a:bodyPr>
          <a:lstStyle/>
          <a:p>
            <a:r>
              <a:rPr lang="en-US" dirty="0">
                <a:cs typeface="Calibri"/>
              </a:rPr>
              <a:t>Segments are loaded with "balloons" that can be inflated / released</a:t>
            </a:r>
            <a:endParaRPr lang="en-US">
              <a:ea typeface="Calibri"/>
              <a:cs typeface="Calibri"/>
            </a:endParaRPr>
          </a:p>
          <a:p>
            <a:r>
              <a:rPr lang="en-US" dirty="0">
                <a:cs typeface="Calibri"/>
              </a:rPr>
              <a:t>Segments are flooded with Nitrogen .. even if there was a leak; the contents are cycled regularly – leak can be identified, corrected, never cause a problem.. Even if the whole segment needs to be replaced</a:t>
            </a:r>
            <a:endParaRPr lang="en-US" dirty="0">
              <a:ea typeface="Calibri"/>
              <a:cs typeface="Calibri"/>
            </a:endParaRPr>
          </a:p>
        </p:txBody>
      </p:sp>
      <p:sp>
        <p:nvSpPr>
          <p:cNvPr id="5" name="Slide Number Placeholder 4">
            <a:extLst>
              <a:ext uri="{FF2B5EF4-FFF2-40B4-BE49-F238E27FC236}">
                <a16:creationId xmlns:a16="http://schemas.microsoft.com/office/drawing/2014/main" id="{A958BE83-AD4F-8A1F-5126-6DD223B505DA}"/>
              </a:ext>
            </a:extLst>
          </p:cNvPr>
          <p:cNvSpPr>
            <a:spLocks noGrp="1"/>
          </p:cNvSpPr>
          <p:nvPr>
            <p:ph type="sldNum" sz="quarter" idx="12"/>
          </p:nvPr>
        </p:nvSpPr>
        <p:spPr/>
        <p:txBody>
          <a:bodyPr/>
          <a:lstStyle/>
          <a:p>
            <a:fld id="{330EA680-D336-4FF7-8B7A-9848BB0A1C32}" type="slidenum">
              <a:rPr lang="en-US" smtClean="0"/>
              <a:t>16</a:t>
            </a:fld>
            <a:endParaRPr lang="en-US"/>
          </a:p>
        </p:txBody>
      </p:sp>
      <p:sp>
        <p:nvSpPr>
          <p:cNvPr id="4" name="Footer Placeholder 3">
            <a:extLst>
              <a:ext uri="{FF2B5EF4-FFF2-40B4-BE49-F238E27FC236}">
                <a16:creationId xmlns:a16="http://schemas.microsoft.com/office/drawing/2014/main" id="{DF869D12-DCC8-9DB1-B0BE-0E33D62FC784}"/>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803421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AF6B-2713-2BF8-D39E-F92F43D744B3}"/>
              </a:ext>
            </a:extLst>
          </p:cNvPr>
          <p:cNvSpPr>
            <a:spLocks noGrp="1"/>
          </p:cNvSpPr>
          <p:nvPr>
            <p:ph type="title"/>
          </p:nvPr>
        </p:nvSpPr>
        <p:spPr/>
        <p:txBody>
          <a:bodyPr/>
          <a:lstStyle/>
          <a:p>
            <a:r>
              <a:rPr lang="en-US" dirty="0">
                <a:cs typeface="Calibri Light"/>
              </a:rPr>
              <a:t>Flying Cars  - 3) Buses – Worries [Operation]</a:t>
            </a:r>
          </a:p>
        </p:txBody>
      </p:sp>
      <p:sp>
        <p:nvSpPr>
          <p:cNvPr id="3" name="Content Placeholder 2">
            <a:extLst>
              <a:ext uri="{FF2B5EF4-FFF2-40B4-BE49-F238E27FC236}">
                <a16:creationId xmlns:a16="http://schemas.microsoft.com/office/drawing/2014/main" id="{429D0DB0-413D-C8AB-1A23-F9C01F950E4C}"/>
              </a:ext>
            </a:extLst>
          </p:cNvPr>
          <p:cNvSpPr>
            <a:spLocks noGrp="1"/>
          </p:cNvSpPr>
          <p:nvPr>
            <p:ph idx="1"/>
          </p:nvPr>
        </p:nvSpPr>
        <p:spPr/>
        <p:txBody>
          <a:bodyPr vert="horz" lIns="91440" tIns="45720" rIns="91440" bIns="45720" rtlCol="0" anchor="t">
            <a:normAutofit/>
          </a:bodyPr>
          <a:lstStyle/>
          <a:p>
            <a:r>
              <a:rPr lang="en-US" dirty="0">
                <a:cs typeface="Calibri"/>
              </a:rPr>
              <a:t>We saw the reactions to spy balloons. Those were helium. And small.</a:t>
            </a:r>
            <a:endParaRPr lang="en-US" dirty="0">
              <a:ea typeface="Calibri"/>
              <a:cs typeface="Calibri"/>
            </a:endParaRPr>
          </a:p>
          <a:p>
            <a:r>
              <a:rPr lang="en-US" dirty="0">
                <a:cs typeface="Calibri"/>
              </a:rPr>
              <a:t>I want my world. </a:t>
            </a:r>
            <a:r>
              <a:rPr lang="en-US" i="1" dirty="0">
                <a:cs typeface="Calibri"/>
              </a:rPr>
              <a:t>So Do You</a:t>
            </a:r>
            <a:r>
              <a:rPr lang="en-US" dirty="0">
                <a:cs typeface="Calibri"/>
              </a:rPr>
              <a:t>! For us to get there; we'll need to have these dialogs. I am mostly interested in hearing from those who also want to share in exploring however much of this we can. NOT those whose sole purpose is "HA-HA You Talk Funny, Weirdo. I brought my pitchfork"</a:t>
            </a:r>
            <a:endParaRPr lang="en-US" dirty="0">
              <a:ea typeface="Calibri"/>
              <a:cs typeface="Calibri"/>
            </a:endParaRPr>
          </a:p>
        </p:txBody>
      </p:sp>
      <p:sp>
        <p:nvSpPr>
          <p:cNvPr id="5" name="Slide Number Placeholder 4">
            <a:extLst>
              <a:ext uri="{FF2B5EF4-FFF2-40B4-BE49-F238E27FC236}">
                <a16:creationId xmlns:a16="http://schemas.microsoft.com/office/drawing/2014/main" id="{95121D71-457D-B5D7-DF0B-0463AAB3B368}"/>
              </a:ext>
            </a:extLst>
          </p:cNvPr>
          <p:cNvSpPr>
            <a:spLocks noGrp="1"/>
          </p:cNvSpPr>
          <p:nvPr>
            <p:ph type="sldNum" sz="quarter" idx="12"/>
          </p:nvPr>
        </p:nvSpPr>
        <p:spPr/>
        <p:txBody>
          <a:bodyPr/>
          <a:lstStyle/>
          <a:p>
            <a:fld id="{330EA680-D336-4FF7-8B7A-9848BB0A1C32}" type="slidenum">
              <a:rPr lang="en-US" smtClean="0"/>
              <a:t>17</a:t>
            </a:fld>
            <a:endParaRPr lang="en-US"/>
          </a:p>
        </p:txBody>
      </p:sp>
      <p:sp>
        <p:nvSpPr>
          <p:cNvPr id="4" name="Footer Placeholder 3">
            <a:extLst>
              <a:ext uri="{FF2B5EF4-FFF2-40B4-BE49-F238E27FC236}">
                <a16:creationId xmlns:a16="http://schemas.microsoft.com/office/drawing/2014/main" id="{7B2C4D28-35A4-EFC8-7012-128C4440D7CD}"/>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750474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831FD-D532-CC05-3979-A33DE6AA6F6E}"/>
              </a:ext>
            </a:extLst>
          </p:cNvPr>
          <p:cNvSpPr>
            <a:spLocks noGrp="1"/>
          </p:cNvSpPr>
          <p:nvPr>
            <p:ph type="title"/>
          </p:nvPr>
        </p:nvSpPr>
        <p:spPr/>
        <p:txBody>
          <a:bodyPr/>
          <a:lstStyle/>
          <a:p>
            <a:r>
              <a:rPr lang="en-US" dirty="0">
                <a:cs typeface="Calibri Light"/>
              </a:rPr>
              <a:t>Gliders</a:t>
            </a:r>
            <a:endParaRPr lang="en-US" dirty="0"/>
          </a:p>
        </p:txBody>
      </p:sp>
      <p:sp>
        <p:nvSpPr>
          <p:cNvPr id="3" name="Content Placeholder 2">
            <a:extLst>
              <a:ext uri="{FF2B5EF4-FFF2-40B4-BE49-F238E27FC236}">
                <a16:creationId xmlns:a16="http://schemas.microsoft.com/office/drawing/2014/main" id="{6F7476CC-B0F5-EBA0-A09C-F0614C089CE5}"/>
              </a:ext>
            </a:extLst>
          </p:cNvPr>
          <p:cNvSpPr>
            <a:spLocks noGrp="1"/>
          </p:cNvSpPr>
          <p:nvPr>
            <p:ph idx="1"/>
          </p:nvPr>
        </p:nvSpPr>
        <p:spPr>
          <a:xfrm>
            <a:off x="797560" y="1825625"/>
            <a:ext cx="10515600" cy="4351338"/>
          </a:xfrm>
        </p:spPr>
        <p:txBody>
          <a:bodyPr vert="horz" lIns="91440" tIns="45720" rIns="91440" bIns="45720" rtlCol="0" anchor="t">
            <a:normAutofit fontScale="92500" lnSpcReduction="20000"/>
          </a:bodyPr>
          <a:lstStyle/>
          <a:p>
            <a:r>
              <a:rPr lang="en-US" dirty="0">
                <a:cs typeface="Calibri"/>
              </a:rPr>
              <a:t>Before we have flying cars - I can see having gliders [</a:t>
            </a:r>
            <a:r>
              <a:rPr lang="en-US" dirty="0">
                <a:solidFill>
                  <a:srgbClr val="FF0000"/>
                </a:solidFill>
                <a:cs typeface="Calibri"/>
              </a:rPr>
              <a:t>need to define</a:t>
            </a:r>
            <a:r>
              <a:rPr lang="en-US" dirty="0">
                <a:cs typeface="Calibri"/>
              </a:rPr>
              <a:t>] to experiment with for safety</a:t>
            </a:r>
            <a:endParaRPr lang="en-US" dirty="0">
              <a:ea typeface="Calibri" panose="020F0502020204030204"/>
              <a:cs typeface="Calibri"/>
            </a:endParaRPr>
          </a:p>
          <a:p>
            <a:pPr lvl="1"/>
            <a:r>
              <a:rPr lang="en-US" err="1">
                <a:cs typeface="Calibri"/>
              </a:rPr>
              <a:t>Hypno</a:t>
            </a:r>
            <a:r>
              <a:rPr lang="en-US" dirty="0">
                <a:cs typeface="Calibri"/>
              </a:rPr>
              <a:t>: You want something better than a roller coaster; you want a glider ride! In your own personal A or B size, dozens of us, all queued up at 7:40 for 8:00 pm sunset..</a:t>
            </a:r>
            <a:endParaRPr lang="en-US" dirty="0">
              <a:ea typeface="Calibri"/>
              <a:cs typeface="Calibri"/>
            </a:endParaRPr>
          </a:p>
          <a:p>
            <a:r>
              <a:rPr lang="en-US" dirty="0">
                <a:cs typeface="Calibri"/>
              </a:rPr>
              <a:t>Exploration of </a:t>
            </a:r>
            <a:r>
              <a:rPr lang="en-US" strike="sngStrike" dirty="0">
                <a:solidFill>
                  <a:srgbClr val="FF0000"/>
                </a:solidFill>
                <a:cs typeface="Calibri"/>
              </a:rPr>
              <a:t>'Launch Style's</a:t>
            </a:r>
            <a:r>
              <a:rPr lang="en-US" dirty="0">
                <a:solidFill>
                  <a:srgbClr val="FF0000"/>
                </a:solidFill>
                <a:cs typeface="Calibri"/>
              </a:rPr>
              <a:t> what powers or mobilizes gliders</a:t>
            </a:r>
            <a:endParaRPr lang="en-US" dirty="0">
              <a:solidFill>
                <a:srgbClr val="FF0000"/>
              </a:solidFill>
              <a:ea typeface="Calibri"/>
              <a:cs typeface="Calibri"/>
            </a:endParaRPr>
          </a:p>
          <a:p>
            <a:pPr lvl="1"/>
            <a:r>
              <a:rPr lang="en-US" dirty="0">
                <a:cs typeface="Calibri"/>
              </a:rPr>
              <a:t>Maybe there are some engineers out there? We will have more in the System section</a:t>
            </a:r>
            <a:endParaRPr lang="en-US" dirty="0">
              <a:ea typeface="Calibri"/>
              <a:cs typeface="Calibri"/>
            </a:endParaRPr>
          </a:p>
          <a:p>
            <a:pPr lvl="1"/>
            <a:r>
              <a:rPr lang="en-US" dirty="0">
                <a:cs typeface="Calibri"/>
              </a:rPr>
              <a:t>Some gas engine? Some slingshot? Some railgun? Some high pressure in an air tunnel*? </a:t>
            </a:r>
            <a:endParaRPr lang="en-US" dirty="0"/>
          </a:p>
          <a:p>
            <a:pPr lvl="1"/>
            <a:r>
              <a:rPr lang="en-US" dirty="0">
                <a:cs typeface="Calibri"/>
              </a:rPr>
              <a:t>That last being the most exciting – if we can produce that along a ridgeline of a mountain?? We could potentially find a new means of launching... </a:t>
            </a:r>
            <a:endParaRPr lang="en-US" dirty="0">
              <a:ea typeface="Calibri"/>
              <a:cs typeface="Calibri"/>
            </a:endParaRPr>
          </a:p>
          <a:p>
            <a:r>
              <a:rPr lang="en-US" dirty="0">
                <a:cs typeface="Calibri"/>
              </a:rPr>
              <a:t>Achieve maximum speed &amp; height, then autonomous glide</a:t>
            </a:r>
            <a:endParaRPr lang="en-US" dirty="0">
              <a:ea typeface="Calibri"/>
              <a:cs typeface="Calibri"/>
            </a:endParaRPr>
          </a:p>
          <a:p>
            <a:r>
              <a:rPr lang="en-US" dirty="0">
                <a:cs typeface="Calibri"/>
              </a:rPr>
              <a:t>Either return to that same park, or go to the next park over. More adventures, tomorrow. Always a new sunrise.</a:t>
            </a:r>
            <a:endParaRPr lang="en-US" strike="sngStrike" dirty="0">
              <a:solidFill>
                <a:srgbClr val="FF0000"/>
              </a:solidFill>
              <a:ea typeface="Calibri"/>
              <a:cs typeface="Calibri"/>
            </a:endParaRPr>
          </a:p>
        </p:txBody>
      </p:sp>
      <p:sp>
        <p:nvSpPr>
          <p:cNvPr id="5" name="Slide Number Placeholder 4">
            <a:extLst>
              <a:ext uri="{FF2B5EF4-FFF2-40B4-BE49-F238E27FC236}">
                <a16:creationId xmlns:a16="http://schemas.microsoft.com/office/drawing/2014/main" id="{744FE8B4-A9D5-EB53-D172-68FE5E6F1B48}"/>
              </a:ext>
            </a:extLst>
          </p:cNvPr>
          <p:cNvSpPr>
            <a:spLocks noGrp="1"/>
          </p:cNvSpPr>
          <p:nvPr>
            <p:ph type="sldNum" sz="quarter" idx="12"/>
          </p:nvPr>
        </p:nvSpPr>
        <p:spPr/>
        <p:txBody>
          <a:bodyPr/>
          <a:lstStyle/>
          <a:p>
            <a:fld id="{330EA680-D336-4FF7-8B7A-9848BB0A1C32}" type="slidenum">
              <a:rPr lang="en-US" smtClean="0"/>
              <a:t>18</a:t>
            </a:fld>
            <a:endParaRPr lang="en-US"/>
          </a:p>
        </p:txBody>
      </p:sp>
      <p:sp>
        <p:nvSpPr>
          <p:cNvPr id="4" name="Footer Placeholder 3">
            <a:extLst>
              <a:ext uri="{FF2B5EF4-FFF2-40B4-BE49-F238E27FC236}">
                <a16:creationId xmlns:a16="http://schemas.microsoft.com/office/drawing/2014/main" id="{E01E69F4-B17C-130E-8CAD-A03F60D78D8F}"/>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628189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C3B8A-BFCD-230B-87C2-C9526DBB601C}"/>
              </a:ext>
            </a:extLst>
          </p:cNvPr>
          <p:cNvSpPr>
            <a:spLocks noGrp="1"/>
          </p:cNvSpPr>
          <p:nvPr>
            <p:ph type="title"/>
          </p:nvPr>
        </p:nvSpPr>
        <p:spPr/>
        <p:txBody>
          <a:bodyPr>
            <a:normAutofit fontScale="90000"/>
          </a:bodyPr>
          <a:lstStyle/>
          <a:p>
            <a:r>
              <a:rPr lang="en-US" dirty="0">
                <a:cs typeface="Calibri Light"/>
              </a:rPr>
              <a:t>Gliders – Taking Off </a:t>
            </a:r>
            <a:r>
              <a:rPr lang="en-US" dirty="0">
                <a:solidFill>
                  <a:srgbClr val="FF0000"/>
                </a:solidFill>
                <a:cs typeface="Calibri Light"/>
              </a:rPr>
              <a:t>Do you need this detail now? Can you grab a few details and add to prior slide?</a:t>
            </a:r>
            <a:endParaRPr lang="en-US" dirty="0">
              <a:solidFill>
                <a:srgbClr val="FF0000"/>
              </a:solidFill>
              <a:ea typeface="Calibri Light"/>
              <a:cs typeface="Calibri Light"/>
            </a:endParaRPr>
          </a:p>
        </p:txBody>
      </p:sp>
      <p:sp>
        <p:nvSpPr>
          <p:cNvPr id="3" name="Content Placeholder 2">
            <a:extLst>
              <a:ext uri="{FF2B5EF4-FFF2-40B4-BE49-F238E27FC236}">
                <a16:creationId xmlns:a16="http://schemas.microsoft.com/office/drawing/2014/main" id="{AF8FF007-92D4-19F3-0CFD-9DAFB052AB3F}"/>
              </a:ext>
            </a:extLst>
          </p:cNvPr>
          <p:cNvSpPr>
            <a:spLocks noGrp="1"/>
          </p:cNvSpPr>
          <p:nvPr>
            <p:ph idx="1"/>
          </p:nvPr>
        </p:nvSpPr>
        <p:spPr/>
        <p:txBody>
          <a:bodyPr vert="horz" lIns="91440" tIns="45720" rIns="91440" bIns="45720" rtlCol="0" anchor="t">
            <a:normAutofit fontScale="77500" lnSpcReduction="20000"/>
          </a:bodyPr>
          <a:lstStyle/>
          <a:p>
            <a:r>
              <a:rPr lang="en-US">
                <a:cs typeface="Calibri"/>
              </a:rPr>
              <a:t>Maybe Gas engines? </a:t>
            </a:r>
            <a:endParaRPr lang="en-US"/>
          </a:p>
          <a:p>
            <a:pPr lvl="1"/>
            <a:r>
              <a:rPr lang="en-US">
                <a:cs typeface="Calibri"/>
              </a:rPr>
              <a:t>At first – no on the long-term</a:t>
            </a:r>
          </a:p>
          <a:p>
            <a:r>
              <a:rPr lang="en-US">
                <a:cs typeface="Calibri"/>
              </a:rPr>
              <a:t>Maybe rail guns? Maybe air pressure?</a:t>
            </a:r>
            <a:endParaRPr lang="en-US"/>
          </a:p>
          <a:p>
            <a:pPr lvl="1"/>
            <a:r>
              <a:rPr lang="en-US">
                <a:cs typeface="Calibri"/>
              </a:rPr>
              <a:t>Air pressure seems the most promising.. </a:t>
            </a:r>
          </a:p>
          <a:p>
            <a:r>
              <a:rPr lang="en-US">
                <a:cs typeface="Calibri"/>
              </a:rPr>
              <a:t>Build a long track up along a side of a hill</a:t>
            </a:r>
          </a:p>
          <a:p>
            <a:r>
              <a:rPr lang="en-US">
                <a:cs typeface="Calibri"/>
              </a:rPr>
              <a:t>Load us at the bottom, into the barrel</a:t>
            </a:r>
          </a:p>
          <a:p>
            <a:r>
              <a:rPr lang="en-US">
                <a:cs typeface="Calibri"/>
              </a:rPr>
              <a:t>Shaped like a thermometer – bulb at the bottom where we go in</a:t>
            </a:r>
          </a:p>
          <a:p>
            <a:r>
              <a:rPr lang="en-US">
                <a:cs typeface="Calibri"/>
              </a:rPr>
              <a:t>As Glider-Pod passes segments, massive bellows release their loads behind, always building more &amp; more pressure</a:t>
            </a:r>
          </a:p>
          <a:p>
            <a:r>
              <a:rPr lang="en-US">
                <a:cs typeface="Calibri"/>
              </a:rPr>
              <a:t>May be necessary to dig channels (or even completely "tunnel") to accommodate the pressure, but .. if we built one of these along the side of a mountain – is that a new launch? Given 20+ line-miles .. could we not get near escape velocity..? </a:t>
            </a:r>
          </a:p>
          <a:p>
            <a:r>
              <a:rPr lang="en-US">
                <a:cs typeface="Calibri"/>
              </a:rPr>
              <a:t>At a minimum – that's a dirt cheap means of getting a lot of people all over</a:t>
            </a:r>
          </a:p>
        </p:txBody>
      </p:sp>
      <p:sp>
        <p:nvSpPr>
          <p:cNvPr id="5" name="Slide Number Placeholder 4">
            <a:extLst>
              <a:ext uri="{FF2B5EF4-FFF2-40B4-BE49-F238E27FC236}">
                <a16:creationId xmlns:a16="http://schemas.microsoft.com/office/drawing/2014/main" id="{0EE1D970-248A-EA4B-FF9C-D9B270440681}"/>
              </a:ext>
            </a:extLst>
          </p:cNvPr>
          <p:cNvSpPr>
            <a:spLocks noGrp="1"/>
          </p:cNvSpPr>
          <p:nvPr>
            <p:ph type="sldNum" sz="quarter" idx="12"/>
          </p:nvPr>
        </p:nvSpPr>
        <p:spPr/>
        <p:txBody>
          <a:bodyPr/>
          <a:lstStyle/>
          <a:p>
            <a:fld id="{330EA680-D336-4FF7-8B7A-9848BB0A1C32}" type="slidenum">
              <a:rPr lang="en-US" smtClean="0"/>
              <a:t>19</a:t>
            </a:fld>
            <a:endParaRPr lang="en-US"/>
          </a:p>
        </p:txBody>
      </p:sp>
      <p:sp>
        <p:nvSpPr>
          <p:cNvPr id="4" name="Footer Placeholder 3">
            <a:extLst>
              <a:ext uri="{FF2B5EF4-FFF2-40B4-BE49-F238E27FC236}">
                <a16:creationId xmlns:a16="http://schemas.microsoft.com/office/drawing/2014/main" id="{A1491286-DAF1-DCA8-76FD-FBFBB6634615}"/>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166782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7659A-F540-6B95-C923-EA9F9DA2FDC8}"/>
              </a:ext>
            </a:extLst>
          </p:cNvPr>
          <p:cNvSpPr>
            <a:spLocks noGrp="1"/>
          </p:cNvSpPr>
          <p:nvPr>
            <p:ph type="title"/>
          </p:nvPr>
        </p:nvSpPr>
        <p:spPr/>
        <p:txBody>
          <a:bodyPr>
            <a:normAutofit fontScale="90000"/>
          </a:bodyPr>
          <a:lstStyle/>
          <a:p>
            <a:r>
              <a:rPr lang="en-US" dirty="0">
                <a:cs typeface="Calibri Light"/>
              </a:rPr>
              <a:t>Glider Landings – Experimentation – Pods </a:t>
            </a:r>
            <a:r>
              <a:rPr lang="en-US" dirty="0">
                <a:solidFill>
                  <a:srgbClr val="FF0000"/>
                </a:solidFill>
                <a:cs typeface="Calibri Light"/>
              </a:rPr>
              <a:t>Same here – way too detailed. Maybe just grab one concept?</a:t>
            </a:r>
            <a:endParaRPr lang="en-US" dirty="0">
              <a:solidFill>
                <a:srgbClr val="FF0000"/>
              </a:solidFill>
              <a:ea typeface="Calibri Light"/>
              <a:cs typeface="Calibri Light"/>
            </a:endParaRPr>
          </a:p>
        </p:txBody>
      </p:sp>
      <p:sp>
        <p:nvSpPr>
          <p:cNvPr id="3" name="Content Placeholder 2">
            <a:extLst>
              <a:ext uri="{FF2B5EF4-FFF2-40B4-BE49-F238E27FC236}">
                <a16:creationId xmlns:a16="http://schemas.microsoft.com/office/drawing/2014/main" id="{6B269FE1-63F3-9D97-79C3-958C05C90B8F}"/>
              </a:ext>
            </a:extLst>
          </p:cNvPr>
          <p:cNvSpPr>
            <a:spLocks noGrp="1"/>
          </p:cNvSpPr>
          <p:nvPr>
            <p:ph idx="1"/>
          </p:nvPr>
        </p:nvSpPr>
        <p:spPr/>
        <p:txBody>
          <a:bodyPr vert="horz" lIns="91440" tIns="45720" rIns="91440" bIns="45720" rtlCol="0" anchor="t">
            <a:normAutofit fontScale="62500" lnSpcReduction="20000"/>
          </a:bodyPr>
          <a:lstStyle/>
          <a:p>
            <a:r>
              <a:rPr lang="en-US">
                <a:cs typeface="Calibri"/>
              </a:rPr>
              <a:t>I am intrigued with "Docking Maneuvers".. is this </a:t>
            </a:r>
            <a:r>
              <a:rPr lang="en-US" i="1">
                <a:cs typeface="Calibri"/>
              </a:rPr>
              <a:t>honestly</a:t>
            </a:r>
            <a:r>
              <a:rPr lang="en-US">
                <a:cs typeface="Calibri"/>
              </a:rPr>
              <a:t> the </a:t>
            </a:r>
            <a:r>
              <a:rPr lang="en-US" i="1">
                <a:cs typeface="Calibri"/>
              </a:rPr>
              <a:t>only</a:t>
            </a:r>
            <a:r>
              <a:rPr lang="en-US">
                <a:cs typeface="Calibri"/>
              </a:rPr>
              <a:t> way?? </a:t>
            </a:r>
          </a:p>
          <a:p>
            <a:pPr lvl="1"/>
            <a:r>
              <a:rPr lang="en-US">
                <a:ea typeface="Calibri"/>
                <a:cs typeface="Calibri"/>
              </a:rPr>
              <a:t>When we get right down to it – same for runways. Takeoffs AND landings.. </a:t>
            </a:r>
          </a:p>
          <a:p>
            <a:r>
              <a:rPr lang="en-US">
                <a:cs typeface="Calibri"/>
              </a:rPr>
              <a:t>I want the gliders to be part glider, but part shuttlecock – 1 million percent for sure, there's only exactly the one direction of travel, period</a:t>
            </a:r>
          </a:p>
          <a:p>
            <a:r>
              <a:rPr lang="en-US">
                <a:cs typeface="Calibri"/>
              </a:rPr>
              <a:t>I want the landing zones to be .. almost frightening, actually.. a giant 'maw*' (need a better word), with fibers that look like millions of teeth, gradually narrowing the path while tensioning the fibers</a:t>
            </a:r>
            <a:endParaRPr lang="en-US">
              <a:ea typeface="Calibri"/>
              <a:cs typeface="Calibri"/>
            </a:endParaRPr>
          </a:p>
          <a:p>
            <a:r>
              <a:rPr lang="en-US">
                <a:cs typeface="Calibri"/>
              </a:rPr>
              <a:t>As the pod goes further in (over the course of hundreds (?) of meters) it's slowed and placed gently onto an offboarding track </a:t>
            </a:r>
          </a:p>
          <a:p>
            <a:pPr lvl="1"/>
            <a:r>
              <a:rPr lang="en-US">
                <a:cs typeface="Calibri"/>
              </a:rPr>
              <a:t>I never want to do a shuttle docking!</a:t>
            </a:r>
          </a:p>
          <a:p>
            <a:r>
              <a:rPr lang="en-US">
                <a:cs typeface="Calibri"/>
              </a:rPr>
              <a:t>We also practice these for mid-air, and then outer space. An easy, cheap, &amp; fun means of going from ground to a bus? Glide right into place. Take-off at 7:30, watch the sunset, land at 8:30 on the bus, wake up the next morning in another continent </a:t>
            </a:r>
            <a:endParaRPr lang="en-US"/>
          </a:p>
          <a:p>
            <a:r>
              <a:rPr lang="en-US">
                <a:cs typeface="Calibri"/>
              </a:rPr>
              <a:t>Your A (&amp; B?) pods should fit nicely into one of our gliders - if your Dude Ranch vacation involved earning enough TACs..? enjoy a nice candle-lit sunset | moonrise glide</a:t>
            </a:r>
          </a:p>
          <a:p>
            <a:r>
              <a:rPr lang="en-US">
                <a:cs typeface="Calibri"/>
              </a:rPr>
              <a:t>These are for sale – expensive. A certain percent are sold, some for schools, some as make-a-wish</a:t>
            </a:r>
          </a:p>
          <a:p>
            <a:r>
              <a:rPr lang="en-US">
                <a:cs typeface="Calibri"/>
              </a:rPr>
              <a:t>Market the heck out of these glide rides … precursors to flying cars, these could be feasible in the first few years... and who wants Roller Coasters, compared to Terran-Astral Glide-Rides??</a:t>
            </a:r>
          </a:p>
          <a:p>
            <a:endParaRPr lang="en-US">
              <a:cs typeface="Calibri"/>
            </a:endParaRPr>
          </a:p>
        </p:txBody>
      </p:sp>
      <p:sp>
        <p:nvSpPr>
          <p:cNvPr id="5" name="Slide Number Placeholder 4">
            <a:extLst>
              <a:ext uri="{FF2B5EF4-FFF2-40B4-BE49-F238E27FC236}">
                <a16:creationId xmlns:a16="http://schemas.microsoft.com/office/drawing/2014/main" id="{8D056E6C-94FA-9F91-F653-930AD535AB58}"/>
              </a:ext>
            </a:extLst>
          </p:cNvPr>
          <p:cNvSpPr>
            <a:spLocks noGrp="1"/>
          </p:cNvSpPr>
          <p:nvPr>
            <p:ph type="sldNum" sz="quarter" idx="12"/>
          </p:nvPr>
        </p:nvSpPr>
        <p:spPr/>
        <p:txBody>
          <a:bodyPr/>
          <a:lstStyle/>
          <a:p>
            <a:fld id="{330EA680-D336-4FF7-8B7A-9848BB0A1C32}" type="slidenum">
              <a:rPr lang="en-US" smtClean="0"/>
              <a:t>20</a:t>
            </a:fld>
            <a:endParaRPr lang="en-US"/>
          </a:p>
        </p:txBody>
      </p:sp>
      <p:sp>
        <p:nvSpPr>
          <p:cNvPr id="4" name="Footer Placeholder 3">
            <a:extLst>
              <a:ext uri="{FF2B5EF4-FFF2-40B4-BE49-F238E27FC236}">
                <a16:creationId xmlns:a16="http://schemas.microsoft.com/office/drawing/2014/main" id="{BCE23EB9-6DE1-9223-3959-38D317F71381}"/>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4209612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9CDF3-6BE5-B6C7-68A2-D0BFEE530E47}"/>
              </a:ext>
            </a:extLst>
          </p:cNvPr>
          <p:cNvSpPr>
            <a:spLocks noGrp="1"/>
          </p:cNvSpPr>
          <p:nvPr>
            <p:ph type="title"/>
          </p:nvPr>
        </p:nvSpPr>
        <p:spPr/>
        <p:txBody>
          <a:bodyPr/>
          <a:lstStyle/>
          <a:p>
            <a:r>
              <a:rPr lang="en-US">
                <a:cs typeface="Calibri Light"/>
              </a:rPr>
              <a:t>Space Elevator</a:t>
            </a:r>
            <a:endParaRPr lang="en-US"/>
          </a:p>
        </p:txBody>
      </p:sp>
      <p:sp>
        <p:nvSpPr>
          <p:cNvPr id="3" name="Content Placeholder 2">
            <a:extLst>
              <a:ext uri="{FF2B5EF4-FFF2-40B4-BE49-F238E27FC236}">
                <a16:creationId xmlns:a16="http://schemas.microsoft.com/office/drawing/2014/main" id="{2C233C5D-AE6E-EE9D-E247-48CB088754FF}"/>
              </a:ext>
            </a:extLst>
          </p:cNvPr>
          <p:cNvSpPr>
            <a:spLocks noGrp="1"/>
          </p:cNvSpPr>
          <p:nvPr>
            <p:ph idx="1"/>
          </p:nvPr>
        </p:nvSpPr>
        <p:spPr/>
        <p:txBody>
          <a:bodyPr vert="horz" lIns="91440" tIns="45720" rIns="91440" bIns="45720" rtlCol="0" anchor="t">
            <a:normAutofit/>
          </a:bodyPr>
          <a:lstStyle/>
          <a:p>
            <a:r>
              <a:rPr lang="en-US" dirty="0">
                <a:cs typeface="Calibri"/>
              </a:rPr>
              <a:t>VERY long term – $ Trillions – but; what does it hurt to mention? </a:t>
            </a:r>
            <a:endParaRPr lang="en-US" dirty="0">
              <a:ea typeface="Calibri"/>
              <a:cs typeface="Calibri"/>
            </a:endParaRPr>
          </a:p>
          <a:p>
            <a:r>
              <a:rPr lang="en-US" dirty="0">
                <a:cs typeface="Calibri"/>
              </a:rPr>
              <a:t>Picture the 'equilibrium' stage of a mylar balloon - neither sinking nor floating</a:t>
            </a:r>
            <a:endParaRPr lang="en-US" dirty="0">
              <a:ea typeface="Calibri"/>
              <a:cs typeface="Calibri"/>
            </a:endParaRPr>
          </a:p>
          <a:p>
            <a:r>
              <a:rPr lang="en-US" dirty="0">
                <a:cs typeface="Calibri"/>
              </a:rPr>
              <a:t>Create 100 or so, with enough engineering, for each "stage" of the atmosphere</a:t>
            </a:r>
            <a:endParaRPr lang="en-US" dirty="0">
              <a:ea typeface="Calibri"/>
              <a:cs typeface="Calibri"/>
            </a:endParaRPr>
          </a:p>
          <a:p>
            <a:pPr lvl="1"/>
            <a:r>
              <a:rPr lang="en-US" dirty="0">
                <a:ea typeface="Calibri"/>
                <a:cs typeface="Calibri"/>
              </a:rPr>
              <a:t>Near the top, as the atmosphere gets less dense, we have segments the size of a city, with inner balloons the size of warehouses</a:t>
            </a:r>
          </a:p>
          <a:p>
            <a:r>
              <a:rPr lang="en-US" dirty="0">
                <a:cs typeface="Calibri"/>
              </a:rPr>
              <a:t>Stay exactly put, regardless of temperature and wind changes </a:t>
            </a:r>
            <a:endParaRPr lang="en-US" strike="sngStrike">
              <a:solidFill>
                <a:srgbClr val="FF0000"/>
              </a:solidFill>
              <a:ea typeface="Calibri"/>
              <a:cs typeface="Calibri"/>
            </a:endParaRPr>
          </a:p>
        </p:txBody>
      </p:sp>
      <p:sp>
        <p:nvSpPr>
          <p:cNvPr id="5" name="Slide Number Placeholder 4">
            <a:extLst>
              <a:ext uri="{FF2B5EF4-FFF2-40B4-BE49-F238E27FC236}">
                <a16:creationId xmlns:a16="http://schemas.microsoft.com/office/drawing/2014/main" id="{CE57540C-A4F5-4BE7-DC8E-E05DD2425CC2}"/>
              </a:ext>
            </a:extLst>
          </p:cNvPr>
          <p:cNvSpPr>
            <a:spLocks noGrp="1"/>
          </p:cNvSpPr>
          <p:nvPr>
            <p:ph type="sldNum" sz="quarter" idx="12"/>
          </p:nvPr>
        </p:nvSpPr>
        <p:spPr/>
        <p:txBody>
          <a:bodyPr/>
          <a:lstStyle/>
          <a:p>
            <a:fld id="{330EA680-D336-4FF7-8B7A-9848BB0A1C32}" type="slidenum">
              <a:rPr lang="en-US" smtClean="0"/>
              <a:t>21</a:t>
            </a:fld>
            <a:endParaRPr lang="en-US"/>
          </a:p>
        </p:txBody>
      </p:sp>
      <p:sp>
        <p:nvSpPr>
          <p:cNvPr id="4" name="Footer Placeholder 3">
            <a:extLst>
              <a:ext uri="{FF2B5EF4-FFF2-40B4-BE49-F238E27FC236}">
                <a16:creationId xmlns:a16="http://schemas.microsoft.com/office/drawing/2014/main" id="{D1ADA8C5-857F-3D76-2AC7-8062B797C041}"/>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112612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AA95C-DED5-3E53-CD9A-C04D628DFA05}"/>
              </a:ext>
            </a:extLst>
          </p:cNvPr>
          <p:cNvSpPr>
            <a:spLocks noGrp="1"/>
          </p:cNvSpPr>
          <p:nvPr>
            <p:ph type="title"/>
          </p:nvPr>
        </p:nvSpPr>
        <p:spPr/>
        <p:txBody>
          <a:bodyPr>
            <a:normAutofit/>
          </a:bodyPr>
          <a:lstStyle/>
          <a:p>
            <a:r>
              <a:rPr lang="en-US">
                <a:cs typeface="Calibri Light"/>
              </a:rPr>
              <a:t>Shipyard on top of the atmosphere</a:t>
            </a:r>
          </a:p>
        </p:txBody>
      </p:sp>
      <p:sp>
        <p:nvSpPr>
          <p:cNvPr id="3" name="Content Placeholder 2">
            <a:extLst>
              <a:ext uri="{FF2B5EF4-FFF2-40B4-BE49-F238E27FC236}">
                <a16:creationId xmlns:a16="http://schemas.microsoft.com/office/drawing/2014/main" id="{E43A48AF-984B-687B-AB99-A4749E13FE18}"/>
              </a:ext>
            </a:extLst>
          </p:cNvPr>
          <p:cNvSpPr>
            <a:spLocks noGrp="1"/>
          </p:cNvSpPr>
          <p:nvPr>
            <p:ph idx="1"/>
          </p:nvPr>
        </p:nvSpPr>
        <p:spPr/>
        <p:txBody>
          <a:bodyPr vert="horz" lIns="91440" tIns="45720" rIns="91440" bIns="45720" rtlCol="0" anchor="t">
            <a:normAutofit fontScale="70000" lnSpcReduction="20000"/>
          </a:bodyPr>
          <a:lstStyle/>
          <a:p>
            <a:r>
              <a:rPr lang="en-US" dirty="0">
                <a:cs typeface="Calibri"/>
              </a:rPr>
              <a:t>Even longer term – </a:t>
            </a:r>
            <a:r>
              <a:rPr lang="en-US" i="1" dirty="0">
                <a:cs typeface="Calibri"/>
              </a:rPr>
              <a:t>more</a:t>
            </a:r>
            <a:r>
              <a:rPr lang="en-US" dirty="0">
                <a:cs typeface="Calibri"/>
              </a:rPr>
              <a:t> trillions of dollars later .. </a:t>
            </a:r>
          </a:p>
          <a:p>
            <a:r>
              <a:rPr lang="en-US" dirty="0">
                <a:cs typeface="Calibri"/>
              </a:rPr>
              <a:t>I want to get to space, dammit! I cannot possibly be the only one. And the current batch of spaceships will never have a seat on them for me. Or you. So; let's make our own.. Or at least begin the dialog of how we'd go about that </a:t>
            </a:r>
            <a:endParaRPr lang="en-US" dirty="0">
              <a:ea typeface="Calibri"/>
              <a:cs typeface="Calibri"/>
            </a:endParaRPr>
          </a:p>
          <a:p>
            <a:r>
              <a:rPr lang="en-US" dirty="0">
                <a:cs typeface="Calibri"/>
              </a:rPr>
              <a:t>The largest &amp; top-most of the sections of the Space Elevator </a:t>
            </a:r>
            <a:endParaRPr lang="en-US" dirty="0">
              <a:ea typeface="Calibri"/>
              <a:cs typeface="Calibri"/>
            </a:endParaRPr>
          </a:p>
          <a:p>
            <a:r>
              <a:rPr lang="en-US" dirty="0">
                <a:cs typeface="Calibri"/>
              </a:rPr>
              <a:t>Float a massive "boat" - which is also a ship yard - as close to the top of the stratosphere as possible.. (50 km is top – 30-40 km?)</a:t>
            </a:r>
            <a:endParaRPr lang="en-US" dirty="0">
              <a:ea typeface="Calibri"/>
              <a:cs typeface="Calibri"/>
            </a:endParaRPr>
          </a:p>
          <a:p>
            <a:r>
              <a:rPr lang="en-US" dirty="0">
                <a:cs typeface="Calibri"/>
              </a:rPr>
              <a:t>Construct rigid bodies from extremely lightweight materials</a:t>
            </a:r>
            <a:endParaRPr lang="en-US" dirty="0">
              <a:ea typeface="Calibri"/>
              <a:cs typeface="Calibri"/>
            </a:endParaRPr>
          </a:p>
          <a:p>
            <a:r>
              <a:rPr lang="en-US" dirty="0">
                <a:cs typeface="Calibri"/>
              </a:rPr>
              <a:t>Empty their hulls.. When they fall back on top of the stratosphere – no matter how thin at the top – they should float</a:t>
            </a:r>
            <a:endParaRPr lang="en-US" dirty="0">
              <a:ea typeface="Calibri"/>
              <a:cs typeface="Calibri"/>
            </a:endParaRPr>
          </a:p>
          <a:p>
            <a:r>
              <a:rPr lang="en-US" dirty="0">
                <a:cs typeface="Calibri"/>
              </a:rPr>
              <a:t>"Void-based displacement" should 100% be feasible </a:t>
            </a:r>
            <a:endParaRPr lang="en-US" dirty="0">
              <a:ea typeface="Calibri"/>
              <a:cs typeface="Calibri"/>
            </a:endParaRPr>
          </a:p>
          <a:p>
            <a:r>
              <a:rPr lang="en-US" dirty="0">
                <a:cs typeface="Calibri"/>
              </a:rPr>
              <a:t>"</a:t>
            </a:r>
            <a:r>
              <a:rPr lang="en-US" i="1" dirty="0">
                <a:cs typeface="Calibri"/>
              </a:rPr>
              <a:t>Those </a:t>
            </a:r>
            <a:r>
              <a:rPr lang="en-US" dirty="0">
                <a:cs typeface="Calibri"/>
              </a:rPr>
              <a:t>are the yachts you want, Billionaire class!".. That message seems better than "French revolution pt 2" -- for all parties involved</a:t>
            </a:r>
            <a:endParaRPr lang="en-US" dirty="0">
              <a:ea typeface="Calibri"/>
              <a:cs typeface="Calibri"/>
            </a:endParaRPr>
          </a:p>
          <a:p>
            <a:r>
              <a:rPr lang="en-US" dirty="0">
                <a:cs typeface="Calibri"/>
              </a:rPr>
              <a:t>Has a dependency on the Space Elevator</a:t>
            </a:r>
            <a:endParaRPr lang="en-US" dirty="0">
              <a:ea typeface="Calibri"/>
              <a:cs typeface="Calibri"/>
            </a:endParaRPr>
          </a:p>
        </p:txBody>
      </p:sp>
      <p:sp>
        <p:nvSpPr>
          <p:cNvPr id="5" name="Slide Number Placeholder 4">
            <a:extLst>
              <a:ext uri="{FF2B5EF4-FFF2-40B4-BE49-F238E27FC236}">
                <a16:creationId xmlns:a16="http://schemas.microsoft.com/office/drawing/2014/main" id="{B4D54B36-77F9-DBC1-AF28-EE1902A3FA0B}"/>
              </a:ext>
            </a:extLst>
          </p:cNvPr>
          <p:cNvSpPr>
            <a:spLocks noGrp="1"/>
          </p:cNvSpPr>
          <p:nvPr>
            <p:ph type="sldNum" sz="quarter" idx="12"/>
          </p:nvPr>
        </p:nvSpPr>
        <p:spPr/>
        <p:txBody>
          <a:bodyPr/>
          <a:lstStyle/>
          <a:p>
            <a:fld id="{330EA680-D336-4FF7-8B7A-9848BB0A1C32}" type="slidenum">
              <a:rPr lang="en-US" smtClean="0"/>
              <a:t>22</a:t>
            </a:fld>
            <a:endParaRPr lang="en-US"/>
          </a:p>
        </p:txBody>
      </p:sp>
      <p:sp>
        <p:nvSpPr>
          <p:cNvPr id="4" name="Footer Placeholder 3">
            <a:extLst>
              <a:ext uri="{FF2B5EF4-FFF2-40B4-BE49-F238E27FC236}">
                <a16:creationId xmlns:a16="http://schemas.microsoft.com/office/drawing/2014/main" id="{1B201679-3D19-BC41-E12C-8AA183CA0D4C}"/>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771794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A8E9D-6032-95F0-2F3B-1159C45D6D81}"/>
              </a:ext>
            </a:extLst>
          </p:cNvPr>
          <p:cNvSpPr>
            <a:spLocks noGrp="1"/>
          </p:cNvSpPr>
          <p:nvPr>
            <p:ph type="title"/>
          </p:nvPr>
        </p:nvSpPr>
        <p:spPr/>
        <p:txBody>
          <a:bodyPr/>
          <a:lstStyle/>
          <a:p>
            <a:r>
              <a:rPr lang="en-US">
                <a:cs typeface="Calibri Light"/>
              </a:rPr>
              <a:t>Flying Cars – Cost</a:t>
            </a:r>
          </a:p>
        </p:txBody>
      </p:sp>
      <p:sp>
        <p:nvSpPr>
          <p:cNvPr id="3" name="Content Placeholder 2">
            <a:extLst>
              <a:ext uri="{FF2B5EF4-FFF2-40B4-BE49-F238E27FC236}">
                <a16:creationId xmlns:a16="http://schemas.microsoft.com/office/drawing/2014/main" id="{18544897-D0A9-DA82-41A4-10CBB57ECE59}"/>
              </a:ext>
            </a:extLst>
          </p:cNvPr>
          <p:cNvSpPr>
            <a:spLocks noGrp="1"/>
          </p:cNvSpPr>
          <p:nvPr>
            <p:ph idx="1"/>
          </p:nvPr>
        </p:nvSpPr>
        <p:spPr/>
        <p:txBody>
          <a:bodyPr vert="horz" lIns="91440" tIns="45720" rIns="91440" bIns="45720" rtlCol="0" anchor="t">
            <a:normAutofit/>
          </a:bodyPr>
          <a:lstStyle/>
          <a:p>
            <a:r>
              <a:rPr lang="en-US" dirty="0">
                <a:cs typeface="Calibri"/>
              </a:rPr>
              <a:t>Billions. Honestly</a:t>
            </a:r>
          </a:p>
          <a:p>
            <a:r>
              <a:rPr lang="en-US" dirty="0">
                <a:cs typeface="Calibri"/>
              </a:rPr>
              <a:t>I don't have billions</a:t>
            </a:r>
            <a:endParaRPr lang="en-US" dirty="0">
              <a:ea typeface="Calibri"/>
              <a:cs typeface="Calibri"/>
            </a:endParaRPr>
          </a:p>
          <a:p>
            <a:r>
              <a:rPr lang="en-US" dirty="0">
                <a:cs typeface="Calibri"/>
              </a:rPr>
              <a:t>I don't want to be beholden to profits and the demands of the insatiable few</a:t>
            </a:r>
            <a:endParaRPr lang="en-US" dirty="0">
              <a:ea typeface="Calibri"/>
              <a:cs typeface="Calibri"/>
            </a:endParaRPr>
          </a:p>
          <a:p>
            <a:r>
              <a:rPr lang="en-US" dirty="0">
                <a:solidFill>
                  <a:srgbClr val="000000"/>
                </a:solidFill>
                <a:cs typeface="Calibri"/>
              </a:rPr>
              <a:t>We </a:t>
            </a:r>
            <a:r>
              <a:rPr lang="en-US" dirty="0">
                <a:cs typeface="Calibri"/>
              </a:rPr>
              <a:t>need a "resource"-raiser</a:t>
            </a:r>
            <a:endParaRPr lang="en-US" dirty="0">
              <a:ea typeface="Calibri"/>
              <a:cs typeface="Calibri"/>
            </a:endParaRPr>
          </a:p>
          <a:p>
            <a:pPr lvl="1"/>
            <a:r>
              <a:rPr lang="en-US" dirty="0">
                <a:cs typeface="Calibri"/>
              </a:rPr>
              <a:t>Not a "fund" raiser, because I don't want to think in terms of "dollars"</a:t>
            </a:r>
            <a:endParaRPr lang="en-US" dirty="0">
              <a:ea typeface="Calibri"/>
              <a:cs typeface="Calibri"/>
            </a:endParaRPr>
          </a:p>
          <a:p>
            <a:r>
              <a:rPr lang="en-US" dirty="0">
                <a:cs typeface="Calibri"/>
              </a:rPr>
              <a:t>A big, global resource-raiser:</a:t>
            </a:r>
            <a:endParaRPr lang="en-US" dirty="0">
              <a:ea typeface="Calibri"/>
              <a:cs typeface="Calibri"/>
            </a:endParaRPr>
          </a:p>
          <a:p>
            <a:pPr lvl="1"/>
            <a:r>
              <a:rPr lang="en-US" b="1" dirty="0">
                <a:cs typeface="Calibri"/>
              </a:rPr>
              <a:t>Terran Astra Parks</a:t>
            </a:r>
            <a:r>
              <a:rPr lang="en-US" dirty="0">
                <a:cs typeface="Calibri"/>
              </a:rPr>
              <a:t> – definitely where you want to go, for your next outing!</a:t>
            </a:r>
            <a:endParaRPr lang="en-US" dirty="0">
              <a:ea typeface="Calibri"/>
              <a:cs typeface="Calibri"/>
            </a:endParaRPr>
          </a:p>
        </p:txBody>
      </p:sp>
      <p:sp>
        <p:nvSpPr>
          <p:cNvPr id="5" name="Slide Number Placeholder 4">
            <a:extLst>
              <a:ext uri="{FF2B5EF4-FFF2-40B4-BE49-F238E27FC236}">
                <a16:creationId xmlns:a16="http://schemas.microsoft.com/office/drawing/2014/main" id="{894FBBF4-2700-10F1-9065-D822FD62AFA1}"/>
              </a:ext>
            </a:extLst>
          </p:cNvPr>
          <p:cNvSpPr>
            <a:spLocks noGrp="1"/>
          </p:cNvSpPr>
          <p:nvPr>
            <p:ph type="sldNum" sz="quarter" idx="12"/>
          </p:nvPr>
        </p:nvSpPr>
        <p:spPr/>
        <p:txBody>
          <a:bodyPr/>
          <a:lstStyle/>
          <a:p>
            <a:fld id="{330EA680-D336-4FF7-8B7A-9848BB0A1C32}" type="slidenum">
              <a:rPr lang="en-US" smtClean="0"/>
              <a:t>23</a:t>
            </a:fld>
            <a:endParaRPr lang="en-US"/>
          </a:p>
        </p:txBody>
      </p:sp>
      <p:sp>
        <p:nvSpPr>
          <p:cNvPr id="4" name="Footer Placeholder 3">
            <a:extLst>
              <a:ext uri="{FF2B5EF4-FFF2-40B4-BE49-F238E27FC236}">
                <a16:creationId xmlns:a16="http://schemas.microsoft.com/office/drawing/2014/main" id="{DE7E06D0-7837-B8BB-9F16-E805AB1FD24E}"/>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98002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760D8-DE18-3103-21DD-2AFB11BC4FC1}"/>
              </a:ext>
            </a:extLst>
          </p:cNvPr>
          <p:cNvSpPr>
            <a:spLocks noGrp="1"/>
          </p:cNvSpPr>
          <p:nvPr>
            <p:ph type="title"/>
          </p:nvPr>
        </p:nvSpPr>
        <p:spPr/>
        <p:txBody>
          <a:bodyPr/>
          <a:lstStyle/>
          <a:p>
            <a:r>
              <a:rPr lang="en-US">
                <a:cs typeface="Calibri Light"/>
              </a:rPr>
              <a:t>Terran Astra Parks – not for profit Terran side </a:t>
            </a:r>
            <a:endParaRPr lang="en-US"/>
          </a:p>
        </p:txBody>
      </p:sp>
      <p:sp>
        <p:nvSpPr>
          <p:cNvPr id="3" name="Content Placeholder 2">
            <a:extLst>
              <a:ext uri="{FF2B5EF4-FFF2-40B4-BE49-F238E27FC236}">
                <a16:creationId xmlns:a16="http://schemas.microsoft.com/office/drawing/2014/main" id="{4182CC16-3AE7-DF35-254E-91CD4D63E479}"/>
              </a:ext>
            </a:extLst>
          </p:cNvPr>
          <p:cNvSpPr>
            <a:spLocks noGrp="1"/>
          </p:cNvSpPr>
          <p:nvPr>
            <p:ph idx="1"/>
          </p:nvPr>
        </p:nvSpPr>
        <p:spPr/>
        <p:txBody>
          <a:bodyPr vert="horz" lIns="91440" tIns="45720" rIns="91440" bIns="45720" rtlCol="0" anchor="t">
            <a:normAutofit lnSpcReduction="10000"/>
          </a:bodyPr>
          <a:lstStyle/>
          <a:p>
            <a:r>
              <a:rPr lang="en-US" dirty="0">
                <a:cs typeface="Calibri"/>
              </a:rPr>
              <a:t>Parks / Restaurants / Amusement Parks / Vacations / Events Halls</a:t>
            </a:r>
            <a:endParaRPr lang="en-US" dirty="0">
              <a:ea typeface="Calibri"/>
              <a:cs typeface="Calibri"/>
            </a:endParaRPr>
          </a:p>
          <a:p>
            <a:r>
              <a:rPr lang="en-US" dirty="0">
                <a:cs typeface="Calibri"/>
              </a:rPr>
              <a:t>What they're </a:t>
            </a:r>
            <a:r>
              <a:rPr lang="en-US" i="1" dirty="0">
                <a:cs typeface="Calibri"/>
              </a:rPr>
              <a:t>not</a:t>
            </a:r>
            <a:r>
              <a:rPr lang="en-US" dirty="0">
                <a:cs typeface="Calibri"/>
              </a:rPr>
              <a:t>;</a:t>
            </a:r>
          </a:p>
          <a:p>
            <a:pPr lvl="1"/>
            <a:r>
              <a:rPr lang="en-US" dirty="0">
                <a:solidFill>
                  <a:srgbClr val="000000"/>
                </a:solidFill>
                <a:cs typeface="Calibri"/>
              </a:rPr>
              <a:t>No "</a:t>
            </a:r>
            <a:r>
              <a:rPr lang="en-US" dirty="0">
                <a:cs typeface="Calibri"/>
              </a:rPr>
              <a:t>investment" except – come and have dinner &amp; rides. Help us grow the place organically </a:t>
            </a:r>
          </a:p>
          <a:p>
            <a:pPr lvl="1"/>
            <a:r>
              <a:rPr lang="en-US" dirty="0">
                <a:cs typeface="Calibri"/>
              </a:rPr>
              <a:t>No "agendas" .. we can only support everybody, by saying that equally; if it's incendiary – it waits outside</a:t>
            </a:r>
          </a:p>
          <a:p>
            <a:r>
              <a:rPr lang="en-US" dirty="0">
                <a:cs typeface="Calibri"/>
              </a:rPr>
              <a:t>Rotating opportunities to explore places and 'things to do', even when that means things that others have thought of as jobs.</a:t>
            </a:r>
          </a:p>
          <a:p>
            <a:r>
              <a:rPr lang="en-US" dirty="0">
                <a:cs typeface="Calibri"/>
              </a:rPr>
              <a:t>The ability to work all over – like the ride-share apps, except if you were </a:t>
            </a:r>
            <a:r>
              <a:rPr lang="en-US" i="1" dirty="0">
                <a:cs typeface="Calibri"/>
              </a:rPr>
              <a:t>my</a:t>
            </a:r>
            <a:r>
              <a:rPr lang="en-US" dirty="0">
                <a:cs typeface="Calibri"/>
              </a:rPr>
              <a:t> driver, you could wind your way across country over the course of weeks &amp; months </a:t>
            </a:r>
            <a:endParaRPr lang="en-US" dirty="0"/>
          </a:p>
        </p:txBody>
      </p:sp>
      <p:sp>
        <p:nvSpPr>
          <p:cNvPr id="5" name="Slide Number Placeholder 4">
            <a:extLst>
              <a:ext uri="{FF2B5EF4-FFF2-40B4-BE49-F238E27FC236}">
                <a16:creationId xmlns:a16="http://schemas.microsoft.com/office/drawing/2014/main" id="{EA5FBE19-035B-066C-9F4F-0095FB65C138}"/>
              </a:ext>
            </a:extLst>
          </p:cNvPr>
          <p:cNvSpPr>
            <a:spLocks noGrp="1"/>
          </p:cNvSpPr>
          <p:nvPr>
            <p:ph type="sldNum" sz="quarter" idx="12"/>
          </p:nvPr>
        </p:nvSpPr>
        <p:spPr/>
        <p:txBody>
          <a:bodyPr/>
          <a:lstStyle/>
          <a:p>
            <a:fld id="{330EA680-D336-4FF7-8B7A-9848BB0A1C32}" type="slidenum">
              <a:rPr lang="en-US" smtClean="0"/>
              <a:t>24</a:t>
            </a:fld>
            <a:endParaRPr lang="en-US"/>
          </a:p>
        </p:txBody>
      </p:sp>
      <p:sp>
        <p:nvSpPr>
          <p:cNvPr id="4" name="Footer Placeholder 3">
            <a:extLst>
              <a:ext uri="{FF2B5EF4-FFF2-40B4-BE49-F238E27FC236}">
                <a16:creationId xmlns:a16="http://schemas.microsoft.com/office/drawing/2014/main" id="{DFA78D99-54C1-C7BC-2729-7037C881289C}"/>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4027165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2F7C-0144-814E-2BAD-01A1646151D4}"/>
              </a:ext>
            </a:extLst>
          </p:cNvPr>
          <p:cNvSpPr>
            <a:spLocks noGrp="1"/>
          </p:cNvSpPr>
          <p:nvPr>
            <p:ph type="title"/>
          </p:nvPr>
        </p:nvSpPr>
        <p:spPr/>
        <p:txBody>
          <a:bodyPr/>
          <a:lstStyle/>
          <a:p>
            <a:r>
              <a:rPr lang="en-US" dirty="0">
                <a:cs typeface="Calibri Light"/>
              </a:rPr>
              <a:t>Parks – </a:t>
            </a:r>
            <a:r>
              <a:rPr lang="en-US" strike="sngStrike" dirty="0">
                <a:solidFill>
                  <a:srgbClr val="FF0000"/>
                </a:solidFill>
                <a:cs typeface="Calibri Light"/>
              </a:rPr>
              <a:t>"Lodging"</a:t>
            </a:r>
            <a:r>
              <a:rPr lang="en-US" dirty="0">
                <a:cs typeface="Calibri Light"/>
              </a:rPr>
              <a:t> </a:t>
            </a:r>
            <a:br>
              <a:rPr lang="en-US" dirty="0">
                <a:cs typeface="Calibri Light"/>
              </a:rPr>
            </a:br>
            <a:r>
              <a:rPr lang="en-US" dirty="0">
                <a:cs typeface="Calibri Light"/>
              </a:rPr>
              <a:t>[What it's like/ painting a picture]</a:t>
            </a:r>
            <a:endParaRPr lang="en-US" dirty="0"/>
          </a:p>
        </p:txBody>
      </p:sp>
      <p:sp>
        <p:nvSpPr>
          <p:cNvPr id="3" name="Content Placeholder 2">
            <a:extLst>
              <a:ext uri="{FF2B5EF4-FFF2-40B4-BE49-F238E27FC236}">
                <a16:creationId xmlns:a16="http://schemas.microsoft.com/office/drawing/2014/main" id="{044EA9B4-6A65-9695-5C1B-998070458920}"/>
              </a:ext>
            </a:extLst>
          </p:cNvPr>
          <p:cNvSpPr>
            <a:spLocks noGrp="1"/>
          </p:cNvSpPr>
          <p:nvPr>
            <p:ph idx="1"/>
          </p:nvPr>
        </p:nvSpPr>
        <p:spPr/>
        <p:txBody>
          <a:bodyPr vert="horz" lIns="91440" tIns="45720" rIns="91440" bIns="45720" rtlCol="0" anchor="t">
            <a:normAutofit/>
          </a:bodyPr>
          <a:lstStyle/>
          <a:p>
            <a:r>
              <a:rPr lang="en-US" dirty="0">
                <a:cs typeface="Calibri"/>
              </a:rPr>
              <a:t>Sunsets &amp; Sunrises are of utmost importance.. Building cubby slots with those two in mind is a primary consideration for location</a:t>
            </a:r>
          </a:p>
          <a:p>
            <a:r>
              <a:rPr lang="en-US" dirty="0">
                <a:cs typeface="Calibri"/>
              </a:rPr>
              <a:t>Stepping out onto a balcony that's loaded with fruit, nut, flowering trees is an Eden-level fantasy.. I want the cubbies to also double as big "victory gardens" .. each of the dozens | hundreds of locations should have access to plenty of locally grown | </a:t>
            </a:r>
            <a:r>
              <a:rPr lang="en-US" i="1" dirty="0">
                <a:cs typeface="Calibri"/>
              </a:rPr>
              <a:t>growing</a:t>
            </a:r>
            <a:r>
              <a:rPr lang="en-US" dirty="0">
                <a:cs typeface="Calibri"/>
              </a:rPr>
              <a:t> produce</a:t>
            </a:r>
            <a:endParaRPr lang="en-US" dirty="0">
              <a:ea typeface="Calibri"/>
              <a:cs typeface="Calibri"/>
            </a:endParaRPr>
          </a:p>
          <a:p>
            <a:r>
              <a:rPr lang="en-US" strike="sngStrike" dirty="0">
                <a:solidFill>
                  <a:srgbClr val="FF0000"/>
                </a:solidFill>
                <a:cs typeface="Calibri"/>
              </a:rPr>
              <a:t>Building up along ridgeline sides of mountains is a definite. If we can get the yachts lifting the efficiencies into place? </a:t>
            </a:r>
            <a:endParaRPr lang="en-US" strike="sngStrike" dirty="0">
              <a:solidFill>
                <a:srgbClr val="FF0000"/>
              </a:solidFill>
              <a:ea typeface="Calibri"/>
              <a:cs typeface="Calibri"/>
            </a:endParaRPr>
          </a:p>
        </p:txBody>
      </p:sp>
      <p:sp>
        <p:nvSpPr>
          <p:cNvPr id="5" name="Slide Number Placeholder 4">
            <a:extLst>
              <a:ext uri="{FF2B5EF4-FFF2-40B4-BE49-F238E27FC236}">
                <a16:creationId xmlns:a16="http://schemas.microsoft.com/office/drawing/2014/main" id="{7ECC03F6-4B65-3017-4CEA-B0CD82D04098}"/>
              </a:ext>
            </a:extLst>
          </p:cNvPr>
          <p:cNvSpPr>
            <a:spLocks noGrp="1"/>
          </p:cNvSpPr>
          <p:nvPr>
            <p:ph type="sldNum" sz="quarter" idx="12"/>
          </p:nvPr>
        </p:nvSpPr>
        <p:spPr/>
        <p:txBody>
          <a:bodyPr/>
          <a:lstStyle/>
          <a:p>
            <a:fld id="{330EA680-D336-4FF7-8B7A-9848BB0A1C32}" type="slidenum">
              <a:rPr lang="en-US" smtClean="0"/>
              <a:t>25</a:t>
            </a:fld>
            <a:endParaRPr lang="en-US"/>
          </a:p>
        </p:txBody>
      </p:sp>
      <p:sp>
        <p:nvSpPr>
          <p:cNvPr id="4" name="Footer Placeholder 3">
            <a:extLst>
              <a:ext uri="{FF2B5EF4-FFF2-40B4-BE49-F238E27FC236}">
                <a16:creationId xmlns:a16="http://schemas.microsoft.com/office/drawing/2014/main" id="{973A4EE9-0959-2A7D-B4E3-8BA534C15B9A}"/>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373186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7A437-3EC2-47AD-0CB0-00EE5C7560CD}"/>
              </a:ext>
            </a:extLst>
          </p:cNvPr>
          <p:cNvSpPr>
            <a:spLocks noGrp="1"/>
          </p:cNvSpPr>
          <p:nvPr>
            <p:ph type="title"/>
          </p:nvPr>
        </p:nvSpPr>
        <p:spPr/>
        <p:txBody>
          <a:bodyPr/>
          <a:lstStyle/>
          <a:p>
            <a:r>
              <a:rPr lang="en-US" dirty="0">
                <a:cs typeface="Calibri Light"/>
              </a:rPr>
              <a:t>Parks – Excitement </a:t>
            </a:r>
            <a:br>
              <a:rPr lang="en-US" dirty="0">
                <a:solidFill>
                  <a:srgbClr val="000000"/>
                </a:solidFill>
                <a:cs typeface="Calibri Light"/>
              </a:rPr>
            </a:br>
            <a:r>
              <a:rPr lang="en-US" dirty="0">
                <a:solidFill>
                  <a:srgbClr val="FF0000"/>
                </a:solidFill>
                <a:cs typeface="Calibri Light"/>
              </a:rPr>
              <a:t>Maybe consolidate to one statement</a:t>
            </a:r>
            <a:endParaRPr lang="en-US">
              <a:solidFill>
                <a:srgbClr val="FF0000"/>
              </a:solidFill>
              <a:ea typeface="Calibri Light"/>
              <a:cs typeface="Calibri Light"/>
            </a:endParaRPr>
          </a:p>
        </p:txBody>
      </p:sp>
      <p:sp>
        <p:nvSpPr>
          <p:cNvPr id="3" name="Content Placeholder 2">
            <a:extLst>
              <a:ext uri="{FF2B5EF4-FFF2-40B4-BE49-F238E27FC236}">
                <a16:creationId xmlns:a16="http://schemas.microsoft.com/office/drawing/2014/main" id="{0F18B9B2-A879-82B3-D71E-0BA6774BC0F8}"/>
              </a:ext>
            </a:extLst>
          </p:cNvPr>
          <p:cNvSpPr>
            <a:spLocks noGrp="1"/>
          </p:cNvSpPr>
          <p:nvPr>
            <p:ph idx="1"/>
          </p:nvPr>
        </p:nvSpPr>
        <p:spPr/>
        <p:txBody>
          <a:bodyPr vert="horz" lIns="91440" tIns="45720" rIns="91440" bIns="45720" rtlCol="0" anchor="t">
            <a:normAutofit fontScale="92500" lnSpcReduction="10000"/>
          </a:bodyPr>
          <a:lstStyle/>
          <a:p>
            <a:r>
              <a:rPr lang="en-US" dirty="0">
                <a:cs typeface="Calibri"/>
              </a:rPr>
              <a:t>What we have; </a:t>
            </a:r>
          </a:p>
          <a:p>
            <a:pPr lvl="1"/>
            <a:r>
              <a:rPr lang="en-US" dirty="0">
                <a:cs typeface="Calibri"/>
              </a:rPr>
              <a:t>Amusement parks</a:t>
            </a:r>
          </a:p>
          <a:p>
            <a:pPr lvl="1"/>
            <a:r>
              <a:rPr lang="en-US">
                <a:cs typeface="Calibri"/>
              </a:rPr>
              <a:t>Restaurants</a:t>
            </a:r>
            <a:endParaRPr lang="en-US" dirty="0">
              <a:cs typeface="Calibri"/>
            </a:endParaRPr>
          </a:p>
          <a:p>
            <a:pPr lvl="1"/>
            <a:r>
              <a:rPr lang="en-US" dirty="0">
                <a:cs typeface="Calibri"/>
              </a:rPr>
              <a:t>Parks / National parks</a:t>
            </a:r>
          </a:p>
          <a:p>
            <a:r>
              <a:rPr lang="en-US" dirty="0">
                <a:cs typeface="Calibri"/>
              </a:rPr>
              <a:t>What we want; </a:t>
            </a:r>
          </a:p>
          <a:p>
            <a:r>
              <a:rPr lang="en-US" dirty="0">
                <a:cs typeface="Calibri"/>
              </a:rPr>
              <a:t>best possible combination of those</a:t>
            </a:r>
          </a:p>
          <a:p>
            <a:endParaRPr lang="en-US" dirty="0">
              <a:cs typeface="Calibri"/>
            </a:endParaRPr>
          </a:p>
          <a:p>
            <a:r>
              <a:rPr lang="en-US" dirty="0">
                <a:cs typeface="Calibri"/>
              </a:rPr>
              <a:t>start something similar to the 80s' "I want my MTV" .. "I want my Terran Astral Parks" .. </a:t>
            </a:r>
          </a:p>
          <a:p>
            <a:r>
              <a:rPr lang="en-US" dirty="0">
                <a:cs typeface="Calibri"/>
              </a:rPr>
              <a:t>if these become used as working spaces; there would be a demand for MANY (we hope)</a:t>
            </a:r>
            <a:endParaRPr lang="en-US"/>
          </a:p>
          <a:p>
            <a:endParaRPr lang="en-US">
              <a:cs typeface="Calibri"/>
            </a:endParaRPr>
          </a:p>
        </p:txBody>
      </p:sp>
      <p:sp>
        <p:nvSpPr>
          <p:cNvPr id="5" name="Slide Number Placeholder 4">
            <a:extLst>
              <a:ext uri="{FF2B5EF4-FFF2-40B4-BE49-F238E27FC236}">
                <a16:creationId xmlns:a16="http://schemas.microsoft.com/office/drawing/2014/main" id="{670AA0B8-0EB0-3475-38F5-CDE49C1BDA4B}"/>
              </a:ext>
            </a:extLst>
          </p:cNvPr>
          <p:cNvSpPr>
            <a:spLocks noGrp="1"/>
          </p:cNvSpPr>
          <p:nvPr>
            <p:ph type="sldNum" sz="quarter" idx="12"/>
          </p:nvPr>
        </p:nvSpPr>
        <p:spPr/>
        <p:txBody>
          <a:bodyPr/>
          <a:lstStyle/>
          <a:p>
            <a:fld id="{330EA680-D336-4FF7-8B7A-9848BB0A1C32}" type="slidenum">
              <a:rPr lang="en-US" smtClean="0"/>
              <a:t>26</a:t>
            </a:fld>
            <a:endParaRPr lang="en-US"/>
          </a:p>
        </p:txBody>
      </p:sp>
      <p:sp>
        <p:nvSpPr>
          <p:cNvPr id="4" name="Footer Placeholder 3">
            <a:extLst>
              <a:ext uri="{FF2B5EF4-FFF2-40B4-BE49-F238E27FC236}">
                <a16:creationId xmlns:a16="http://schemas.microsoft.com/office/drawing/2014/main" id="{582AD71F-C7CC-7B1C-CA3F-1FE637AC68F4}"/>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4291219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768E-42E5-3FF9-7510-ED67E4D80E22}"/>
              </a:ext>
            </a:extLst>
          </p:cNvPr>
          <p:cNvSpPr>
            <a:spLocks noGrp="1"/>
          </p:cNvSpPr>
          <p:nvPr>
            <p:ph type="title"/>
          </p:nvPr>
        </p:nvSpPr>
        <p:spPr/>
        <p:txBody>
          <a:bodyPr/>
          <a:lstStyle/>
          <a:p>
            <a:r>
              <a:rPr lang="en-US">
                <a:cs typeface="Calibri Light"/>
              </a:rPr>
              <a:t>Parks – "Restaurants"</a:t>
            </a:r>
            <a:endParaRPr lang="en-US"/>
          </a:p>
        </p:txBody>
      </p:sp>
      <p:sp>
        <p:nvSpPr>
          <p:cNvPr id="3" name="Content Placeholder 2">
            <a:extLst>
              <a:ext uri="{FF2B5EF4-FFF2-40B4-BE49-F238E27FC236}">
                <a16:creationId xmlns:a16="http://schemas.microsoft.com/office/drawing/2014/main" id="{FB20C80A-234C-1B92-533C-D58FA0A04C61}"/>
              </a:ext>
            </a:extLst>
          </p:cNvPr>
          <p:cNvSpPr>
            <a:spLocks noGrp="1"/>
          </p:cNvSpPr>
          <p:nvPr>
            <p:ph idx="1"/>
          </p:nvPr>
        </p:nvSpPr>
        <p:spPr/>
        <p:txBody>
          <a:bodyPr vert="horz" lIns="91440" tIns="45720" rIns="91440" bIns="45720" rtlCol="0" anchor="t">
            <a:normAutofit/>
          </a:bodyPr>
          <a:lstStyle/>
          <a:p>
            <a:r>
              <a:rPr lang="en-US" dirty="0">
                <a:cs typeface="Calibri"/>
              </a:rPr>
              <a:t>Leased cooking spaces – I want them available to the community </a:t>
            </a:r>
          </a:p>
          <a:p>
            <a:pPr lvl="1"/>
            <a:r>
              <a:rPr lang="en-US" dirty="0">
                <a:cs typeface="Calibri"/>
              </a:rPr>
              <a:t>% that's for mom &amp; pop</a:t>
            </a:r>
            <a:endParaRPr lang="en-US" dirty="0">
              <a:ea typeface="Calibri"/>
              <a:cs typeface="Calibri"/>
            </a:endParaRPr>
          </a:p>
          <a:p>
            <a:pPr lvl="1"/>
            <a:r>
              <a:rPr lang="en-US" dirty="0">
                <a:cs typeface="Calibri"/>
              </a:rPr>
              <a:t>% that's to be shared by community restaurants</a:t>
            </a:r>
            <a:endParaRPr lang="en-US" dirty="0">
              <a:ea typeface="Calibri"/>
              <a:cs typeface="Calibri"/>
            </a:endParaRPr>
          </a:p>
          <a:p>
            <a:pPr lvl="1"/>
            <a:r>
              <a:rPr lang="en-US" dirty="0">
                <a:cs typeface="Calibri"/>
              </a:rPr>
              <a:t>% that's prioritized for personal use </a:t>
            </a:r>
          </a:p>
          <a:p>
            <a:r>
              <a:rPr lang="en-US" dirty="0">
                <a:solidFill>
                  <a:srgbClr val="000000"/>
                </a:solidFill>
                <a:ea typeface="Calibri"/>
                <a:cs typeface="Calibri"/>
              </a:rPr>
              <a:t>Available "Gazebos" as opposed to </a:t>
            </a:r>
          </a:p>
        </p:txBody>
      </p:sp>
      <p:sp>
        <p:nvSpPr>
          <p:cNvPr id="5" name="Slide Number Placeholder 4">
            <a:extLst>
              <a:ext uri="{FF2B5EF4-FFF2-40B4-BE49-F238E27FC236}">
                <a16:creationId xmlns:a16="http://schemas.microsoft.com/office/drawing/2014/main" id="{8E7FB098-F80A-DF80-64BC-B67497794327}"/>
              </a:ext>
            </a:extLst>
          </p:cNvPr>
          <p:cNvSpPr>
            <a:spLocks noGrp="1"/>
          </p:cNvSpPr>
          <p:nvPr>
            <p:ph type="sldNum" sz="quarter" idx="12"/>
          </p:nvPr>
        </p:nvSpPr>
        <p:spPr/>
        <p:txBody>
          <a:bodyPr/>
          <a:lstStyle/>
          <a:p>
            <a:fld id="{330EA680-D336-4FF7-8B7A-9848BB0A1C32}" type="slidenum">
              <a:rPr lang="en-US" smtClean="0"/>
              <a:t>27</a:t>
            </a:fld>
            <a:endParaRPr lang="en-US"/>
          </a:p>
        </p:txBody>
      </p:sp>
      <p:sp>
        <p:nvSpPr>
          <p:cNvPr id="4" name="Footer Placeholder 3">
            <a:extLst>
              <a:ext uri="{FF2B5EF4-FFF2-40B4-BE49-F238E27FC236}">
                <a16:creationId xmlns:a16="http://schemas.microsoft.com/office/drawing/2014/main" id="{67DB5FED-CF43-0F62-B632-FDACAD69FCBF}"/>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052964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1577D-3269-B23F-3A8B-0D70D67FC7AD}"/>
              </a:ext>
            </a:extLst>
          </p:cNvPr>
          <p:cNvSpPr>
            <a:spLocks noGrp="1"/>
          </p:cNvSpPr>
          <p:nvPr>
            <p:ph type="title"/>
          </p:nvPr>
        </p:nvSpPr>
        <p:spPr/>
        <p:txBody>
          <a:bodyPr/>
          <a:lstStyle/>
          <a:p>
            <a:r>
              <a:rPr lang="en-US">
                <a:cs typeface="Calibri Light"/>
              </a:rPr>
              <a:t>Parks – Riding through</a:t>
            </a:r>
            <a:endParaRPr lang="en-US"/>
          </a:p>
        </p:txBody>
      </p:sp>
      <p:sp>
        <p:nvSpPr>
          <p:cNvPr id="3" name="Content Placeholder 2">
            <a:extLst>
              <a:ext uri="{FF2B5EF4-FFF2-40B4-BE49-F238E27FC236}">
                <a16:creationId xmlns:a16="http://schemas.microsoft.com/office/drawing/2014/main" id="{E16765E4-91CB-D7BB-72DE-17157CA29AE6}"/>
              </a:ext>
            </a:extLst>
          </p:cNvPr>
          <p:cNvSpPr>
            <a:spLocks noGrp="1"/>
          </p:cNvSpPr>
          <p:nvPr>
            <p:ph idx="1"/>
          </p:nvPr>
        </p:nvSpPr>
        <p:spPr/>
        <p:txBody>
          <a:bodyPr vert="horz" lIns="91440" tIns="45720" rIns="91440" bIns="45720" rtlCol="0" anchor="t">
            <a:normAutofit fontScale="85000" lnSpcReduction="20000"/>
          </a:bodyPr>
          <a:lstStyle/>
          <a:p>
            <a:r>
              <a:rPr lang="en-US" dirty="0">
                <a:cs typeface="Calibri"/>
              </a:rPr>
              <a:t>Eating / visiting / working can all be stationary</a:t>
            </a:r>
          </a:p>
          <a:p>
            <a:r>
              <a:rPr lang="en-US" dirty="0">
                <a:cs typeface="Calibri"/>
              </a:rPr>
              <a:t>I want to explore different options.. Maybe batteries &amp; wheels? </a:t>
            </a:r>
          </a:p>
          <a:p>
            <a:pPr lvl="1"/>
            <a:r>
              <a:rPr lang="en-US" dirty="0">
                <a:cs typeface="Calibri"/>
              </a:rPr>
              <a:t>Long-term I would love to explore new forms of rail, TBH</a:t>
            </a:r>
          </a:p>
          <a:p>
            <a:r>
              <a:rPr lang="en-US" dirty="0">
                <a:cs typeface="Calibri"/>
              </a:rPr>
              <a:t>Dreaming big - somehow incorporate trips up sides of mountains to waterfalls, crossing </a:t>
            </a:r>
            <a:r>
              <a:rPr lang="en-US">
                <a:cs typeface="Calibri"/>
              </a:rPr>
              <a:t>over rivers needlessly</a:t>
            </a:r>
          </a:p>
          <a:p>
            <a:r>
              <a:rPr lang="en-US" dirty="0">
                <a:cs typeface="Calibri"/>
              </a:rPr>
              <a:t>These could be 2, 3, 5, 8+ </a:t>
            </a:r>
            <a:r>
              <a:rPr lang="en-US" sz="2900" dirty="0">
                <a:cs typeface="Calibri"/>
              </a:rPr>
              <a:t>hour </a:t>
            </a:r>
            <a:r>
              <a:rPr lang="en-US" dirty="0">
                <a:cs typeface="Calibri"/>
              </a:rPr>
              <a:t>(a whole workday) nature trips, when we have parks big enough</a:t>
            </a:r>
          </a:p>
          <a:p>
            <a:r>
              <a:rPr lang="en-US" dirty="0">
                <a:cs typeface="Calibri"/>
              </a:rPr>
              <a:t>Perfect for days off – just reading, tooling through the park</a:t>
            </a:r>
          </a:p>
          <a:p>
            <a:r>
              <a:rPr lang="en-US" dirty="0">
                <a:cs typeface="Calibri"/>
              </a:rPr>
              <a:t>Perfect for cubicle work. Market the heck out of that. Even if nothing else changed the whole world over .. if we suddenly had this as an option for where to work; I bet &gt;50% of office workers would say Yes </a:t>
            </a:r>
          </a:p>
          <a:p>
            <a:pPr lvl="1"/>
            <a:r>
              <a:rPr lang="en-US" dirty="0">
                <a:cs typeface="Calibri"/>
              </a:rPr>
              <a:t>Your work can lease one of these from you - I would imagine for less than they're paying now for that cubicle you're suddenly so incredibly sick of</a:t>
            </a:r>
          </a:p>
        </p:txBody>
      </p:sp>
      <p:sp>
        <p:nvSpPr>
          <p:cNvPr id="5" name="Slide Number Placeholder 4">
            <a:extLst>
              <a:ext uri="{FF2B5EF4-FFF2-40B4-BE49-F238E27FC236}">
                <a16:creationId xmlns:a16="http://schemas.microsoft.com/office/drawing/2014/main" id="{1A113725-E4E6-177A-25E2-9DA2F75A4C53}"/>
              </a:ext>
            </a:extLst>
          </p:cNvPr>
          <p:cNvSpPr>
            <a:spLocks noGrp="1"/>
          </p:cNvSpPr>
          <p:nvPr>
            <p:ph type="sldNum" sz="quarter" idx="12"/>
          </p:nvPr>
        </p:nvSpPr>
        <p:spPr/>
        <p:txBody>
          <a:bodyPr/>
          <a:lstStyle/>
          <a:p>
            <a:fld id="{330EA680-D336-4FF7-8B7A-9848BB0A1C32}" type="slidenum">
              <a:rPr lang="en-US" smtClean="0"/>
              <a:t>28</a:t>
            </a:fld>
            <a:endParaRPr lang="en-US"/>
          </a:p>
        </p:txBody>
      </p:sp>
      <p:sp>
        <p:nvSpPr>
          <p:cNvPr id="4" name="Footer Placeholder 3">
            <a:extLst>
              <a:ext uri="{FF2B5EF4-FFF2-40B4-BE49-F238E27FC236}">
                <a16:creationId xmlns:a16="http://schemas.microsoft.com/office/drawing/2014/main" id="{494AB627-1125-2E11-1F5F-79A54FE7A8D1}"/>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145870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5709C-0522-4331-5D4F-CCBE2BEF0D9D}"/>
              </a:ext>
            </a:extLst>
          </p:cNvPr>
          <p:cNvSpPr>
            <a:spLocks noGrp="1"/>
          </p:cNvSpPr>
          <p:nvPr>
            <p:ph type="title"/>
          </p:nvPr>
        </p:nvSpPr>
        <p:spPr/>
        <p:txBody>
          <a:bodyPr/>
          <a:lstStyle/>
          <a:p>
            <a:r>
              <a:rPr lang="en-US" dirty="0">
                <a:cs typeface="Calibri Light"/>
              </a:rPr>
              <a:t>Parks – Events </a:t>
            </a:r>
            <a:br>
              <a:rPr lang="en-US" dirty="0">
                <a:solidFill>
                  <a:srgbClr val="000000"/>
                </a:solidFill>
                <a:cs typeface="Calibri Light"/>
              </a:rPr>
            </a:br>
            <a:r>
              <a:rPr lang="en-US" dirty="0">
                <a:solidFill>
                  <a:srgbClr val="FF0000"/>
                </a:solidFill>
                <a:cs typeface="Calibri Light"/>
              </a:rPr>
              <a:t>One idea here – open to events</a:t>
            </a:r>
            <a:endParaRPr lang="en-US" dirty="0">
              <a:solidFill>
                <a:srgbClr val="FF0000"/>
              </a:solidFill>
              <a:ea typeface="Calibri Light"/>
              <a:cs typeface="Calibri Light"/>
            </a:endParaRPr>
          </a:p>
        </p:txBody>
      </p:sp>
      <p:sp>
        <p:nvSpPr>
          <p:cNvPr id="3" name="Content Placeholder 2">
            <a:extLst>
              <a:ext uri="{FF2B5EF4-FFF2-40B4-BE49-F238E27FC236}">
                <a16:creationId xmlns:a16="http://schemas.microsoft.com/office/drawing/2014/main" id="{D8401FEB-2B12-65C9-4AB5-92E8C061DEA6}"/>
              </a:ext>
            </a:extLst>
          </p:cNvPr>
          <p:cNvSpPr>
            <a:spLocks noGrp="1"/>
          </p:cNvSpPr>
          <p:nvPr>
            <p:ph idx="1"/>
          </p:nvPr>
        </p:nvSpPr>
        <p:spPr/>
        <p:txBody>
          <a:bodyPr vert="horz" lIns="91440" tIns="45720" rIns="91440" bIns="45720" rtlCol="0" anchor="t">
            <a:normAutofit/>
          </a:bodyPr>
          <a:lstStyle/>
          <a:p>
            <a:endParaRPr lang="en-US" dirty="0"/>
          </a:p>
        </p:txBody>
      </p:sp>
      <p:sp>
        <p:nvSpPr>
          <p:cNvPr id="5" name="Slide Number Placeholder 4">
            <a:extLst>
              <a:ext uri="{FF2B5EF4-FFF2-40B4-BE49-F238E27FC236}">
                <a16:creationId xmlns:a16="http://schemas.microsoft.com/office/drawing/2014/main" id="{00F21626-D2A6-5FCA-5234-22F84AAEE458}"/>
              </a:ext>
            </a:extLst>
          </p:cNvPr>
          <p:cNvSpPr>
            <a:spLocks noGrp="1"/>
          </p:cNvSpPr>
          <p:nvPr>
            <p:ph type="sldNum" sz="quarter" idx="12"/>
          </p:nvPr>
        </p:nvSpPr>
        <p:spPr/>
        <p:txBody>
          <a:bodyPr/>
          <a:lstStyle/>
          <a:p>
            <a:fld id="{330EA680-D336-4FF7-8B7A-9848BB0A1C32}" type="slidenum">
              <a:rPr lang="en-US" smtClean="0"/>
              <a:t>29</a:t>
            </a:fld>
            <a:endParaRPr lang="en-US"/>
          </a:p>
        </p:txBody>
      </p:sp>
      <p:sp>
        <p:nvSpPr>
          <p:cNvPr id="4" name="Footer Placeholder 3">
            <a:extLst>
              <a:ext uri="{FF2B5EF4-FFF2-40B4-BE49-F238E27FC236}">
                <a16:creationId xmlns:a16="http://schemas.microsoft.com/office/drawing/2014/main" id="{9CB8CAAA-FD08-944A-5703-2473D9010728}"/>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173428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A04C7-4354-2449-0C51-C807DAABA0D9}"/>
              </a:ext>
            </a:extLst>
          </p:cNvPr>
          <p:cNvSpPr>
            <a:spLocks noGrp="1"/>
          </p:cNvSpPr>
          <p:nvPr>
            <p:ph type="title"/>
          </p:nvPr>
        </p:nvSpPr>
        <p:spPr/>
        <p:txBody>
          <a:bodyPr/>
          <a:lstStyle/>
          <a:p>
            <a:r>
              <a:rPr lang="en-US">
                <a:cs typeface="Calibri Light"/>
              </a:rPr>
              <a:t>Parks – Funding - Pricing food, rides, etc.</a:t>
            </a:r>
            <a:endParaRPr lang="en-US"/>
          </a:p>
        </p:txBody>
      </p:sp>
      <p:sp>
        <p:nvSpPr>
          <p:cNvPr id="3" name="Content Placeholder 2">
            <a:extLst>
              <a:ext uri="{FF2B5EF4-FFF2-40B4-BE49-F238E27FC236}">
                <a16:creationId xmlns:a16="http://schemas.microsoft.com/office/drawing/2014/main" id="{D5A21A21-6D25-B829-492F-6BC8C1ADA0ED}"/>
              </a:ext>
            </a:extLst>
          </p:cNvPr>
          <p:cNvSpPr>
            <a:spLocks noGrp="1"/>
          </p:cNvSpPr>
          <p:nvPr>
            <p:ph idx="1"/>
          </p:nvPr>
        </p:nvSpPr>
        <p:spPr/>
        <p:txBody>
          <a:bodyPr vert="horz" lIns="91440" tIns="45720" rIns="91440" bIns="45720" rtlCol="0" anchor="t">
            <a:normAutofit/>
          </a:bodyPr>
          <a:lstStyle/>
          <a:p>
            <a:r>
              <a:rPr lang="en-US" dirty="0">
                <a:solidFill>
                  <a:srgbClr val="FF0000"/>
                </a:solidFill>
                <a:cs typeface="Calibri"/>
              </a:rPr>
              <a:t>a bit more expensive than average restaurant meal</a:t>
            </a:r>
            <a:r>
              <a:rPr lang="en-US" dirty="0">
                <a:cs typeface="Calibri"/>
              </a:rPr>
              <a:t> </a:t>
            </a:r>
            <a:endParaRPr lang="en-US">
              <a:cs typeface="Calibri"/>
            </a:endParaRPr>
          </a:p>
          <a:p>
            <a:pPr lvl="1"/>
            <a:r>
              <a:rPr lang="en-US" dirty="0">
                <a:cs typeface="Calibri"/>
              </a:rPr>
              <a:t>slow uphill climb to multiple orders of magnitude</a:t>
            </a:r>
            <a:endParaRPr lang="en-US">
              <a:ea typeface="Calibri"/>
              <a:cs typeface="Calibri"/>
            </a:endParaRPr>
          </a:p>
          <a:p>
            <a:pPr lvl="2"/>
            <a:r>
              <a:rPr lang="en-US" dirty="0">
                <a:cs typeface="Calibri"/>
              </a:rPr>
              <a:t>more costly depending on your net worth (?) in both </a:t>
            </a:r>
            <a:r>
              <a:rPr lang="en-US" dirty="0" err="1">
                <a:cs typeface="Calibri"/>
              </a:rPr>
              <a:t>terran</a:t>
            </a:r>
            <a:r>
              <a:rPr lang="en-US" dirty="0">
                <a:cs typeface="Calibri"/>
              </a:rPr>
              <a:t> and astral sides</a:t>
            </a:r>
            <a:endParaRPr lang="en-US" dirty="0">
              <a:ea typeface="Calibri"/>
              <a:cs typeface="Calibri"/>
            </a:endParaRPr>
          </a:p>
          <a:p>
            <a:r>
              <a:rPr lang="en-US" dirty="0">
                <a:cs typeface="Calibri"/>
              </a:rPr>
              <a:t>Pay part-time workers "</a:t>
            </a:r>
            <a:r>
              <a:rPr lang="en-US" dirty="0" err="1">
                <a:cs typeface="Calibri"/>
              </a:rPr>
              <a:t>kinda</a:t>
            </a:r>
            <a:r>
              <a:rPr lang="en-US" dirty="0">
                <a:cs typeface="Calibri"/>
              </a:rPr>
              <a:t> well"</a:t>
            </a:r>
            <a:endParaRPr lang="en-US" dirty="0">
              <a:ea typeface="Calibri"/>
              <a:cs typeface="Calibri"/>
            </a:endParaRPr>
          </a:p>
          <a:p>
            <a:r>
              <a:rPr lang="en-US" dirty="0">
                <a:cs typeface="Calibri"/>
              </a:rPr>
              <a:t>"</a:t>
            </a:r>
            <a:r>
              <a:rPr lang="en-US" dirty="0">
                <a:solidFill>
                  <a:srgbClr val="FF0000"/>
                </a:solidFill>
                <a:cs typeface="Calibri"/>
              </a:rPr>
              <a:t>Tax*</a:t>
            </a:r>
            <a:r>
              <a:rPr lang="en-US" dirty="0">
                <a:cs typeface="Calibri"/>
              </a:rPr>
              <a:t>" &amp; Spend </a:t>
            </a:r>
            <a:endParaRPr lang="en-US" dirty="0">
              <a:ea typeface="Calibri"/>
              <a:cs typeface="Calibri"/>
            </a:endParaRPr>
          </a:p>
          <a:p>
            <a:pPr lvl="1"/>
            <a:r>
              <a:rPr lang="en-US" dirty="0">
                <a:cs typeface="Calibri"/>
              </a:rPr>
              <a:t>*I am not a government entity. I do not set tax. But the idea </a:t>
            </a:r>
            <a:endParaRPr lang="en-US" dirty="0">
              <a:ea typeface="Calibri"/>
              <a:cs typeface="Calibri"/>
            </a:endParaRPr>
          </a:p>
          <a:p>
            <a:pPr lvl="1"/>
            <a:r>
              <a:rPr lang="en-US" dirty="0">
                <a:cs typeface="Calibri"/>
              </a:rPr>
              <a:t>But - I believe in this system as a potential economic powerhouse.</a:t>
            </a:r>
            <a:endParaRPr lang="en-US" dirty="0">
              <a:ea typeface="Calibri"/>
              <a:cs typeface="Calibri"/>
            </a:endParaRPr>
          </a:p>
          <a:p>
            <a:pPr lvl="2"/>
            <a:r>
              <a:rPr lang="en-US" dirty="0">
                <a:cs typeface="Calibri"/>
              </a:rPr>
              <a:t>Also - I 1,000% believe in "Render Unto Caesar"!! </a:t>
            </a:r>
            <a:endParaRPr lang="en-US" dirty="0">
              <a:solidFill>
                <a:srgbClr val="FF0000"/>
              </a:solidFill>
              <a:ea typeface="Calibri"/>
              <a:cs typeface="Calibri"/>
            </a:endParaRPr>
          </a:p>
        </p:txBody>
      </p:sp>
      <p:sp>
        <p:nvSpPr>
          <p:cNvPr id="5" name="Slide Number Placeholder 4">
            <a:extLst>
              <a:ext uri="{FF2B5EF4-FFF2-40B4-BE49-F238E27FC236}">
                <a16:creationId xmlns:a16="http://schemas.microsoft.com/office/drawing/2014/main" id="{004ABBB7-59A0-D083-CC5C-DCFD0618BE63}"/>
              </a:ext>
            </a:extLst>
          </p:cNvPr>
          <p:cNvSpPr>
            <a:spLocks noGrp="1"/>
          </p:cNvSpPr>
          <p:nvPr>
            <p:ph type="sldNum" sz="quarter" idx="12"/>
          </p:nvPr>
        </p:nvSpPr>
        <p:spPr/>
        <p:txBody>
          <a:bodyPr/>
          <a:lstStyle/>
          <a:p>
            <a:fld id="{330EA680-D336-4FF7-8B7A-9848BB0A1C32}" type="slidenum">
              <a:rPr lang="en-US" smtClean="0"/>
              <a:t>30</a:t>
            </a:fld>
            <a:endParaRPr lang="en-US"/>
          </a:p>
        </p:txBody>
      </p:sp>
      <p:sp>
        <p:nvSpPr>
          <p:cNvPr id="4" name="Footer Placeholder 3">
            <a:extLst>
              <a:ext uri="{FF2B5EF4-FFF2-40B4-BE49-F238E27FC236}">
                <a16:creationId xmlns:a16="http://schemas.microsoft.com/office/drawing/2014/main" id="{0E094ACD-CAE5-7A44-9D54-CC3788B75723}"/>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079600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54AB9-1AF3-ED6E-8F13-992CE33A864A}"/>
              </a:ext>
            </a:extLst>
          </p:cNvPr>
          <p:cNvSpPr>
            <a:spLocks noGrp="1"/>
          </p:cNvSpPr>
          <p:nvPr>
            <p:ph type="title"/>
          </p:nvPr>
        </p:nvSpPr>
        <p:spPr/>
        <p:txBody>
          <a:bodyPr/>
          <a:lstStyle/>
          <a:p>
            <a:r>
              <a:rPr lang="en-US">
                <a:cs typeface="Calibri Light"/>
              </a:rPr>
              <a:t>Peace Corps</a:t>
            </a:r>
            <a:endParaRPr lang="en-US"/>
          </a:p>
        </p:txBody>
      </p:sp>
      <p:sp>
        <p:nvSpPr>
          <p:cNvPr id="3" name="Content Placeholder 2">
            <a:extLst>
              <a:ext uri="{FF2B5EF4-FFF2-40B4-BE49-F238E27FC236}">
                <a16:creationId xmlns:a16="http://schemas.microsoft.com/office/drawing/2014/main" id="{A4DD8A52-93C3-307C-94F8-99CD4F67B3B0}"/>
              </a:ext>
            </a:extLst>
          </p:cNvPr>
          <p:cNvSpPr>
            <a:spLocks noGrp="1"/>
          </p:cNvSpPr>
          <p:nvPr>
            <p:ph idx="1"/>
          </p:nvPr>
        </p:nvSpPr>
        <p:spPr/>
        <p:txBody>
          <a:bodyPr vert="horz" lIns="91440" tIns="45720" rIns="91440" bIns="45720" rtlCol="0" anchor="t">
            <a:normAutofit fontScale="85000" lnSpcReduction="10000"/>
          </a:bodyPr>
          <a:lstStyle/>
          <a:p>
            <a:r>
              <a:rPr lang="en-US" dirty="0">
                <a:cs typeface="Calibri"/>
              </a:rPr>
              <a:t>"The Economy" works for some. Most don't have Wall St. investment holdings </a:t>
            </a:r>
            <a:endParaRPr lang="en-US" dirty="0"/>
          </a:p>
          <a:p>
            <a:r>
              <a:rPr lang="en-US" dirty="0">
                <a:cs typeface="Calibri"/>
              </a:rPr>
              <a:t>Not much to look forward to. Landlord-Class bought 40% of homes. Social Security is on verge of being gutted. </a:t>
            </a:r>
            <a:endParaRPr lang="en-US" dirty="0"/>
          </a:p>
          <a:p>
            <a:r>
              <a:rPr lang="en-US" strike="sngStrike" dirty="0">
                <a:solidFill>
                  <a:srgbClr val="FF0000"/>
                </a:solidFill>
                <a:cs typeface="Calibri"/>
              </a:rPr>
              <a:t>We cannot commit to numbers [</a:t>
            </a:r>
            <a:r>
              <a:rPr lang="en-US" strike="sngStrike" dirty="0">
                <a:solidFill>
                  <a:srgbClr val="FF0000"/>
                </a:solidFill>
                <a:cs typeface="Calibri"/>
                <a:hlinkClick r:id="rId2">
                  <a:extLst>
                    <a:ext uri="{A12FA001-AC4F-418D-AE19-62706E023703}">
                      <ahyp:hlinkClr xmlns:ahyp="http://schemas.microsoft.com/office/drawing/2018/hyperlinkcolor" val="tx"/>
                    </a:ext>
                  </a:extLst>
                </a:hlinkClick>
              </a:rPr>
              <a:t>Pepsi Harrier</a:t>
            </a:r>
            <a:r>
              <a:rPr lang="en-US" strike="sngStrike" dirty="0">
                <a:solidFill>
                  <a:srgbClr val="FF0000"/>
                </a:solidFill>
                <a:cs typeface="Calibri"/>
              </a:rPr>
              <a:t>] </a:t>
            </a:r>
            <a:endParaRPr lang="en-US" strike="sngStrike">
              <a:solidFill>
                <a:srgbClr val="FF0000"/>
              </a:solidFill>
              <a:ea typeface="Calibri"/>
              <a:cs typeface="Calibri"/>
            </a:endParaRPr>
          </a:p>
          <a:p>
            <a:r>
              <a:rPr lang="en-US" dirty="0">
                <a:cs typeface="Calibri"/>
              </a:rPr>
              <a:t>Goal would be something like:</a:t>
            </a:r>
            <a:endParaRPr lang="en-US" dirty="0">
              <a:ea typeface="Calibri"/>
              <a:cs typeface="Calibri"/>
            </a:endParaRPr>
          </a:p>
          <a:p>
            <a:pPr lvl="1"/>
            <a:r>
              <a:rPr lang="en-US" dirty="0">
                <a:cs typeface="Calibri"/>
              </a:rPr>
              <a:t>Years -- Get</a:t>
            </a:r>
            <a:endParaRPr lang="en-US" dirty="0">
              <a:ea typeface="Calibri"/>
              <a:cs typeface="Calibri"/>
            </a:endParaRPr>
          </a:p>
          <a:p>
            <a:pPr lvl="1"/>
            <a:r>
              <a:rPr lang="en-US" dirty="0">
                <a:cs typeface="Calibri"/>
              </a:rPr>
              <a:t>4-8 -- E &amp; A </a:t>
            </a:r>
            <a:r>
              <a:rPr lang="en-US" sz="1800" dirty="0">
                <a:cs typeface="Calibri"/>
              </a:rPr>
              <a:t>(sizing reminder)</a:t>
            </a:r>
            <a:endParaRPr lang="en-US" sz="1800" dirty="0">
              <a:ea typeface="Calibri"/>
              <a:cs typeface="Calibri"/>
            </a:endParaRPr>
          </a:p>
          <a:p>
            <a:pPr lvl="1"/>
            <a:r>
              <a:rPr lang="en-US" dirty="0">
                <a:cs typeface="Calibri"/>
              </a:rPr>
              <a:t>8-12 -- F, B, &amp; A</a:t>
            </a:r>
            <a:endParaRPr lang="en-US" dirty="0">
              <a:ea typeface="Calibri"/>
              <a:cs typeface="Calibri"/>
            </a:endParaRPr>
          </a:p>
          <a:p>
            <a:pPr lvl="1"/>
            <a:r>
              <a:rPr lang="en-US" dirty="0">
                <a:cs typeface="Calibri"/>
              </a:rPr>
              <a:t>20-40 -- Mountain Plot G, two Fs, fleet of As, etc.. </a:t>
            </a:r>
            <a:endParaRPr lang="en-US" dirty="0">
              <a:ea typeface="Calibri"/>
              <a:cs typeface="Calibri"/>
            </a:endParaRPr>
          </a:p>
          <a:p>
            <a:r>
              <a:rPr lang="en-US" dirty="0">
                <a:cs typeface="Calibri"/>
              </a:rPr>
              <a:t>Like a "Pension" .. Except with a given amount of riding / flying / moving / and sizes &amp; quality of accommodations </a:t>
            </a:r>
            <a:endParaRPr lang="en-US" dirty="0">
              <a:ea typeface="Calibri"/>
              <a:cs typeface="Calibri"/>
            </a:endParaRPr>
          </a:p>
          <a:p>
            <a:r>
              <a:rPr lang="en-US" dirty="0">
                <a:cs typeface="Calibri"/>
              </a:rPr>
              <a:t>I don't have US $$$ .. but the entire mint of available TACs would be in play</a:t>
            </a:r>
            <a:endParaRPr lang="en-US" strike="sngStrike">
              <a:solidFill>
                <a:srgbClr val="FF0000"/>
              </a:solidFill>
              <a:ea typeface="Calibri"/>
              <a:cs typeface="Calibri"/>
            </a:endParaRPr>
          </a:p>
        </p:txBody>
      </p:sp>
      <p:sp>
        <p:nvSpPr>
          <p:cNvPr id="5" name="Slide Number Placeholder 4">
            <a:extLst>
              <a:ext uri="{FF2B5EF4-FFF2-40B4-BE49-F238E27FC236}">
                <a16:creationId xmlns:a16="http://schemas.microsoft.com/office/drawing/2014/main" id="{DD733274-5CCD-D8CD-FAD0-62F67982BE2B}"/>
              </a:ext>
            </a:extLst>
          </p:cNvPr>
          <p:cNvSpPr>
            <a:spLocks noGrp="1"/>
          </p:cNvSpPr>
          <p:nvPr>
            <p:ph type="sldNum" sz="quarter" idx="12"/>
          </p:nvPr>
        </p:nvSpPr>
        <p:spPr/>
        <p:txBody>
          <a:bodyPr/>
          <a:lstStyle/>
          <a:p>
            <a:fld id="{330EA680-D336-4FF7-8B7A-9848BB0A1C32}" type="slidenum">
              <a:rPr lang="en-US" smtClean="0"/>
              <a:t>31</a:t>
            </a:fld>
            <a:endParaRPr lang="en-US"/>
          </a:p>
        </p:txBody>
      </p:sp>
      <p:sp>
        <p:nvSpPr>
          <p:cNvPr id="4" name="Footer Placeholder 3">
            <a:extLst>
              <a:ext uri="{FF2B5EF4-FFF2-40B4-BE49-F238E27FC236}">
                <a16:creationId xmlns:a16="http://schemas.microsoft.com/office/drawing/2014/main" id="{9EED84C1-89C4-C22E-5CE7-BFEAEAE4E632}"/>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8617322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3C084-F164-5B4F-20C9-DF943C3489F4}"/>
              </a:ext>
            </a:extLst>
          </p:cNvPr>
          <p:cNvSpPr>
            <a:spLocks noGrp="1"/>
          </p:cNvSpPr>
          <p:nvPr>
            <p:ph type="title"/>
          </p:nvPr>
        </p:nvSpPr>
        <p:spPr/>
        <p:txBody>
          <a:bodyPr/>
          <a:lstStyle/>
          <a:p>
            <a:r>
              <a:rPr lang="en-US">
                <a:cs typeface="Calibri Light"/>
              </a:rPr>
              <a:t>New Work – Work-a-Day / "Gig"</a:t>
            </a:r>
            <a:endParaRPr lang="en-US"/>
          </a:p>
        </p:txBody>
      </p:sp>
      <p:sp>
        <p:nvSpPr>
          <p:cNvPr id="3" name="Content Placeholder 2">
            <a:extLst>
              <a:ext uri="{FF2B5EF4-FFF2-40B4-BE49-F238E27FC236}">
                <a16:creationId xmlns:a16="http://schemas.microsoft.com/office/drawing/2014/main" id="{1149A847-D5C9-8EA2-01EB-CE8AF3A606C7}"/>
              </a:ext>
            </a:extLst>
          </p:cNvPr>
          <p:cNvSpPr>
            <a:spLocks noGrp="1"/>
          </p:cNvSpPr>
          <p:nvPr>
            <p:ph idx="1"/>
          </p:nvPr>
        </p:nvSpPr>
        <p:spPr/>
        <p:txBody>
          <a:bodyPr vert="horz" lIns="91440" tIns="45720" rIns="91440" bIns="45720" rtlCol="0" anchor="t">
            <a:normAutofit/>
          </a:bodyPr>
          <a:lstStyle/>
          <a:p>
            <a:r>
              <a:rPr lang="en-US" dirty="0">
                <a:solidFill>
                  <a:srgbClr val="FF0000"/>
                </a:solidFill>
                <a:ea typeface="Calibri"/>
                <a:cs typeface="Calibri"/>
              </a:rPr>
              <a:t>We will need contributions/inputs from as many as possible – to work in parks and on flying cars.</a:t>
            </a:r>
          </a:p>
          <a:p>
            <a:r>
              <a:rPr lang="en-US">
                <a:cs typeface="Calibri"/>
              </a:rPr>
              <a:t>I want internal work – even | especially governance – to be period-specific. </a:t>
            </a:r>
            <a:r>
              <a:rPr lang="en-US" dirty="0">
                <a:cs typeface="Calibri"/>
              </a:rPr>
              <a:t>Do a specific task or role, for a specific time, pay &amp; earn a specific amount</a:t>
            </a:r>
            <a:endParaRPr lang="en-US" dirty="0"/>
          </a:p>
          <a:p>
            <a:r>
              <a:rPr lang="en-US" dirty="0">
                <a:cs typeface="Calibri"/>
              </a:rPr>
              <a:t>What we're not: Status Quo</a:t>
            </a:r>
            <a:endParaRPr lang="en-US" dirty="0">
              <a:ea typeface="Calibri"/>
              <a:cs typeface="Calibri"/>
            </a:endParaRPr>
          </a:p>
          <a:p>
            <a:pPr lvl="1"/>
            <a:r>
              <a:rPr lang="en-US" dirty="0">
                <a:cs typeface="Calibri"/>
              </a:rPr>
              <a:t>I don't want to "hire" anyone .. no "80k / year" jobs, sorry</a:t>
            </a:r>
            <a:endParaRPr lang="en-US" dirty="0">
              <a:ea typeface="Calibri"/>
              <a:cs typeface="Calibri"/>
            </a:endParaRPr>
          </a:p>
          <a:p>
            <a:pPr lvl="1"/>
            <a:r>
              <a:rPr lang="en-US" dirty="0">
                <a:cs typeface="Calibri"/>
              </a:rPr>
              <a:t>I don't</a:t>
            </a:r>
            <a:r>
              <a:rPr lang="en-US">
                <a:cs typeface="Calibri"/>
              </a:rPr>
              <a:t> want  a permanent defined </a:t>
            </a:r>
            <a:r>
              <a:rPr lang="en-US" strike="sngStrike">
                <a:solidFill>
                  <a:srgbClr val="FF0000"/>
                </a:solidFill>
                <a:cs typeface="Calibri"/>
              </a:rPr>
              <a:t>an internal team</a:t>
            </a:r>
            <a:r>
              <a:rPr lang="en-US">
                <a:cs typeface="Calibri"/>
              </a:rPr>
              <a:t> of individuals.. </a:t>
            </a:r>
            <a:endParaRPr lang="en-US" dirty="0">
              <a:solidFill>
                <a:srgbClr val="FF0000"/>
              </a:solidFill>
              <a:ea typeface="Calibri"/>
              <a:cs typeface="Calibri"/>
            </a:endParaRPr>
          </a:p>
        </p:txBody>
      </p:sp>
      <p:sp>
        <p:nvSpPr>
          <p:cNvPr id="5" name="Slide Number Placeholder 4">
            <a:extLst>
              <a:ext uri="{FF2B5EF4-FFF2-40B4-BE49-F238E27FC236}">
                <a16:creationId xmlns:a16="http://schemas.microsoft.com/office/drawing/2014/main" id="{D2D7F7C3-CBC3-6869-E9F8-0B057F96C5D4}"/>
              </a:ext>
            </a:extLst>
          </p:cNvPr>
          <p:cNvSpPr>
            <a:spLocks noGrp="1"/>
          </p:cNvSpPr>
          <p:nvPr>
            <p:ph type="sldNum" sz="quarter" idx="12"/>
          </p:nvPr>
        </p:nvSpPr>
        <p:spPr/>
        <p:txBody>
          <a:bodyPr/>
          <a:lstStyle/>
          <a:p>
            <a:fld id="{330EA680-D336-4FF7-8B7A-9848BB0A1C32}" type="slidenum">
              <a:rPr lang="en-US" smtClean="0"/>
              <a:t>32</a:t>
            </a:fld>
            <a:endParaRPr lang="en-US"/>
          </a:p>
        </p:txBody>
      </p:sp>
      <p:sp>
        <p:nvSpPr>
          <p:cNvPr id="4" name="Footer Placeholder 3">
            <a:extLst>
              <a:ext uri="{FF2B5EF4-FFF2-40B4-BE49-F238E27FC236}">
                <a16:creationId xmlns:a16="http://schemas.microsoft.com/office/drawing/2014/main" id="{02F8474D-71C3-9EDA-3C6A-2D4816DE0E41}"/>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4094167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6EBCF-D7C6-7D4F-E1F5-F35CACAB2D0A}"/>
              </a:ext>
            </a:extLst>
          </p:cNvPr>
          <p:cNvSpPr>
            <a:spLocks noGrp="1"/>
          </p:cNvSpPr>
          <p:nvPr>
            <p:ph type="title"/>
          </p:nvPr>
        </p:nvSpPr>
        <p:spPr/>
        <p:txBody>
          <a:bodyPr/>
          <a:lstStyle/>
          <a:p>
            <a:r>
              <a:rPr lang="en-US" dirty="0">
                <a:cs typeface="Calibri Light"/>
              </a:rPr>
              <a:t>New Work – Pay to Lease a Spot </a:t>
            </a:r>
            <a:r>
              <a:rPr lang="en-US" dirty="0">
                <a:solidFill>
                  <a:srgbClr val="FF0000"/>
                </a:solidFill>
                <a:cs typeface="Calibri Light"/>
              </a:rPr>
              <a:t>[&amp; Fill a Spot]</a:t>
            </a:r>
            <a:endParaRPr lang="en-US" dirty="0">
              <a:solidFill>
                <a:srgbClr val="FF0000"/>
              </a:solidFill>
              <a:ea typeface="Calibri Light"/>
              <a:cs typeface="Calibri Light"/>
            </a:endParaRPr>
          </a:p>
        </p:txBody>
      </p:sp>
      <p:sp>
        <p:nvSpPr>
          <p:cNvPr id="3" name="Content Placeholder 2">
            <a:extLst>
              <a:ext uri="{FF2B5EF4-FFF2-40B4-BE49-F238E27FC236}">
                <a16:creationId xmlns:a16="http://schemas.microsoft.com/office/drawing/2014/main" id="{0167575D-D147-EA22-F445-19C81CCD42A4}"/>
              </a:ext>
            </a:extLst>
          </p:cNvPr>
          <p:cNvSpPr>
            <a:spLocks noGrp="1"/>
          </p:cNvSpPr>
          <p:nvPr>
            <p:ph idx="1"/>
          </p:nvPr>
        </p:nvSpPr>
        <p:spPr/>
        <p:txBody>
          <a:bodyPr vert="horz" lIns="91440" tIns="45720" rIns="91440" bIns="45720" rtlCol="0" anchor="t">
            <a:normAutofit lnSpcReduction="10000"/>
          </a:bodyPr>
          <a:lstStyle/>
          <a:p>
            <a:r>
              <a:rPr lang="en-US" dirty="0">
                <a:cs typeface="Calibri"/>
              </a:rPr>
              <a:t>I like the "Barbershop" approach</a:t>
            </a:r>
          </a:p>
          <a:p>
            <a:pPr lvl="1"/>
            <a:r>
              <a:rPr lang="en-US" dirty="0">
                <a:cs typeface="Calibri"/>
              </a:rPr>
              <a:t>You lease the chair</a:t>
            </a:r>
            <a:endParaRPr lang="en-US" dirty="0">
              <a:ea typeface="Calibri"/>
              <a:cs typeface="Calibri"/>
            </a:endParaRPr>
          </a:p>
          <a:p>
            <a:pPr lvl="1"/>
            <a:r>
              <a:rPr lang="en-US" dirty="0">
                <a:cs typeface="Calibri"/>
              </a:rPr>
              <a:t>Want the best business? Lease the best chair</a:t>
            </a:r>
            <a:endParaRPr lang="en-US" dirty="0">
              <a:ea typeface="Calibri"/>
              <a:cs typeface="Calibri"/>
            </a:endParaRPr>
          </a:p>
          <a:p>
            <a:pPr lvl="1"/>
            <a:r>
              <a:rPr lang="en-US" strike="sngStrike" dirty="0">
                <a:solidFill>
                  <a:srgbClr val="FF0000"/>
                </a:solidFill>
                <a:cs typeface="Calibri"/>
              </a:rPr>
              <a:t>Do you suck? You didn't even make back your lease</a:t>
            </a:r>
            <a:endParaRPr lang="en-US" strike="sngStrike">
              <a:solidFill>
                <a:srgbClr val="FF0000"/>
              </a:solidFill>
              <a:ea typeface="Calibri"/>
              <a:cs typeface="Calibri"/>
            </a:endParaRPr>
          </a:p>
          <a:p>
            <a:pPr lvl="1"/>
            <a:r>
              <a:rPr lang="en-US" dirty="0">
                <a:cs typeface="Calibri"/>
              </a:rPr>
              <a:t>Are you awesome? You made your lease x20 </a:t>
            </a:r>
            <a:endParaRPr lang="en-US" dirty="0">
              <a:ea typeface="Calibri"/>
              <a:cs typeface="Calibri"/>
            </a:endParaRPr>
          </a:p>
          <a:p>
            <a:r>
              <a:rPr lang="en-US" dirty="0">
                <a:cs typeface="Calibri"/>
              </a:rPr>
              <a:t>This is applicable for </a:t>
            </a:r>
            <a:endParaRPr lang="en-US" dirty="0">
              <a:ea typeface="Calibri"/>
              <a:cs typeface="Calibri"/>
            </a:endParaRPr>
          </a:p>
          <a:p>
            <a:pPr lvl="1"/>
            <a:r>
              <a:rPr lang="en-US" dirty="0">
                <a:cs typeface="Calibri"/>
              </a:rPr>
              <a:t>"Restaurant" / Cooking spots</a:t>
            </a:r>
            <a:endParaRPr lang="en-US" dirty="0">
              <a:ea typeface="Calibri"/>
              <a:cs typeface="Calibri"/>
            </a:endParaRPr>
          </a:p>
          <a:p>
            <a:pPr lvl="1"/>
            <a:r>
              <a:rPr lang="en-US" dirty="0">
                <a:cs typeface="Calibri"/>
              </a:rPr>
              <a:t>Workstations (Wood, Metal, Leather)</a:t>
            </a:r>
            <a:endParaRPr lang="en-US" dirty="0">
              <a:ea typeface="Calibri"/>
              <a:cs typeface="Calibri"/>
            </a:endParaRPr>
          </a:p>
          <a:p>
            <a:pPr lvl="1"/>
            <a:r>
              <a:rPr lang="en-US" dirty="0">
                <a:cs typeface="Calibri"/>
              </a:rPr>
              <a:t>Rent these places for the day – do a hobby</a:t>
            </a:r>
            <a:endParaRPr lang="en-US" dirty="0">
              <a:ea typeface="Calibri"/>
              <a:cs typeface="Calibri"/>
            </a:endParaRPr>
          </a:p>
          <a:p>
            <a:pPr lvl="1"/>
            <a:r>
              <a:rPr lang="en-US" dirty="0">
                <a:cs typeface="Calibri"/>
              </a:rPr>
              <a:t>Rent them for a couple weeks – earn enough for something fun</a:t>
            </a:r>
            <a:endParaRPr lang="en-US" dirty="0">
              <a:ea typeface="Calibri"/>
              <a:cs typeface="Calibri"/>
            </a:endParaRPr>
          </a:p>
          <a:p>
            <a:pPr lvl="1"/>
            <a:r>
              <a:rPr lang="en-US" dirty="0">
                <a:cs typeface="Calibri"/>
              </a:rPr>
              <a:t>Anything under the Terran Astral Umbrella will be for terms &amp; Periods </a:t>
            </a:r>
            <a:endParaRPr lang="en-US" dirty="0">
              <a:ea typeface="Calibri"/>
              <a:cs typeface="Calibri"/>
            </a:endParaRPr>
          </a:p>
        </p:txBody>
      </p:sp>
      <p:sp>
        <p:nvSpPr>
          <p:cNvPr id="4" name="Footer Placeholder 3">
            <a:extLst>
              <a:ext uri="{FF2B5EF4-FFF2-40B4-BE49-F238E27FC236}">
                <a16:creationId xmlns:a16="http://schemas.microsoft.com/office/drawing/2014/main" id="{EC930C4E-B42D-EBEF-423A-B28D7FDB9D27}"/>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8A715A43-DA86-E989-239A-1606EDB128EF}"/>
              </a:ext>
            </a:extLst>
          </p:cNvPr>
          <p:cNvSpPr>
            <a:spLocks noGrp="1"/>
          </p:cNvSpPr>
          <p:nvPr>
            <p:ph type="sldNum" sz="quarter" idx="12"/>
          </p:nvPr>
        </p:nvSpPr>
        <p:spPr/>
        <p:txBody>
          <a:bodyPr/>
          <a:lstStyle/>
          <a:p>
            <a:fld id="{330EA680-D336-4FF7-8B7A-9848BB0A1C32}" type="slidenum">
              <a:rPr lang="en-US" smtClean="0"/>
              <a:t>33</a:t>
            </a:fld>
            <a:endParaRPr lang="en-US"/>
          </a:p>
        </p:txBody>
      </p:sp>
    </p:spTree>
    <p:extLst>
      <p:ext uri="{BB962C8B-B14F-4D97-AF65-F5344CB8AC3E}">
        <p14:creationId xmlns:p14="http://schemas.microsoft.com/office/powerpoint/2010/main" val="322086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9C18F-3603-3648-A2BA-FD719DB2D2F4}"/>
              </a:ext>
            </a:extLst>
          </p:cNvPr>
          <p:cNvSpPr>
            <a:spLocks noGrp="1"/>
          </p:cNvSpPr>
          <p:nvPr>
            <p:ph type="title"/>
          </p:nvPr>
        </p:nvSpPr>
        <p:spPr/>
        <p:txBody>
          <a:bodyPr/>
          <a:lstStyle/>
          <a:p>
            <a:r>
              <a:rPr lang="en-US">
                <a:cs typeface="Calibri Light"/>
              </a:rPr>
              <a:t>Team Working – Design improvements</a:t>
            </a:r>
          </a:p>
        </p:txBody>
      </p:sp>
      <p:sp>
        <p:nvSpPr>
          <p:cNvPr id="3" name="Content Placeholder 2">
            <a:extLst>
              <a:ext uri="{FF2B5EF4-FFF2-40B4-BE49-F238E27FC236}">
                <a16:creationId xmlns:a16="http://schemas.microsoft.com/office/drawing/2014/main" id="{167EB91F-F6C9-4B4F-90F3-7CA2D46122AE}"/>
              </a:ext>
            </a:extLst>
          </p:cNvPr>
          <p:cNvSpPr>
            <a:spLocks noGrp="1"/>
          </p:cNvSpPr>
          <p:nvPr>
            <p:ph idx="1"/>
          </p:nvPr>
        </p:nvSpPr>
        <p:spPr/>
        <p:txBody>
          <a:bodyPr vert="horz" lIns="91440" tIns="45720" rIns="91440" bIns="45720" rtlCol="0" anchor="t">
            <a:normAutofit fontScale="77500" lnSpcReduction="20000"/>
          </a:bodyPr>
          <a:lstStyle/>
          <a:p>
            <a:r>
              <a:rPr lang="en-US" dirty="0">
                <a:cs typeface="Calibri"/>
              </a:rPr>
              <a:t>Global team of millions on each task</a:t>
            </a:r>
            <a:endParaRPr lang="en-US" dirty="0">
              <a:ea typeface="Calibri"/>
              <a:cs typeface="Calibri"/>
            </a:endParaRPr>
          </a:p>
          <a:p>
            <a:r>
              <a:rPr lang="en-US" dirty="0">
                <a:cs typeface="Calibri"/>
              </a:rPr>
              <a:t>Global design considerations.. We need "co-op-</a:t>
            </a:r>
            <a:r>
              <a:rPr lang="en-US" err="1">
                <a:cs typeface="Calibri"/>
              </a:rPr>
              <a:t>etition</a:t>
            </a:r>
            <a:r>
              <a:rPr lang="en-US" dirty="0">
                <a:cs typeface="Calibri"/>
              </a:rPr>
              <a:t>" .. willingness to adapt quickly, try new things, judge each other's work fairly, and reach for collective long-term </a:t>
            </a:r>
            <a:endParaRPr lang="en-US" dirty="0">
              <a:ea typeface="Calibri"/>
              <a:cs typeface="Calibri"/>
            </a:endParaRPr>
          </a:p>
          <a:p>
            <a:r>
              <a:rPr lang="en-US" dirty="0">
                <a:solidFill>
                  <a:srgbClr val="000000"/>
                </a:solidFill>
                <a:cs typeface="Calibri"/>
              </a:rPr>
              <a:t>No</a:t>
            </a:r>
            <a:r>
              <a:rPr lang="en-US" dirty="0">
                <a:cs typeface="Calibri"/>
              </a:rPr>
              <a:t> matter what size team was used to build whatever thing you look at next; our team can design a better one. We all contribute</a:t>
            </a:r>
            <a:endParaRPr lang="en-US">
              <a:ea typeface="Calibri"/>
              <a:cs typeface="Calibri"/>
            </a:endParaRPr>
          </a:p>
          <a:p>
            <a:r>
              <a:rPr lang="en-US" dirty="0">
                <a:cs typeface="Calibri"/>
              </a:rPr>
              <a:t>Picture an ongoing Science Fair for the world.. could hope for a "New Renaissance", almost.. Not just answering questions reactively, but -- innovation (highly paid) and inventions (even more so) on a proactive basis</a:t>
            </a:r>
            <a:endParaRPr lang="en-US" dirty="0">
              <a:ea typeface="Calibri"/>
              <a:cs typeface="Calibri"/>
            </a:endParaRPr>
          </a:p>
          <a:p>
            <a:r>
              <a:rPr lang="en-US" dirty="0">
                <a:cs typeface="Calibri"/>
              </a:rPr>
              <a:t>I want to find a hundred | thousands of </a:t>
            </a:r>
            <a:r>
              <a:rPr lang="en-US" dirty="0">
                <a:ea typeface="+mn-lt"/>
                <a:cs typeface="+mn-lt"/>
              </a:rPr>
              <a:t>Ramanujan [</a:t>
            </a:r>
            <a:r>
              <a:rPr lang="en-US" dirty="0">
                <a:solidFill>
                  <a:srgbClr val="FF0000"/>
                </a:solidFill>
                <a:ea typeface="+mn-lt"/>
                <a:cs typeface="+mn-lt"/>
              </a:rPr>
              <a:t>quickly give us a thumbnail sketch or don't use his name</a:t>
            </a:r>
            <a:r>
              <a:rPr lang="en-US" dirty="0">
                <a:ea typeface="+mn-lt"/>
                <a:cs typeface="+mn-lt"/>
              </a:rPr>
              <a:t>]. It kills me to know; humanity has produced thousands, but crushed nearly all the rest under the crushing weight of the status quo</a:t>
            </a:r>
            <a:endParaRPr lang="en-US" dirty="0">
              <a:cs typeface="Calibri"/>
            </a:endParaRPr>
          </a:p>
          <a:p>
            <a:pPr lvl="1"/>
            <a:r>
              <a:rPr lang="en-US" dirty="0">
                <a:ea typeface="+mn-lt"/>
                <a:cs typeface="+mn-lt"/>
              </a:rPr>
              <a:t>What's worse; for 90% of people hearing that; there's probably not even any recognition of humanity's loss</a:t>
            </a:r>
            <a:endParaRPr lang="en-US" dirty="0">
              <a:ea typeface="Calibri"/>
              <a:cs typeface="Calibri"/>
            </a:endParaRPr>
          </a:p>
        </p:txBody>
      </p:sp>
      <p:sp>
        <p:nvSpPr>
          <p:cNvPr id="5" name="Slide Number Placeholder 4">
            <a:extLst>
              <a:ext uri="{FF2B5EF4-FFF2-40B4-BE49-F238E27FC236}">
                <a16:creationId xmlns:a16="http://schemas.microsoft.com/office/drawing/2014/main" id="{CCB29830-F6A2-35A4-8E81-628B95843309}"/>
              </a:ext>
            </a:extLst>
          </p:cNvPr>
          <p:cNvSpPr>
            <a:spLocks noGrp="1"/>
          </p:cNvSpPr>
          <p:nvPr>
            <p:ph type="sldNum" sz="quarter" idx="12"/>
          </p:nvPr>
        </p:nvSpPr>
        <p:spPr/>
        <p:txBody>
          <a:bodyPr/>
          <a:lstStyle/>
          <a:p>
            <a:fld id="{330EA680-D336-4FF7-8B7A-9848BB0A1C32}" type="slidenum">
              <a:rPr lang="en-US" smtClean="0"/>
              <a:t>34</a:t>
            </a:fld>
            <a:endParaRPr lang="en-US"/>
          </a:p>
        </p:txBody>
      </p:sp>
      <p:sp>
        <p:nvSpPr>
          <p:cNvPr id="4" name="Footer Placeholder 3">
            <a:extLst>
              <a:ext uri="{FF2B5EF4-FFF2-40B4-BE49-F238E27FC236}">
                <a16:creationId xmlns:a16="http://schemas.microsoft.com/office/drawing/2014/main" id="{5FB5C6A3-659B-A9B4-B8C5-7B624B6FD2EC}"/>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987841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5F595-ECBE-3437-19A2-D19972141E08}"/>
              </a:ext>
            </a:extLst>
          </p:cNvPr>
          <p:cNvSpPr>
            <a:spLocks noGrp="1"/>
          </p:cNvSpPr>
          <p:nvPr>
            <p:ph type="title"/>
          </p:nvPr>
        </p:nvSpPr>
        <p:spPr/>
        <p:txBody>
          <a:bodyPr/>
          <a:lstStyle/>
          <a:p>
            <a:r>
              <a:rPr lang="en-US">
                <a:cs typeface="Calibri Light"/>
              </a:rPr>
              <a:t>New Work - Bounties</a:t>
            </a:r>
            <a:endParaRPr lang="en-US"/>
          </a:p>
        </p:txBody>
      </p:sp>
      <p:sp>
        <p:nvSpPr>
          <p:cNvPr id="3" name="Content Placeholder 2">
            <a:extLst>
              <a:ext uri="{FF2B5EF4-FFF2-40B4-BE49-F238E27FC236}">
                <a16:creationId xmlns:a16="http://schemas.microsoft.com/office/drawing/2014/main" id="{62D247C3-81E2-E2CD-1A32-6248E469CEAD}"/>
              </a:ext>
            </a:extLst>
          </p:cNvPr>
          <p:cNvSpPr>
            <a:spLocks noGrp="1"/>
          </p:cNvSpPr>
          <p:nvPr>
            <p:ph idx="1"/>
          </p:nvPr>
        </p:nvSpPr>
        <p:spPr>
          <a:xfrm>
            <a:off x="838200" y="1825625"/>
            <a:ext cx="10515600" cy="4388508"/>
          </a:xfrm>
        </p:spPr>
        <p:txBody>
          <a:bodyPr vert="horz" lIns="91440" tIns="45720" rIns="91440" bIns="45720" rtlCol="0" anchor="t">
            <a:normAutofit fontScale="62500" lnSpcReduction="20000"/>
          </a:bodyPr>
          <a:lstStyle/>
          <a:p>
            <a:r>
              <a:rPr lang="en-US" dirty="0">
                <a:solidFill>
                  <a:srgbClr val="FF0000"/>
                </a:solidFill>
                <a:ea typeface="Calibri"/>
                <a:cs typeface="Calibri"/>
              </a:rPr>
              <a:t>Define bounty as request for solving problems (e.g., concierge even though not yet addressed)</a:t>
            </a:r>
            <a:endParaRPr lang="en-US" dirty="0">
              <a:solidFill>
                <a:srgbClr val="FF0000"/>
              </a:solidFill>
              <a:cs typeface="Calibri"/>
            </a:endParaRPr>
          </a:p>
          <a:p>
            <a:r>
              <a:rPr lang="en-US" strike="sngStrike" dirty="0">
                <a:solidFill>
                  <a:srgbClr val="FF0000"/>
                </a:solidFill>
                <a:ea typeface="Calibri"/>
                <a:cs typeface="Calibri"/>
              </a:rPr>
              <a:t>New to this here Dude Ranch? :) Your concierge will check in with the local registrar, see what work sounds good. </a:t>
            </a:r>
          </a:p>
          <a:p>
            <a:r>
              <a:rPr lang="en-US" strike="sngStrike" dirty="0">
                <a:solidFill>
                  <a:srgbClr val="FF0000"/>
                </a:solidFill>
                <a:ea typeface="Calibri"/>
                <a:cs typeface="Calibri"/>
              </a:rPr>
              <a:t>Lots of this is either "too expensive" or won't be long before it becomes that way..  </a:t>
            </a:r>
            <a:r>
              <a:rPr lang="en-US" dirty="0">
                <a:solidFill>
                  <a:srgbClr val="FF0000"/>
                </a:solidFill>
                <a:ea typeface="Calibri"/>
                <a:cs typeface="Calibri"/>
              </a:rPr>
              <a:t>None of this is about bounties</a:t>
            </a:r>
            <a:endParaRPr lang="en-US">
              <a:solidFill>
                <a:srgbClr val="FF0000"/>
              </a:solidFill>
              <a:ea typeface="Calibri"/>
              <a:cs typeface="Calibri"/>
            </a:endParaRPr>
          </a:p>
          <a:p>
            <a:pPr lvl="1"/>
            <a:r>
              <a:rPr lang="en-US" strike="sngStrike" dirty="0">
                <a:solidFill>
                  <a:srgbClr val="FF0000"/>
                </a:solidFill>
                <a:cs typeface="Calibri"/>
              </a:rPr>
              <a:t>$100 for meal, OR.. Do a task slated for 2-3 hours and I'll give it to you for $15</a:t>
            </a:r>
            <a:endParaRPr lang="en-US" strike="sngStrike" dirty="0">
              <a:solidFill>
                <a:srgbClr val="FF0000"/>
              </a:solidFill>
              <a:ea typeface="Calibri"/>
              <a:cs typeface="Calibri"/>
            </a:endParaRPr>
          </a:p>
          <a:p>
            <a:pPr lvl="1"/>
            <a:r>
              <a:rPr lang="en-US" strike="sngStrike" dirty="0">
                <a:solidFill>
                  <a:srgbClr val="FF0000"/>
                </a:solidFill>
                <a:ea typeface="Calibri"/>
                <a:cs typeface="Calibri"/>
              </a:rPr>
              <a:t>Intent is to shift goal , intent , &amp; running power of the entire system away from dollars | notes | currencies, and gear it more toward a common value; how long did you work? Dollars mean vastly different things, the world over. But work is work. </a:t>
            </a:r>
          </a:p>
          <a:p>
            <a:pPr lvl="1"/>
            <a:r>
              <a:rPr lang="en-US" strike="sngStrike" dirty="0">
                <a:solidFill>
                  <a:srgbClr val="FF0000"/>
                </a:solidFill>
                <a:cs typeface="Calibri"/>
              </a:rPr>
              <a:t>The goal is .. find -&gt; </a:t>
            </a:r>
            <a:r>
              <a:rPr lang="en-US" i="1" strike="sngStrike" dirty="0">
                <a:solidFill>
                  <a:srgbClr val="FF0000"/>
                </a:solidFill>
                <a:cs typeface="Calibri"/>
              </a:rPr>
              <a:t>create</a:t>
            </a:r>
            <a:r>
              <a:rPr lang="en-US" strike="sngStrike" dirty="0">
                <a:solidFill>
                  <a:srgbClr val="FF0000"/>
                </a:solidFill>
                <a:cs typeface="Calibri"/>
              </a:rPr>
              <a:t> a system that is a bit more attainable than the almighty dollar has ever been, for the folks at the bottom half </a:t>
            </a:r>
            <a:endParaRPr lang="en-US" strike="sngStrike" dirty="0">
              <a:solidFill>
                <a:srgbClr val="FF0000"/>
              </a:solidFill>
              <a:ea typeface="Calibri"/>
              <a:cs typeface="Calibri"/>
            </a:endParaRPr>
          </a:p>
          <a:p>
            <a:pPr lvl="1"/>
            <a:r>
              <a:rPr lang="en-US" strike="sngStrike" dirty="0">
                <a:solidFill>
                  <a:srgbClr val="FF0000"/>
                </a:solidFill>
                <a:ea typeface="Calibri"/>
                <a:cs typeface="Calibri"/>
              </a:rPr>
              <a:t>While also creating a system that is more fun than anything for the "Haves" who hopefully don't mind paying a little extra if they simply cannot *connect with earth</a:t>
            </a:r>
          </a:p>
          <a:p>
            <a:pPr lvl="1"/>
            <a:r>
              <a:rPr lang="en-US" strike="sngStrike" dirty="0">
                <a:solidFill>
                  <a:srgbClr val="FF0000"/>
                </a:solidFill>
                <a:ea typeface="Calibri"/>
                <a:cs typeface="Calibri"/>
              </a:rPr>
              <a:t>*Note that digging in dirt is 100% known to be healthy on a lot of different levels </a:t>
            </a:r>
          </a:p>
          <a:p>
            <a:r>
              <a:rPr lang="en-US" sz="2700" strike="sngStrike" dirty="0">
                <a:solidFill>
                  <a:srgbClr val="FF0000"/>
                </a:solidFill>
                <a:cs typeface="Calibri"/>
              </a:rPr>
              <a:t>Penny-Ante means nobody has any cause to get their feelings hurt or get all up in arms about any one (or even one hundred) things. </a:t>
            </a:r>
            <a:endParaRPr lang="en-US" sz="2700" strike="sngStrike">
              <a:solidFill>
                <a:srgbClr val="FF0000"/>
              </a:solidFill>
              <a:ea typeface="Calibri"/>
              <a:cs typeface="Calibri"/>
            </a:endParaRPr>
          </a:p>
          <a:p>
            <a:pPr lvl="1"/>
            <a:r>
              <a:rPr lang="en-US" sz="2300" strike="sngStrike" dirty="0">
                <a:solidFill>
                  <a:srgbClr val="FF0000"/>
                </a:solidFill>
                <a:cs typeface="Calibri"/>
              </a:rPr>
              <a:t>Poker w buddies</a:t>
            </a:r>
            <a:endParaRPr lang="en-US" sz="2300" strike="sngStrike">
              <a:solidFill>
                <a:srgbClr val="FF0000"/>
              </a:solidFill>
              <a:ea typeface="Calibri"/>
              <a:cs typeface="Calibri"/>
            </a:endParaRPr>
          </a:p>
          <a:p>
            <a:r>
              <a:rPr lang="en-US" sz="2700" dirty="0">
                <a:cs typeface="Calibri"/>
              </a:rPr>
              <a:t>"Pay" by "job" (neither of those words is quite right) hours / a few days at most, then move on </a:t>
            </a:r>
            <a:r>
              <a:rPr lang="en-US" sz="2700" dirty="0">
                <a:solidFill>
                  <a:srgbClr val="FF0000"/>
                </a:solidFill>
                <a:cs typeface="Calibri"/>
              </a:rPr>
              <a:t>Paying for work accomplished / skills applied to problems</a:t>
            </a:r>
            <a:endParaRPr lang="en-US" sz="2700" dirty="0">
              <a:solidFill>
                <a:srgbClr val="FF0000"/>
              </a:solidFill>
              <a:ea typeface="Calibri"/>
              <a:cs typeface="Calibri"/>
            </a:endParaRPr>
          </a:p>
          <a:p>
            <a:pPr marL="0" indent="0">
              <a:buNone/>
            </a:pPr>
            <a:endParaRPr lang="en-US" dirty="0">
              <a:cs typeface="Calibri"/>
            </a:endParaRPr>
          </a:p>
        </p:txBody>
      </p:sp>
      <p:sp>
        <p:nvSpPr>
          <p:cNvPr id="5" name="Slide Number Placeholder 4">
            <a:extLst>
              <a:ext uri="{FF2B5EF4-FFF2-40B4-BE49-F238E27FC236}">
                <a16:creationId xmlns:a16="http://schemas.microsoft.com/office/drawing/2014/main" id="{C406D85A-43CD-0F0D-D83B-C33113691521}"/>
              </a:ext>
            </a:extLst>
          </p:cNvPr>
          <p:cNvSpPr>
            <a:spLocks noGrp="1"/>
          </p:cNvSpPr>
          <p:nvPr>
            <p:ph type="sldNum" sz="quarter" idx="12"/>
          </p:nvPr>
        </p:nvSpPr>
        <p:spPr/>
        <p:txBody>
          <a:bodyPr/>
          <a:lstStyle/>
          <a:p>
            <a:fld id="{330EA680-D336-4FF7-8B7A-9848BB0A1C32}" type="slidenum">
              <a:rPr lang="en-US" smtClean="0"/>
              <a:t>35</a:t>
            </a:fld>
            <a:endParaRPr lang="en-US"/>
          </a:p>
        </p:txBody>
      </p:sp>
      <p:sp>
        <p:nvSpPr>
          <p:cNvPr id="4" name="Footer Placeholder 3">
            <a:extLst>
              <a:ext uri="{FF2B5EF4-FFF2-40B4-BE49-F238E27FC236}">
                <a16:creationId xmlns:a16="http://schemas.microsoft.com/office/drawing/2014/main" id="{94518677-62B9-B881-2078-FA87844C2E23}"/>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494778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E7FED-C200-7B67-3E02-882BF64E67DD}"/>
              </a:ext>
            </a:extLst>
          </p:cNvPr>
          <p:cNvSpPr>
            <a:spLocks noGrp="1"/>
          </p:cNvSpPr>
          <p:nvPr>
            <p:ph type="title"/>
          </p:nvPr>
        </p:nvSpPr>
        <p:spPr/>
        <p:txBody>
          <a:bodyPr/>
          <a:lstStyle/>
          <a:p>
            <a:r>
              <a:rPr lang="en-US" dirty="0">
                <a:cs typeface="Calibri Light"/>
              </a:rPr>
              <a:t>New Work – Bounties &amp; The System </a:t>
            </a:r>
            <a:br>
              <a:rPr lang="en-US" dirty="0">
                <a:cs typeface="Calibri Light"/>
              </a:rPr>
            </a:br>
            <a:r>
              <a:rPr lang="en-US" dirty="0">
                <a:cs typeface="Calibri Light"/>
              </a:rPr>
              <a:t>[</a:t>
            </a:r>
            <a:r>
              <a:rPr lang="en-US" dirty="0">
                <a:solidFill>
                  <a:srgbClr val="FF0000"/>
                </a:solidFill>
                <a:cs typeface="Calibri Light"/>
              </a:rPr>
              <a:t>Sample Bounties</a:t>
            </a:r>
            <a:r>
              <a:rPr lang="en-US" dirty="0">
                <a:solidFill>
                  <a:srgbClr val="000000"/>
                </a:solidFill>
                <a:cs typeface="Calibri Light"/>
              </a:rPr>
              <a:t>]</a:t>
            </a:r>
            <a:endParaRPr lang="en-US" dirty="0">
              <a:solidFill>
                <a:srgbClr val="FF0000"/>
              </a:solidFill>
              <a:ea typeface="Calibri Light"/>
              <a:cs typeface="Calibri Light"/>
            </a:endParaRPr>
          </a:p>
        </p:txBody>
      </p:sp>
      <p:sp>
        <p:nvSpPr>
          <p:cNvPr id="3" name="Content Placeholder 2">
            <a:extLst>
              <a:ext uri="{FF2B5EF4-FFF2-40B4-BE49-F238E27FC236}">
                <a16:creationId xmlns:a16="http://schemas.microsoft.com/office/drawing/2014/main" id="{F35AF883-E517-E47F-2E86-4749B82BCBFE}"/>
              </a:ext>
            </a:extLst>
          </p:cNvPr>
          <p:cNvSpPr>
            <a:spLocks noGrp="1"/>
          </p:cNvSpPr>
          <p:nvPr>
            <p:ph idx="1"/>
          </p:nvPr>
        </p:nvSpPr>
        <p:spPr/>
        <p:txBody>
          <a:bodyPr vert="horz" lIns="91440" tIns="45720" rIns="91440" bIns="45720" rtlCol="0" anchor="t">
            <a:normAutofit fontScale="62500" lnSpcReduction="20000"/>
          </a:bodyPr>
          <a:lstStyle/>
          <a:p>
            <a:r>
              <a:rPr lang="en-US">
                <a:cs typeface="Calibri"/>
              </a:rPr>
              <a:t>I know we can do better than the world of today. 100% confident</a:t>
            </a:r>
          </a:p>
          <a:p>
            <a:r>
              <a:rPr lang="en-US">
                <a:cs typeface="Calibri"/>
              </a:rPr>
              <a:t>Picture </a:t>
            </a:r>
            <a:r>
              <a:rPr lang="en-US">
                <a:cs typeface="Calibri"/>
                <a:hlinkClick r:id="rId2"/>
              </a:rPr>
              <a:t>Forums</a:t>
            </a:r>
            <a:r>
              <a:rPr lang="en-US">
                <a:cs typeface="Calibri"/>
              </a:rPr>
              <a:t>.. but with incentives</a:t>
            </a:r>
          </a:p>
          <a:p>
            <a:r>
              <a:rPr lang="en-US">
                <a:cs typeface="Calibri"/>
              </a:rPr>
              <a:t>Like a Call-Center, but with millions of us, and it's mostly just seeking "consensus", &amp; we are all able to be on either side of that call</a:t>
            </a:r>
          </a:p>
          <a:p>
            <a:pPr lvl="1"/>
            <a:r>
              <a:rPr lang="en-US">
                <a:cs typeface="Calibri"/>
              </a:rPr>
              <a:t>Sometimes you </a:t>
            </a:r>
            <a:r>
              <a:rPr lang="en-US" i="1">
                <a:cs typeface="Calibri"/>
              </a:rPr>
              <a:t>need</a:t>
            </a:r>
            <a:r>
              <a:rPr lang="en-US">
                <a:cs typeface="Calibri"/>
              </a:rPr>
              <a:t> a concierge. Sometimes you're helping </a:t>
            </a:r>
            <a:r>
              <a:rPr lang="en-US" i="1">
                <a:cs typeface="Calibri"/>
              </a:rPr>
              <a:t>be</a:t>
            </a:r>
            <a:r>
              <a:rPr lang="en-US">
                <a:cs typeface="Calibri"/>
              </a:rPr>
              <a:t> the concierge</a:t>
            </a:r>
          </a:p>
          <a:p>
            <a:r>
              <a:rPr lang="en-US">
                <a:cs typeface="Calibri"/>
              </a:rPr>
              <a:t>Picture </a:t>
            </a:r>
            <a:r>
              <a:rPr lang="en-US">
                <a:cs typeface="Calibri"/>
                <a:hlinkClick r:id="rId3"/>
              </a:rPr>
              <a:t>imgur</a:t>
            </a:r>
            <a:r>
              <a:rPr lang="en-US">
                <a:cs typeface="Calibri"/>
              </a:rPr>
              <a:t>, with 1) content posting, 2) commenting, 3) votes on both content &amp; comments..</a:t>
            </a:r>
          </a:p>
          <a:p>
            <a:pPr lvl="1"/>
            <a:r>
              <a:rPr lang="en-US">
                <a:cs typeface="Calibri"/>
              </a:rPr>
              <a:t>All of that, except with design decisions </a:t>
            </a:r>
          </a:p>
          <a:p>
            <a:r>
              <a:rPr lang="en-US">
                <a:cs typeface="Calibri"/>
              </a:rPr>
              <a:t>Picture </a:t>
            </a:r>
            <a:r>
              <a:rPr lang="en-US">
                <a:cs typeface="Calibri"/>
                <a:hlinkClick r:id="rId4"/>
              </a:rPr>
              <a:t>twitter</a:t>
            </a:r>
            <a:r>
              <a:rPr lang="en-US">
                <a:cs typeface="Calibri"/>
              </a:rPr>
              <a:t>, except with vectors.. ex: when the wildfires in CA caused evacuations, all government could do was tweet to the world at large</a:t>
            </a:r>
          </a:p>
          <a:p>
            <a:pPr lvl="1"/>
            <a:r>
              <a:rPr lang="en-US">
                <a:cs typeface="Calibri"/>
              </a:rPr>
              <a:t>With "Concierge" – goal is definitely to communicate directly (but only, when needed) to those for whom it may be concern </a:t>
            </a:r>
          </a:p>
          <a:p>
            <a:r>
              <a:rPr lang="en-US">
                <a:cs typeface="Calibri"/>
              </a:rPr>
              <a:t>All of this with as much automation as possible.. But also humans ready &amp; able to jump in &amp; handle any kind of situation </a:t>
            </a:r>
          </a:p>
          <a:p>
            <a:pPr lvl="1"/>
            <a:r>
              <a:rPr lang="en-US">
                <a:cs typeface="Calibri"/>
              </a:rPr>
              <a:t>Each of those calls might be a few pennies (verify [this] was routed correctly) to big payouts (we are stuck on this programming dilemma, and the company has offered a 50k reward)</a:t>
            </a:r>
          </a:p>
          <a:p>
            <a:r>
              <a:rPr lang="en-US">
                <a:cs typeface="Calibri"/>
              </a:rPr>
              <a:t>Whether it's 2 or 3.. or 2 or 3 thousand - we have literal teams in place to find "the BEST" possible outcome.. </a:t>
            </a:r>
          </a:p>
        </p:txBody>
      </p:sp>
      <p:sp>
        <p:nvSpPr>
          <p:cNvPr id="5" name="Slide Number Placeholder 4">
            <a:extLst>
              <a:ext uri="{FF2B5EF4-FFF2-40B4-BE49-F238E27FC236}">
                <a16:creationId xmlns:a16="http://schemas.microsoft.com/office/drawing/2014/main" id="{A078040A-273A-2A64-A4C0-EBC8F590A6EC}"/>
              </a:ext>
            </a:extLst>
          </p:cNvPr>
          <p:cNvSpPr>
            <a:spLocks noGrp="1"/>
          </p:cNvSpPr>
          <p:nvPr>
            <p:ph type="sldNum" sz="quarter" idx="12"/>
          </p:nvPr>
        </p:nvSpPr>
        <p:spPr/>
        <p:txBody>
          <a:bodyPr/>
          <a:lstStyle/>
          <a:p>
            <a:fld id="{330EA680-D336-4FF7-8B7A-9848BB0A1C32}" type="slidenum">
              <a:rPr lang="en-US" smtClean="0"/>
              <a:t>36</a:t>
            </a:fld>
            <a:endParaRPr lang="en-US"/>
          </a:p>
        </p:txBody>
      </p:sp>
      <p:sp>
        <p:nvSpPr>
          <p:cNvPr id="4" name="Footer Placeholder 3">
            <a:extLst>
              <a:ext uri="{FF2B5EF4-FFF2-40B4-BE49-F238E27FC236}">
                <a16:creationId xmlns:a16="http://schemas.microsoft.com/office/drawing/2014/main" id="{67AC60F1-916F-B255-4FAE-D6B4EB4EA876}"/>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935756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C01A0-4242-C1D3-4BE9-69799859E081}"/>
              </a:ext>
            </a:extLst>
          </p:cNvPr>
          <p:cNvSpPr>
            <a:spLocks noGrp="1"/>
          </p:cNvSpPr>
          <p:nvPr>
            <p:ph type="title"/>
          </p:nvPr>
        </p:nvSpPr>
        <p:spPr/>
        <p:txBody>
          <a:bodyPr/>
          <a:lstStyle/>
          <a:p>
            <a:r>
              <a:rPr lang="en-US" dirty="0">
                <a:cs typeface="Calibri Light"/>
              </a:rPr>
              <a:t>Bounties – </a:t>
            </a:r>
            <a:r>
              <a:rPr lang="en-US" dirty="0" err="1">
                <a:cs typeface="Calibri Light"/>
              </a:rPr>
              <a:t>pg</a:t>
            </a:r>
            <a:r>
              <a:rPr lang="en-US" dirty="0">
                <a:cs typeface="Calibri Light"/>
              </a:rPr>
              <a:t> 2</a:t>
            </a:r>
            <a:endParaRPr lang="en-US" dirty="0"/>
          </a:p>
        </p:txBody>
      </p:sp>
      <p:sp>
        <p:nvSpPr>
          <p:cNvPr id="3" name="Content Placeholder 2">
            <a:extLst>
              <a:ext uri="{FF2B5EF4-FFF2-40B4-BE49-F238E27FC236}">
                <a16:creationId xmlns:a16="http://schemas.microsoft.com/office/drawing/2014/main" id="{22CFC226-DC8E-64BB-56E7-EA99E3243D7F}"/>
              </a:ext>
            </a:extLst>
          </p:cNvPr>
          <p:cNvSpPr>
            <a:spLocks noGrp="1"/>
          </p:cNvSpPr>
          <p:nvPr>
            <p:ph idx="1"/>
          </p:nvPr>
        </p:nvSpPr>
        <p:spPr/>
        <p:txBody>
          <a:bodyPr vert="horz" lIns="91440" tIns="45720" rIns="91440" bIns="45720" rtlCol="0" anchor="t">
            <a:normAutofit fontScale="92500" lnSpcReduction="20000"/>
          </a:bodyPr>
          <a:lstStyle/>
          <a:p>
            <a:r>
              <a:rPr lang="en-US" sz="2600" dirty="0">
                <a:solidFill>
                  <a:srgbClr val="FF0000"/>
                </a:solidFill>
                <a:ea typeface="+mn-lt"/>
                <a:cs typeface="+mn-lt"/>
              </a:rPr>
              <a:t>Keep your main job</a:t>
            </a:r>
            <a:r>
              <a:rPr lang="en-US" sz="2600" dirty="0">
                <a:ea typeface="+mn-lt"/>
                <a:cs typeface="+mn-lt"/>
              </a:rPr>
              <a:t>, set some time each week for washing dishes (or whatever – that's metaphorical) and after a period of time; earn a car </a:t>
            </a:r>
            <a:r>
              <a:rPr lang="en-US" sz="2600" dirty="0">
                <a:solidFill>
                  <a:srgbClr val="FF0000"/>
                </a:solidFill>
                <a:ea typeface="+mn-lt"/>
                <a:cs typeface="+mn-lt"/>
              </a:rPr>
              <a:t>Need to pull out </a:t>
            </a:r>
            <a:r>
              <a:rPr lang="en-US" sz="2600">
                <a:solidFill>
                  <a:srgbClr val="FF0000"/>
                </a:solidFill>
                <a:ea typeface="+mn-lt"/>
                <a:cs typeface="+mn-lt"/>
              </a:rPr>
              <a:t>to front of section</a:t>
            </a:r>
            <a:endParaRPr lang="en-US">
              <a:solidFill>
                <a:srgbClr val="000000"/>
              </a:solidFill>
              <a:ea typeface="+mn-lt"/>
              <a:cs typeface="+mn-lt"/>
            </a:endParaRPr>
          </a:p>
          <a:p>
            <a:r>
              <a:rPr lang="en-US" dirty="0">
                <a:ea typeface="+mn-lt"/>
                <a:cs typeface="+mn-lt"/>
              </a:rPr>
              <a:t>Some "on-site" work - like cooking in a restaurant </a:t>
            </a:r>
            <a:endParaRPr lang="en-US" dirty="0">
              <a:cs typeface="Calibri"/>
            </a:endParaRPr>
          </a:p>
          <a:p>
            <a:r>
              <a:rPr lang="en-US" dirty="0">
                <a:ea typeface="+mn-lt"/>
                <a:cs typeface="+mn-lt"/>
              </a:rPr>
              <a:t>Some work you take with you, like renting a wood-working station for a few days* </a:t>
            </a:r>
            <a:endParaRPr lang="en-US" dirty="0"/>
          </a:p>
          <a:p>
            <a:pPr lvl="1"/>
            <a:r>
              <a:rPr lang="en-US" dirty="0">
                <a:ea typeface="+mn-lt"/>
                <a:cs typeface="+mn-lt"/>
              </a:rPr>
              <a:t>Maybe you want it for just that afternoon – long enough to make 1 cutting board for yourself. </a:t>
            </a:r>
            <a:endParaRPr lang="en-US" dirty="0">
              <a:cs typeface="Calibri"/>
            </a:endParaRPr>
          </a:p>
          <a:p>
            <a:pPr lvl="1"/>
            <a:r>
              <a:rPr lang="en-US" dirty="0">
                <a:ea typeface="+mn-lt"/>
                <a:cs typeface="+mn-lt"/>
              </a:rPr>
              <a:t>Maybe you want to rent it for 12 days straight while you tour the parks from Denver down to the Grand Canyon. Make 100 wooden things along the way. Eat, sleep, &amp; move around. All paid for, plus have credits in the bank. Enjoying a hobby while rolling by the river at 2.5 mph?? Who doesn't want that?? </a:t>
            </a:r>
            <a:endParaRPr lang="en-US" dirty="0">
              <a:cs typeface="Calibri" panose="020F0502020204030204"/>
            </a:endParaRPr>
          </a:p>
          <a:p>
            <a:r>
              <a:rPr lang="en-US" dirty="0">
                <a:ea typeface="+mn-lt"/>
                <a:cs typeface="+mn-lt"/>
              </a:rPr>
              <a:t>After a few thousand interactions = better picture of what works and what doesn't (?) </a:t>
            </a:r>
            <a:endParaRPr lang="en-US" dirty="0">
              <a:cs typeface="Calibri" panose="020F0502020204030204"/>
            </a:endParaRPr>
          </a:p>
          <a:p>
            <a:endParaRPr lang="en-US" dirty="0">
              <a:solidFill>
                <a:srgbClr val="FF0000"/>
              </a:solidFill>
              <a:ea typeface="Calibri"/>
              <a:cs typeface="Calibri"/>
            </a:endParaRPr>
          </a:p>
        </p:txBody>
      </p:sp>
      <p:sp>
        <p:nvSpPr>
          <p:cNvPr id="4" name="Footer Placeholder 3">
            <a:extLst>
              <a:ext uri="{FF2B5EF4-FFF2-40B4-BE49-F238E27FC236}">
                <a16:creationId xmlns:a16="http://schemas.microsoft.com/office/drawing/2014/main" id="{EE0E0EEF-0309-6288-4B2A-BB93D142EC66}"/>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D7F6EA18-FBD8-3B9F-0A29-DAE515101E70}"/>
              </a:ext>
            </a:extLst>
          </p:cNvPr>
          <p:cNvSpPr>
            <a:spLocks noGrp="1"/>
          </p:cNvSpPr>
          <p:nvPr>
            <p:ph type="sldNum" sz="quarter" idx="12"/>
          </p:nvPr>
        </p:nvSpPr>
        <p:spPr/>
        <p:txBody>
          <a:bodyPr/>
          <a:lstStyle/>
          <a:p>
            <a:fld id="{330EA680-D336-4FF7-8B7A-9848BB0A1C32}" type="slidenum">
              <a:rPr lang="en-US" smtClean="0"/>
              <a:t>37</a:t>
            </a:fld>
            <a:endParaRPr lang="en-US"/>
          </a:p>
        </p:txBody>
      </p:sp>
    </p:spTree>
    <p:extLst>
      <p:ext uri="{BB962C8B-B14F-4D97-AF65-F5344CB8AC3E}">
        <p14:creationId xmlns:p14="http://schemas.microsoft.com/office/powerpoint/2010/main" val="30802114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C5B0-CD11-C4E3-EE21-6C7E30B4329B}"/>
              </a:ext>
            </a:extLst>
          </p:cNvPr>
          <p:cNvSpPr>
            <a:spLocks noGrp="1"/>
          </p:cNvSpPr>
          <p:nvPr>
            <p:ph type="title"/>
          </p:nvPr>
        </p:nvSpPr>
        <p:spPr/>
        <p:txBody>
          <a:bodyPr/>
          <a:lstStyle/>
          <a:p>
            <a:r>
              <a:rPr lang="en-US">
                <a:cs typeface="Calibri Light"/>
              </a:rPr>
              <a:t>New Work - Governance</a:t>
            </a:r>
            <a:endParaRPr lang="en-US"/>
          </a:p>
        </p:txBody>
      </p:sp>
      <p:sp>
        <p:nvSpPr>
          <p:cNvPr id="3" name="Content Placeholder 2">
            <a:extLst>
              <a:ext uri="{FF2B5EF4-FFF2-40B4-BE49-F238E27FC236}">
                <a16:creationId xmlns:a16="http://schemas.microsoft.com/office/drawing/2014/main" id="{0398F67A-659A-3AB8-CBA9-89F233418F8E}"/>
              </a:ext>
            </a:extLst>
          </p:cNvPr>
          <p:cNvSpPr>
            <a:spLocks noGrp="1"/>
          </p:cNvSpPr>
          <p:nvPr>
            <p:ph idx="1"/>
          </p:nvPr>
        </p:nvSpPr>
        <p:spPr/>
        <p:txBody>
          <a:bodyPr vert="horz" lIns="91440" tIns="45720" rIns="91440" bIns="45720" rtlCol="0" anchor="t">
            <a:normAutofit fontScale="77500" lnSpcReduction="20000"/>
          </a:bodyPr>
          <a:lstStyle/>
          <a:p>
            <a:r>
              <a:rPr lang="en-US" sz="2600" dirty="0">
                <a:cs typeface="Calibri"/>
              </a:rPr>
              <a:t>I want "governance boards" that cycle in &amp; out regularly</a:t>
            </a:r>
          </a:p>
          <a:p>
            <a:r>
              <a:rPr lang="en-US" dirty="0">
                <a:cs typeface="Calibri"/>
              </a:rPr>
              <a:t>The </a:t>
            </a:r>
            <a:r>
              <a:rPr lang="en-US" strike="sngStrike" dirty="0">
                <a:solidFill>
                  <a:srgbClr val="FF0000"/>
                </a:solidFill>
                <a:cs typeface="Calibri"/>
              </a:rPr>
              <a:t>Brewster's Millions</a:t>
            </a:r>
            <a:r>
              <a:rPr lang="en-US" dirty="0">
                <a:cs typeface="Calibri"/>
              </a:rPr>
              <a:t> [</a:t>
            </a:r>
            <a:r>
              <a:rPr lang="en-US" dirty="0">
                <a:solidFill>
                  <a:srgbClr val="FF0000"/>
                </a:solidFill>
                <a:cs typeface="Calibri"/>
              </a:rPr>
              <a:t>define or delete] </a:t>
            </a:r>
            <a:r>
              <a:rPr lang="en-US" dirty="0">
                <a:cs typeface="Calibri"/>
              </a:rPr>
              <a:t>crowds have their submissions judged </a:t>
            </a:r>
            <a:endParaRPr lang="en-US" dirty="0">
              <a:ea typeface="Calibri"/>
              <a:cs typeface="Calibri"/>
            </a:endParaRPr>
          </a:p>
          <a:p>
            <a:pPr lvl="1"/>
            <a:r>
              <a:rPr lang="en-US" dirty="0">
                <a:cs typeface="Calibri"/>
              </a:rPr>
              <a:t>Think social media, where we can up/down vote things. </a:t>
            </a:r>
            <a:endParaRPr lang="en-US" dirty="0">
              <a:ea typeface="Calibri"/>
              <a:cs typeface="Calibri"/>
            </a:endParaRPr>
          </a:p>
          <a:p>
            <a:pPr lvl="1"/>
            <a:r>
              <a:rPr lang="en-US" dirty="0">
                <a:cs typeface="Calibri"/>
              </a:rPr>
              <a:t>Apply this to more than just memes – apply it to decisions made (Honestly – we need this NOW!)</a:t>
            </a:r>
            <a:endParaRPr lang="en-US" dirty="0">
              <a:ea typeface="Calibri"/>
              <a:cs typeface="Calibri"/>
            </a:endParaRPr>
          </a:p>
          <a:p>
            <a:r>
              <a:rPr lang="en-US" dirty="0">
                <a:cs typeface="Calibri"/>
              </a:rPr>
              <a:t>Top N% become that period-of-time's governing board</a:t>
            </a:r>
            <a:endParaRPr lang="en-US" dirty="0">
              <a:ea typeface="Calibri"/>
              <a:cs typeface="Calibri"/>
            </a:endParaRPr>
          </a:p>
          <a:p>
            <a:r>
              <a:rPr lang="en-US">
                <a:cs typeface="Calibri"/>
              </a:rPr>
              <a:t>I never want to have control of these, except to say that nobody else is going to take control of them</a:t>
            </a:r>
            <a:endParaRPr lang="en-US" strike="sngStrike">
              <a:solidFill>
                <a:srgbClr val="FF0000"/>
              </a:solidFill>
              <a:ea typeface="Calibri"/>
              <a:cs typeface="Calibri"/>
            </a:endParaRPr>
          </a:p>
          <a:p>
            <a:r>
              <a:rPr lang="en-US" dirty="0">
                <a:cs typeface="Calibri"/>
              </a:rPr>
              <a:t>Even after flying cars exist – these are for "that next thing".. Not for a few crave power to sit over the many who just want a full life </a:t>
            </a:r>
            <a:endParaRPr lang="en-US" dirty="0">
              <a:ea typeface="Calibri"/>
              <a:cs typeface="Calibri"/>
            </a:endParaRPr>
          </a:p>
          <a:p>
            <a:r>
              <a:rPr lang="en-US" dirty="0">
                <a:cs typeface="Calibri"/>
              </a:rPr>
              <a:t>The people who reach that level; we will all have had long fireside discussions on those things</a:t>
            </a:r>
            <a:endParaRPr lang="en-US" dirty="0">
              <a:ea typeface="Calibri" panose="020F0502020204030204"/>
              <a:cs typeface="Calibri"/>
            </a:endParaRPr>
          </a:p>
          <a:p>
            <a:r>
              <a:rPr lang="en-US" dirty="0">
                <a:ea typeface="Calibri" panose="020F0502020204030204"/>
                <a:cs typeface="Calibri"/>
              </a:rPr>
              <a:t>Eden isn't "for sale".. The places are parceled out to the best of the best of our collective best.. A system I not only 'believe in'.. I can't wait to be a part of. To see what happens when those folks are in charge.. new faces every week / month(s) at most</a:t>
            </a:r>
            <a:endParaRPr lang="en-US" sz="2900" strike="sngStrike" dirty="0">
              <a:solidFill>
                <a:srgbClr val="FF0000"/>
              </a:solidFill>
              <a:ea typeface="Calibri" panose="020F0502020204030204"/>
              <a:cs typeface="Calibri"/>
            </a:endParaRPr>
          </a:p>
        </p:txBody>
      </p:sp>
      <p:sp>
        <p:nvSpPr>
          <p:cNvPr id="5" name="Slide Number Placeholder 4">
            <a:extLst>
              <a:ext uri="{FF2B5EF4-FFF2-40B4-BE49-F238E27FC236}">
                <a16:creationId xmlns:a16="http://schemas.microsoft.com/office/drawing/2014/main" id="{40D1F10B-D515-7DF7-543D-7FEA34A4D0AE}"/>
              </a:ext>
            </a:extLst>
          </p:cNvPr>
          <p:cNvSpPr>
            <a:spLocks noGrp="1"/>
          </p:cNvSpPr>
          <p:nvPr>
            <p:ph type="sldNum" sz="quarter" idx="12"/>
          </p:nvPr>
        </p:nvSpPr>
        <p:spPr/>
        <p:txBody>
          <a:bodyPr/>
          <a:lstStyle/>
          <a:p>
            <a:fld id="{330EA680-D336-4FF7-8B7A-9848BB0A1C32}" type="slidenum">
              <a:rPr lang="en-US" smtClean="0"/>
              <a:t>38</a:t>
            </a:fld>
            <a:endParaRPr lang="en-US"/>
          </a:p>
        </p:txBody>
      </p:sp>
      <p:sp>
        <p:nvSpPr>
          <p:cNvPr id="4" name="Footer Placeholder 3">
            <a:extLst>
              <a:ext uri="{FF2B5EF4-FFF2-40B4-BE49-F238E27FC236}">
                <a16:creationId xmlns:a16="http://schemas.microsoft.com/office/drawing/2014/main" id="{3EA7D52E-80D1-69B0-C98B-7D8081533614}"/>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591501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77302-4BF8-065B-0985-42ED6C4A094E}"/>
              </a:ext>
            </a:extLst>
          </p:cNvPr>
          <p:cNvSpPr>
            <a:spLocks noGrp="1"/>
          </p:cNvSpPr>
          <p:nvPr>
            <p:ph type="title"/>
          </p:nvPr>
        </p:nvSpPr>
        <p:spPr/>
        <p:txBody>
          <a:bodyPr>
            <a:normAutofit/>
          </a:bodyPr>
          <a:lstStyle/>
          <a:p>
            <a:r>
              <a:rPr lang="en-US" dirty="0">
                <a:cs typeface="Calibri Light"/>
              </a:rPr>
              <a:t>Community – interactions </a:t>
            </a:r>
            <a:br>
              <a:rPr lang="en-US" dirty="0">
                <a:solidFill>
                  <a:srgbClr val="000000"/>
                </a:solidFill>
                <a:cs typeface="Calibri Light"/>
              </a:rPr>
            </a:br>
            <a:r>
              <a:rPr lang="en-US" sz="3200" dirty="0">
                <a:solidFill>
                  <a:srgbClr val="FF0000"/>
                </a:solidFill>
                <a:cs typeface="Calibri Light"/>
              </a:rPr>
              <a:t>Need one statement that summarizes what trying to say here</a:t>
            </a:r>
            <a:endParaRPr lang="en-US" sz="3200">
              <a:solidFill>
                <a:srgbClr val="FF0000"/>
              </a:solidFill>
              <a:ea typeface="Calibri Light"/>
              <a:cs typeface="Calibri Light"/>
            </a:endParaRPr>
          </a:p>
        </p:txBody>
      </p:sp>
      <p:sp>
        <p:nvSpPr>
          <p:cNvPr id="3" name="Content Placeholder 2">
            <a:extLst>
              <a:ext uri="{FF2B5EF4-FFF2-40B4-BE49-F238E27FC236}">
                <a16:creationId xmlns:a16="http://schemas.microsoft.com/office/drawing/2014/main" id="{FEC97AF6-D0E5-6CFC-5087-727547E76E49}"/>
              </a:ext>
            </a:extLst>
          </p:cNvPr>
          <p:cNvSpPr>
            <a:spLocks noGrp="1"/>
          </p:cNvSpPr>
          <p:nvPr>
            <p:ph idx="1"/>
          </p:nvPr>
        </p:nvSpPr>
        <p:spPr/>
        <p:txBody>
          <a:bodyPr vert="horz" lIns="91440" tIns="45720" rIns="91440" bIns="45720" rtlCol="0" anchor="t">
            <a:normAutofit fontScale="92500" lnSpcReduction="20000"/>
          </a:bodyPr>
          <a:lstStyle/>
          <a:p>
            <a:r>
              <a:rPr lang="en-US" strike="sngStrike" dirty="0">
                <a:solidFill>
                  <a:srgbClr val="FF0000"/>
                </a:solidFill>
                <a:cs typeface="Calibri"/>
              </a:rPr>
              <a:t>As we interact with people, we like them or we don't. Those are just the facts.. We need to make a way for anticipating good / bad?</a:t>
            </a:r>
            <a:endParaRPr lang="en-US" strike="sngStrike" dirty="0">
              <a:solidFill>
                <a:srgbClr val="FF0000"/>
              </a:solidFill>
              <a:ea typeface="Calibri"/>
              <a:cs typeface="Calibri"/>
            </a:endParaRPr>
          </a:p>
          <a:p>
            <a:r>
              <a:rPr lang="en-US" strike="sngStrike" dirty="0">
                <a:solidFill>
                  <a:srgbClr val="FF0000"/>
                </a:solidFill>
                <a:cs typeface="Calibri"/>
              </a:rPr>
              <a:t>I truly want my flying cars. I truly believe that "Shiny Happy People" is the path to that. I truly want YOU (yes, You!) to actually look forward to each new day</a:t>
            </a:r>
            <a:endParaRPr lang="en-US" strike="sngStrike" dirty="0">
              <a:solidFill>
                <a:srgbClr val="FF0000"/>
              </a:solidFill>
              <a:ea typeface="Calibri"/>
              <a:cs typeface="Calibri"/>
            </a:endParaRPr>
          </a:p>
          <a:p>
            <a:r>
              <a:rPr lang="en-US" strike="sngStrike" dirty="0">
                <a:solidFill>
                  <a:srgbClr val="FF0000"/>
                </a:solidFill>
                <a:cs typeface="Calibri"/>
              </a:rPr>
              <a:t>Believe me.. It's for purely selfish purposes.. But I am going to make sure that every day possible, you interact with the people most likely to connect with you &amp; get you, and you deftly sidestep those who'd maybe harsh your mellow</a:t>
            </a:r>
            <a:endParaRPr lang="en-US" strike="sngStrike" dirty="0">
              <a:solidFill>
                <a:srgbClr val="FF0000"/>
              </a:solidFill>
              <a:ea typeface="Calibri"/>
              <a:cs typeface="Calibri"/>
            </a:endParaRPr>
          </a:p>
          <a:p>
            <a:r>
              <a:rPr lang="en-US" strike="sngStrike" dirty="0">
                <a:solidFill>
                  <a:srgbClr val="FF0000"/>
                </a:solidFill>
                <a:ea typeface="Calibri"/>
                <a:cs typeface="Calibri"/>
              </a:rPr>
              <a:t>Tracking these, with as much context as possible, will lead us to our own personal "</a:t>
            </a:r>
            <a:r>
              <a:rPr lang="en-US" strike="sngStrike" dirty="0">
                <a:solidFill>
                  <a:srgbClr val="FF0000"/>
                </a:solidFill>
                <a:ea typeface="Calibri"/>
                <a:cs typeface="Calibri"/>
                <a:hlinkClick r:id="rId2">
                  <a:extLst>
                    <a:ext uri="{A12FA001-AC4F-418D-AE19-62706E023703}">
                      <ahyp:hlinkClr xmlns:ahyp="http://schemas.microsoft.com/office/drawing/2018/hyperlinkcolor" val="tx"/>
                    </a:ext>
                  </a:extLst>
                </a:hlinkClick>
              </a:rPr>
              <a:t>Bee Village</a:t>
            </a:r>
            <a:r>
              <a:rPr lang="en-US" strike="sngStrike" dirty="0">
                <a:solidFill>
                  <a:srgbClr val="FF0000"/>
                </a:solidFill>
                <a:ea typeface="Calibri"/>
                <a:cs typeface="Calibri"/>
              </a:rPr>
              <a:t>" and I think we all deserve that</a:t>
            </a:r>
          </a:p>
          <a:p>
            <a:pPr lvl="1"/>
            <a:r>
              <a:rPr lang="en-US" strike="sngStrike" dirty="0">
                <a:solidFill>
                  <a:srgbClr val="FF0000"/>
                </a:solidFill>
                <a:ea typeface="Calibri"/>
                <a:cs typeface="Calibri"/>
              </a:rPr>
              <a:t>The #1 priority of all of the whole Park infrastructure is to build "bee villages" for those who wish to build flying cars &amp; "the world of tomorrow"</a:t>
            </a:r>
          </a:p>
        </p:txBody>
      </p:sp>
      <p:sp>
        <p:nvSpPr>
          <p:cNvPr id="5" name="Slide Number Placeholder 4">
            <a:extLst>
              <a:ext uri="{FF2B5EF4-FFF2-40B4-BE49-F238E27FC236}">
                <a16:creationId xmlns:a16="http://schemas.microsoft.com/office/drawing/2014/main" id="{EC278200-7CB7-7FA8-883E-55FA12FBE7AF}"/>
              </a:ext>
            </a:extLst>
          </p:cNvPr>
          <p:cNvSpPr>
            <a:spLocks noGrp="1"/>
          </p:cNvSpPr>
          <p:nvPr>
            <p:ph type="sldNum" sz="quarter" idx="12"/>
          </p:nvPr>
        </p:nvSpPr>
        <p:spPr/>
        <p:txBody>
          <a:bodyPr/>
          <a:lstStyle/>
          <a:p>
            <a:fld id="{330EA680-D336-4FF7-8B7A-9848BB0A1C32}" type="slidenum">
              <a:rPr lang="en-US" smtClean="0"/>
              <a:t>39</a:t>
            </a:fld>
            <a:endParaRPr lang="en-US"/>
          </a:p>
        </p:txBody>
      </p:sp>
      <p:sp>
        <p:nvSpPr>
          <p:cNvPr id="4" name="Footer Placeholder 3">
            <a:extLst>
              <a:ext uri="{FF2B5EF4-FFF2-40B4-BE49-F238E27FC236}">
                <a16:creationId xmlns:a16="http://schemas.microsoft.com/office/drawing/2014/main" id="{93658FDD-BCAC-6794-151D-20E528D682B0}"/>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9665689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4FD8D-74EE-A547-A9C3-112CE6388BDC}"/>
              </a:ext>
            </a:extLst>
          </p:cNvPr>
          <p:cNvSpPr>
            <a:spLocks noGrp="1"/>
          </p:cNvSpPr>
          <p:nvPr>
            <p:ph type="title"/>
          </p:nvPr>
        </p:nvSpPr>
        <p:spPr/>
        <p:txBody>
          <a:bodyPr/>
          <a:lstStyle/>
          <a:p>
            <a:r>
              <a:rPr lang="en-US" strike="sngStrike" dirty="0">
                <a:solidFill>
                  <a:srgbClr val="FF0000"/>
                </a:solidFill>
                <a:cs typeface="Calibri Light"/>
              </a:rPr>
              <a:t>New Work – "Brewster's Millions"</a:t>
            </a:r>
            <a:r>
              <a:rPr lang="en-US" dirty="0">
                <a:cs typeface="Calibri Light"/>
              </a:rPr>
              <a:t> </a:t>
            </a:r>
            <a:br>
              <a:rPr lang="en-US" dirty="0">
                <a:cs typeface="Calibri Light"/>
              </a:rPr>
            </a:br>
            <a:r>
              <a:rPr lang="en-US" dirty="0">
                <a:cs typeface="Calibri Light"/>
              </a:rPr>
              <a:t>[</a:t>
            </a:r>
            <a:r>
              <a:rPr lang="en-US" sz="3200" dirty="0">
                <a:solidFill>
                  <a:srgbClr val="FF0000"/>
                </a:solidFill>
                <a:cs typeface="Calibri Light"/>
              </a:rPr>
              <a:t>How Doing Work Contributes to Governance</a:t>
            </a:r>
            <a:r>
              <a:rPr lang="en-US" dirty="0">
                <a:cs typeface="Calibri Light"/>
              </a:rPr>
              <a:t>]</a:t>
            </a:r>
          </a:p>
        </p:txBody>
      </p:sp>
      <p:sp>
        <p:nvSpPr>
          <p:cNvPr id="3" name="Content Placeholder 2">
            <a:extLst>
              <a:ext uri="{FF2B5EF4-FFF2-40B4-BE49-F238E27FC236}">
                <a16:creationId xmlns:a16="http://schemas.microsoft.com/office/drawing/2014/main" id="{36AB1BDB-E2A1-4202-92E8-6D3885AAD11B}"/>
              </a:ext>
            </a:extLst>
          </p:cNvPr>
          <p:cNvSpPr>
            <a:spLocks noGrp="1"/>
          </p:cNvSpPr>
          <p:nvPr>
            <p:ph idx="1"/>
          </p:nvPr>
        </p:nvSpPr>
        <p:spPr/>
        <p:txBody>
          <a:bodyPr vert="horz" lIns="91440" tIns="45720" rIns="91440" bIns="45720" rtlCol="0" anchor="t">
            <a:normAutofit fontScale="85000" lnSpcReduction="10000"/>
          </a:bodyPr>
          <a:lstStyle/>
          <a:p>
            <a:r>
              <a:rPr lang="en-US" dirty="0">
                <a:cs typeface="Calibri"/>
              </a:rPr>
              <a:t>If you are Hard-Working+ / *Nice+ the world saw it.. we heard about it. Let's live in a world where we get more than a smile &amp; a nod</a:t>
            </a:r>
            <a:endParaRPr lang="en-US" dirty="0">
              <a:ea typeface="Calibri"/>
              <a:cs typeface="Calibri"/>
            </a:endParaRPr>
          </a:p>
          <a:p>
            <a:pPr lvl="1"/>
            <a:r>
              <a:rPr lang="en-US" dirty="0">
                <a:cs typeface="Calibri"/>
              </a:rPr>
              <a:t>*Please note; I DO NOT measure success by "Units Produced". </a:t>
            </a:r>
          </a:p>
          <a:p>
            <a:pPr lvl="1"/>
            <a:r>
              <a:rPr lang="en-US" dirty="0">
                <a:cs typeface="Calibri"/>
              </a:rPr>
              <a:t>Our rewards are on how well a person helps the overall system – not just the bottom line </a:t>
            </a:r>
            <a:endParaRPr lang="en-US">
              <a:ea typeface="Calibri"/>
              <a:cs typeface="Calibri"/>
            </a:endParaRPr>
          </a:p>
          <a:p>
            <a:r>
              <a:rPr lang="en-US" dirty="0">
                <a:cs typeface="Calibri"/>
              </a:rPr>
              <a:t>Occasionally get random "Here's 5k, go do something great, you great person" </a:t>
            </a:r>
            <a:endParaRPr lang="en-US" dirty="0">
              <a:ea typeface="Calibri"/>
              <a:cs typeface="Calibri"/>
            </a:endParaRPr>
          </a:p>
          <a:p>
            <a:pPr lvl="1"/>
            <a:r>
              <a:rPr lang="en-US" dirty="0">
                <a:cs typeface="Calibri"/>
              </a:rPr>
              <a:t>That's better than the lottery, IMHO </a:t>
            </a:r>
            <a:endParaRPr lang="en-US" dirty="0">
              <a:ea typeface="Calibri" panose="020F0502020204030204"/>
              <a:cs typeface="Calibri" panose="020F0502020204030204"/>
            </a:endParaRPr>
          </a:p>
          <a:p>
            <a:r>
              <a:rPr lang="en-US" dirty="0">
                <a:ea typeface="Calibri" panose="020F0502020204030204"/>
                <a:cs typeface="Calibri" panose="020F0502020204030204"/>
              </a:rPr>
              <a:t>ZERO obligation to help anyone other than yourself</a:t>
            </a:r>
          </a:p>
          <a:p>
            <a:pPr lvl="1"/>
            <a:r>
              <a:rPr lang="en-US" dirty="0">
                <a:ea typeface="Calibri" panose="020F0502020204030204"/>
                <a:cs typeface="Calibri" panose="020F0502020204030204"/>
              </a:rPr>
              <a:t>Want it? Take it!</a:t>
            </a:r>
          </a:p>
          <a:p>
            <a:r>
              <a:rPr lang="en-US" dirty="0">
                <a:ea typeface="Calibri" panose="020F0502020204030204"/>
                <a:cs typeface="Calibri" panose="020F0502020204030204"/>
              </a:rPr>
              <a:t>Note that; the path to Town-Level governance involves investing these winnings into a Town-Level initiative, and even then; you aren't necessarily guaranteed (~70% at most?) a position at town-level.. Just that that's how you get there </a:t>
            </a:r>
          </a:p>
        </p:txBody>
      </p:sp>
      <p:sp>
        <p:nvSpPr>
          <p:cNvPr id="5" name="Slide Number Placeholder 4">
            <a:extLst>
              <a:ext uri="{FF2B5EF4-FFF2-40B4-BE49-F238E27FC236}">
                <a16:creationId xmlns:a16="http://schemas.microsoft.com/office/drawing/2014/main" id="{CD6E1840-4265-CB49-D3F0-2F12A32DDBF3}"/>
              </a:ext>
            </a:extLst>
          </p:cNvPr>
          <p:cNvSpPr>
            <a:spLocks noGrp="1"/>
          </p:cNvSpPr>
          <p:nvPr>
            <p:ph type="sldNum" sz="quarter" idx="12"/>
          </p:nvPr>
        </p:nvSpPr>
        <p:spPr/>
        <p:txBody>
          <a:bodyPr/>
          <a:lstStyle/>
          <a:p>
            <a:fld id="{330EA680-D336-4FF7-8B7A-9848BB0A1C32}" type="slidenum">
              <a:rPr lang="en-US" smtClean="0"/>
              <a:t>40</a:t>
            </a:fld>
            <a:endParaRPr lang="en-US"/>
          </a:p>
        </p:txBody>
      </p:sp>
      <p:sp>
        <p:nvSpPr>
          <p:cNvPr id="4" name="Footer Placeholder 3">
            <a:extLst>
              <a:ext uri="{FF2B5EF4-FFF2-40B4-BE49-F238E27FC236}">
                <a16:creationId xmlns:a16="http://schemas.microsoft.com/office/drawing/2014/main" id="{B44C7B39-A63F-D035-9A0A-D786CB83AE5D}"/>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5177187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A679F-44D7-6C55-4EAC-4A6CECA19046}"/>
              </a:ext>
            </a:extLst>
          </p:cNvPr>
          <p:cNvSpPr>
            <a:spLocks noGrp="1"/>
          </p:cNvSpPr>
          <p:nvPr>
            <p:ph type="title"/>
          </p:nvPr>
        </p:nvSpPr>
        <p:spPr/>
        <p:txBody>
          <a:bodyPr/>
          <a:lstStyle/>
          <a:p>
            <a:r>
              <a:rPr lang="en-US">
                <a:cs typeface="Calibri Light"/>
              </a:rPr>
              <a:t>New Work – "Pay*" - </a:t>
            </a:r>
            <a:r>
              <a:rPr lang="en-US" sz="2000">
                <a:cs typeface="Calibri Light"/>
              </a:rPr>
              <a:t>(*we need a different word than pay!)</a:t>
            </a:r>
            <a:endParaRPr lang="en-US" sz="2000"/>
          </a:p>
        </p:txBody>
      </p:sp>
      <p:sp>
        <p:nvSpPr>
          <p:cNvPr id="3" name="Content Placeholder 2">
            <a:extLst>
              <a:ext uri="{FF2B5EF4-FFF2-40B4-BE49-F238E27FC236}">
                <a16:creationId xmlns:a16="http://schemas.microsoft.com/office/drawing/2014/main" id="{2E6A5B9C-8714-7D1B-798C-B25477747AB1}"/>
              </a:ext>
            </a:extLst>
          </p:cNvPr>
          <p:cNvSpPr>
            <a:spLocks noGrp="1"/>
          </p:cNvSpPr>
          <p:nvPr>
            <p:ph idx="1"/>
          </p:nvPr>
        </p:nvSpPr>
        <p:spPr/>
        <p:txBody>
          <a:bodyPr vert="horz" lIns="91440" tIns="45720" rIns="91440" bIns="45720" rtlCol="0" anchor="t">
            <a:normAutofit fontScale="55000" lnSpcReduction="20000"/>
          </a:bodyPr>
          <a:lstStyle/>
          <a:p>
            <a:r>
              <a:rPr lang="en-US">
                <a:cs typeface="Calibri"/>
              </a:rPr>
              <a:t>Some for me, some for my community </a:t>
            </a:r>
          </a:p>
          <a:p>
            <a:pPr lvl="1"/>
            <a:r>
              <a:rPr lang="en-US">
                <a:cs typeface="Calibri"/>
              </a:rPr>
              <a:t>Like tax, except it's mine to spend / guide </a:t>
            </a:r>
            <a:endParaRPr lang="en-US">
              <a:ea typeface="Calibri"/>
              <a:cs typeface="Calibri"/>
            </a:endParaRPr>
          </a:p>
          <a:p>
            <a:r>
              <a:rPr lang="en-US">
                <a:cs typeface="Calibri"/>
              </a:rPr>
              <a:t>Some for now, some for later</a:t>
            </a:r>
          </a:p>
          <a:p>
            <a:pPr lvl="1"/>
            <a:r>
              <a:rPr lang="en-US">
                <a:cs typeface="Calibri"/>
              </a:rPr>
              <a:t>"Expiring Money" .. those two words alone elicit .. change. The "Money for now" needs to be spent or .. "lost"? </a:t>
            </a:r>
          </a:p>
          <a:p>
            <a:pPr lvl="1"/>
            <a:r>
              <a:rPr lang="en-US">
                <a:cs typeface="Calibri"/>
              </a:rPr>
              <a:t>Money for later – we enter into shared CDs: 1, 2, 3 &amp; 5, 10, 20 year CDs</a:t>
            </a:r>
            <a:endParaRPr lang="en-US">
              <a:ea typeface="Calibri"/>
              <a:cs typeface="Calibri"/>
            </a:endParaRPr>
          </a:p>
          <a:p>
            <a:pPr lvl="1"/>
            <a:r>
              <a:rPr lang="en-US">
                <a:ea typeface="Calibri"/>
                <a:cs typeface="Calibri"/>
              </a:rPr>
              <a:t>The more we all collectively have in these CDs – the more stable the economy becomes.. To hell w the phase "Market Jitters"!</a:t>
            </a:r>
            <a:endParaRPr lang="en-US">
              <a:cs typeface="Calibri"/>
            </a:endParaRPr>
          </a:p>
          <a:p>
            <a:r>
              <a:rPr lang="en-US">
                <a:cs typeface="Calibri"/>
              </a:rPr>
              <a:t>Again - I have zero control over US | other currency... but if Delta can have SkyMiles, can't we have Terran-Astral Credits??</a:t>
            </a:r>
          </a:p>
          <a:p>
            <a:r>
              <a:rPr lang="en-US">
                <a:cs typeface="Calibri"/>
              </a:rPr>
              <a:t>Render Unto Ceasar! This will (hopefully?) be the biggest revenue generator.. Pay homage &amp; hopefully they will recognize that. If not; we find different | more hospitable shores. Don't create anything so "fixed in place" that most of the assets can't be moved from place to place, if ever needed </a:t>
            </a:r>
          </a:p>
          <a:p>
            <a:endParaRPr lang="en-US">
              <a:ea typeface="Calibri" panose="020F0502020204030204"/>
              <a:cs typeface="Calibri"/>
            </a:endParaRPr>
          </a:p>
          <a:p>
            <a:r>
              <a:rPr lang="en-US">
                <a:ea typeface="Calibri" panose="020F0502020204030204"/>
                <a:cs typeface="Calibri"/>
              </a:rPr>
              <a:t>Many will simply refuse to adopt this approach, I know. Those folks will be in the Parks (as opposed to Oases &amp; Eden). I am mostly wishing to connect with people seeking to embrace change. Also; they realize that change isn't something we "do to others", just ourselves. Expecting Bezons &amp; Musk to socialize billions, while refusing to socialize your own hundreds is perhaps not the mindset I seek :) </a:t>
            </a:r>
          </a:p>
          <a:p>
            <a:r>
              <a:rPr lang="en-US">
                <a:ea typeface="Calibri" panose="020F0502020204030204"/>
                <a:cs typeface="Calibri"/>
              </a:rPr>
              <a:t>Again – just like K.J. Un &lt;-&gt; the neighborhood Gun Nut.. the folks who will never see any form of community are mini versions of the billionaire class .. &amp; vice versa </a:t>
            </a:r>
          </a:p>
          <a:p>
            <a:endParaRPr lang="en-US">
              <a:ea typeface="Calibri" panose="020F0502020204030204"/>
              <a:cs typeface="Calibri"/>
            </a:endParaRPr>
          </a:p>
        </p:txBody>
      </p:sp>
      <p:sp>
        <p:nvSpPr>
          <p:cNvPr id="5" name="Slide Number Placeholder 4">
            <a:extLst>
              <a:ext uri="{FF2B5EF4-FFF2-40B4-BE49-F238E27FC236}">
                <a16:creationId xmlns:a16="http://schemas.microsoft.com/office/drawing/2014/main" id="{746B0CE7-8E7E-E08A-DB60-BAE2F7655B29}"/>
              </a:ext>
            </a:extLst>
          </p:cNvPr>
          <p:cNvSpPr>
            <a:spLocks noGrp="1"/>
          </p:cNvSpPr>
          <p:nvPr>
            <p:ph type="sldNum" sz="quarter" idx="12"/>
          </p:nvPr>
        </p:nvSpPr>
        <p:spPr/>
        <p:txBody>
          <a:bodyPr/>
          <a:lstStyle/>
          <a:p>
            <a:fld id="{330EA680-D336-4FF7-8B7A-9848BB0A1C32}" type="slidenum">
              <a:rPr lang="en-US" smtClean="0"/>
              <a:t>41</a:t>
            </a:fld>
            <a:endParaRPr lang="en-US"/>
          </a:p>
        </p:txBody>
      </p:sp>
      <p:sp>
        <p:nvSpPr>
          <p:cNvPr id="4" name="Footer Placeholder 3">
            <a:extLst>
              <a:ext uri="{FF2B5EF4-FFF2-40B4-BE49-F238E27FC236}">
                <a16:creationId xmlns:a16="http://schemas.microsoft.com/office/drawing/2014/main" id="{FD52C712-38D1-27D3-DEFF-0DDF9848B94E}"/>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6823944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F1ACE-E1A5-AC6B-5431-FD0893238A06}"/>
              </a:ext>
            </a:extLst>
          </p:cNvPr>
          <p:cNvSpPr>
            <a:spLocks noGrp="1"/>
          </p:cNvSpPr>
          <p:nvPr>
            <p:ph type="title"/>
          </p:nvPr>
        </p:nvSpPr>
        <p:spPr/>
        <p:txBody>
          <a:bodyPr/>
          <a:lstStyle/>
          <a:p>
            <a:r>
              <a:rPr lang="en-US">
                <a:cs typeface="Calibri Light"/>
              </a:rPr>
              <a:t>Terran-Astral Credits</a:t>
            </a:r>
            <a:endParaRPr lang="en-US"/>
          </a:p>
        </p:txBody>
      </p:sp>
      <p:sp>
        <p:nvSpPr>
          <p:cNvPr id="3" name="Content Placeholder 2">
            <a:extLst>
              <a:ext uri="{FF2B5EF4-FFF2-40B4-BE49-F238E27FC236}">
                <a16:creationId xmlns:a16="http://schemas.microsoft.com/office/drawing/2014/main" id="{8505100E-6EFE-B8B7-5E92-053F23902331}"/>
              </a:ext>
            </a:extLst>
          </p:cNvPr>
          <p:cNvSpPr>
            <a:spLocks noGrp="1"/>
          </p:cNvSpPr>
          <p:nvPr>
            <p:ph idx="1"/>
          </p:nvPr>
        </p:nvSpPr>
        <p:spPr/>
        <p:txBody>
          <a:bodyPr vert="horz" lIns="91440" tIns="45720" rIns="91440" bIns="45720" rtlCol="0" anchor="t">
            <a:normAutofit/>
          </a:bodyPr>
          <a:lstStyle/>
          <a:p>
            <a:r>
              <a:rPr lang="en-US" dirty="0">
                <a:cs typeface="Calibri"/>
              </a:rPr>
              <a:t>I can't change, control, set policy on any of the existing "Terran Currencies"</a:t>
            </a:r>
            <a:endParaRPr lang="en-US" dirty="0"/>
          </a:p>
          <a:p>
            <a:r>
              <a:rPr lang="en-US" dirty="0">
                <a:cs typeface="Calibri"/>
              </a:rPr>
              <a:t>We will create a system that appreciates ALL people equally</a:t>
            </a:r>
            <a:endParaRPr lang="en-US" dirty="0">
              <a:ea typeface="Calibri"/>
              <a:cs typeface="Calibri"/>
            </a:endParaRPr>
          </a:p>
          <a:p>
            <a:r>
              <a:rPr lang="en-US" dirty="0">
                <a:cs typeface="Calibri"/>
              </a:rPr>
              <a:t>We can (I think?) create a Delta Sky Miles type program that quickly makes those currencies less restrictive.. "Buying" will be much less of a thing. "Earning" will be much, much more so. </a:t>
            </a:r>
            <a:endParaRPr lang="en-US" dirty="0">
              <a:ea typeface="Calibri"/>
              <a:cs typeface="Calibri"/>
            </a:endParaRPr>
          </a:p>
          <a:p>
            <a:r>
              <a:rPr lang="en-US" dirty="0">
                <a:cs typeface="Calibri"/>
              </a:rPr>
              <a:t>T.A. Governance Council can set values per Hood, Town, City, Global</a:t>
            </a:r>
            <a:endParaRPr lang="en-US" dirty="0">
              <a:ea typeface="Calibri"/>
              <a:cs typeface="Calibri"/>
            </a:endParaRPr>
          </a:p>
          <a:p>
            <a:endParaRPr lang="en-US">
              <a:cs typeface="Calibri"/>
            </a:endParaRPr>
          </a:p>
        </p:txBody>
      </p:sp>
      <p:sp>
        <p:nvSpPr>
          <p:cNvPr id="5" name="Slide Number Placeholder 4">
            <a:extLst>
              <a:ext uri="{FF2B5EF4-FFF2-40B4-BE49-F238E27FC236}">
                <a16:creationId xmlns:a16="http://schemas.microsoft.com/office/drawing/2014/main" id="{E9FB6730-5AA1-0D28-1865-4685F947CC90}"/>
              </a:ext>
            </a:extLst>
          </p:cNvPr>
          <p:cNvSpPr>
            <a:spLocks noGrp="1"/>
          </p:cNvSpPr>
          <p:nvPr>
            <p:ph type="sldNum" sz="quarter" idx="12"/>
          </p:nvPr>
        </p:nvSpPr>
        <p:spPr/>
        <p:txBody>
          <a:bodyPr/>
          <a:lstStyle/>
          <a:p>
            <a:fld id="{330EA680-D336-4FF7-8B7A-9848BB0A1C32}" type="slidenum">
              <a:rPr lang="en-US" smtClean="0"/>
              <a:t>42</a:t>
            </a:fld>
            <a:endParaRPr lang="en-US"/>
          </a:p>
        </p:txBody>
      </p:sp>
      <p:sp>
        <p:nvSpPr>
          <p:cNvPr id="4" name="Footer Placeholder 3">
            <a:extLst>
              <a:ext uri="{FF2B5EF4-FFF2-40B4-BE49-F238E27FC236}">
                <a16:creationId xmlns:a16="http://schemas.microsoft.com/office/drawing/2014/main" id="{51AC9231-AC42-CEDE-EA7A-AEAEB3F9A191}"/>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990784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99800-686D-7B67-2DFF-8048E8C21283}"/>
              </a:ext>
            </a:extLst>
          </p:cNvPr>
          <p:cNvSpPr>
            <a:spLocks noGrp="1"/>
          </p:cNvSpPr>
          <p:nvPr>
            <p:ph type="title"/>
          </p:nvPr>
        </p:nvSpPr>
        <p:spPr/>
        <p:txBody>
          <a:bodyPr/>
          <a:lstStyle/>
          <a:p>
            <a:r>
              <a:rPr lang="en-US">
                <a:cs typeface="Calibri Light"/>
              </a:rPr>
              <a:t>Partnerships </a:t>
            </a:r>
            <a:endParaRPr lang="en-US"/>
          </a:p>
        </p:txBody>
      </p:sp>
      <p:sp>
        <p:nvSpPr>
          <p:cNvPr id="3" name="Content Placeholder 2">
            <a:extLst>
              <a:ext uri="{FF2B5EF4-FFF2-40B4-BE49-F238E27FC236}">
                <a16:creationId xmlns:a16="http://schemas.microsoft.com/office/drawing/2014/main" id="{E35BB5F5-DEF6-901B-798D-F75EF1BEE6C3}"/>
              </a:ext>
            </a:extLst>
          </p:cNvPr>
          <p:cNvSpPr>
            <a:spLocks noGrp="1"/>
          </p:cNvSpPr>
          <p:nvPr>
            <p:ph idx="1"/>
          </p:nvPr>
        </p:nvSpPr>
        <p:spPr/>
        <p:txBody>
          <a:bodyPr vert="horz" lIns="91440" tIns="45720" rIns="91440" bIns="45720" rtlCol="0" anchor="t">
            <a:normAutofit fontScale="77500" lnSpcReduction="20000"/>
          </a:bodyPr>
          <a:lstStyle/>
          <a:p>
            <a:r>
              <a:rPr lang="en-US" dirty="0">
                <a:cs typeface="Calibri"/>
              </a:rPr>
              <a:t>I'd love to partner with companies that </a:t>
            </a:r>
            <a:r>
              <a:rPr lang="en-US" i="1" dirty="0">
                <a:cs typeface="Calibri"/>
              </a:rPr>
              <a:t>need</a:t>
            </a:r>
            <a:r>
              <a:rPr lang="en-US" dirty="0">
                <a:cs typeface="Calibri"/>
              </a:rPr>
              <a:t> office space / work arrangements</a:t>
            </a:r>
          </a:p>
          <a:p>
            <a:pPr lvl="1"/>
            <a:r>
              <a:rPr lang="en-US" dirty="0">
                <a:cs typeface="Calibri"/>
              </a:rPr>
              <a:t>(I'd love to partner with companies that </a:t>
            </a:r>
            <a:r>
              <a:rPr lang="en-US" i="1" dirty="0">
                <a:cs typeface="Calibri"/>
              </a:rPr>
              <a:t>provide</a:t>
            </a:r>
            <a:r>
              <a:rPr lang="en-US" dirty="0">
                <a:cs typeface="Calibri"/>
              </a:rPr>
              <a:t> office space - I am not here to knock over apple carts!) </a:t>
            </a:r>
            <a:endParaRPr lang="en-US" dirty="0">
              <a:ea typeface="Calibri"/>
              <a:cs typeface="Calibri"/>
            </a:endParaRPr>
          </a:p>
          <a:p>
            <a:r>
              <a:rPr lang="en-US" dirty="0">
                <a:cs typeface="Calibri"/>
              </a:rPr>
              <a:t>I'd love to partner with car companies – but also (and I insist) I want these things to be available for everyone. Like Henry Ford "</a:t>
            </a:r>
            <a:r>
              <a:rPr lang="en-US" dirty="0">
                <a:cs typeface="Calibri"/>
                <a:hlinkClick r:id="rId2"/>
              </a:rPr>
              <a:t>car for the common man</a:t>
            </a:r>
            <a:r>
              <a:rPr lang="en-US" dirty="0">
                <a:cs typeface="Calibri"/>
              </a:rPr>
              <a:t>" which was honorable, but I at least have to </a:t>
            </a:r>
            <a:r>
              <a:rPr lang="en-US" i="1" dirty="0">
                <a:cs typeface="Calibri"/>
              </a:rPr>
              <a:t>wonder</a:t>
            </a:r>
            <a:r>
              <a:rPr lang="en-US" dirty="0">
                <a:cs typeface="Calibri"/>
              </a:rPr>
              <a:t> if we can improve on that?? (HA-HA – Get back in your lane, I know) </a:t>
            </a:r>
            <a:endParaRPr lang="en-US" dirty="0">
              <a:ea typeface="Calibri"/>
              <a:cs typeface="Calibri"/>
            </a:endParaRPr>
          </a:p>
          <a:p>
            <a:r>
              <a:rPr lang="en-US" dirty="0">
                <a:cs typeface="Calibri"/>
              </a:rPr>
              <a:t>Partner w cruise ships .. how can they compete? Our boats can go everywhere they can - plus a billion more places.. Let's partner</a:t>
            </a:r>
            <a:endParaRPr lang="en-US" dirty="0">
              <a:ea typeface="Calibri"/>
              <a:cs typeface="Calibri"/>
            </a:endParaRPr>
          </a:p>
          <a:p>
            <a:r>
              <a:rPr lang="en-US" dirty="0">
                <a:cs typeface="Calibri"/>
              </a:rPr>
              <a:t>Also hotels .. we can offer a week of falling asleep &amp; waking up someplace new each time. 14 destinations, all in YOUR bed. Who competes with that?? Let's partner </a:t>
            </a:r>
            <a:endParaRPr lang="en-US" dirty="0">
              <a:ea typeface="Calibri"/>
              <a:cs typeface="Calibri"/>
            </a:endParaRPr>
          </a:p>
          <a:p>
            <a:r>
              <a:rPr lang="en-US" dirty="0">
                <a:cs typeface="Calibri"/>
              </a:rPr>
              <a:t>Same for restaurants - I want a majority % to be available for mom &amp; pop | the public .. But I definitely want to partner with local businesses to be able to be inside, as well. Not sure about permanent installations (?) I prefer the idea of a new experience each time TBH </a:t>
            </a:r>
            <a:endParaRPr lang="en-US" strike="sngStrike">
              <a:solidFill>
                <a:srgbClr val="FF0000"/>
              </a:solidFill>
              <a:ea typeface="Calibri"/>
              <a:cs typeface="Calibri"/>
            </a:endParaRPr>
          </a:p>
        </p:txBody>
      </p:sp>
      <p:sp>
        <p:nvSpPr>
          <p:cNvPr id="5" name="Slide Number Placeholder 4">
            <a:extLst>
              <a:ext uri="{FF2B5EF4-FFF2-40B4-BE49-F238E27FC236}">
                <a16:creationId xmlns:a16="http://schemas.microsoft.com/office/drawing/2014/main" id="{674AB862-B8A1-AFB5-6D3D-74A23FEBA639}"/>
              </a:ext>
            </a:extLst>
          </p:cNvPr>
          <p:cNvSpPr>
            <a:spLocks noGrp="1"/>
          </p:cNvSpPr>
          <p:nvPr>
            <p:ph type="sldNum" sz="quarter" idx="12"/>
          </p:nvPr>
        </p:nvSpPr>
        <p:spPr/>
        <p:txBody>
          <a:bodyPr/>
          <a:lstStyle/>
          <a:p>
            <a:fld id="{330EA680-D336-4FF7-8B7A-9848BB0A1C32}" type="slidenum">
              <a:rPr lang="en-US" smtClean="0"/>
              <a:t>43</a:t>
            </a:fld>
            <a:endParaRPr lang="en-US"/>
          </a:p>
        </p:txBody>
      </p:sp>
      <p:sp>
        <p:nvSpPr>
          <p:cNvPr id="4" name="Footer Placeholder 3">
            <a:extLst>
              <a:ext uri="{FF2B5EF4-FFF2-40B4-BE49-F238E27FC236}">
                <a16:creationId xmlns:a16="http://schemas.microsoft.com/office/drawing/2014/main" id="{573028F8-4E03-7FF3-0E01-AA8E66CA7108}"/>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1750486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4082E-3615-003E-03EB-FE8CF36DFEDE}"/>
              </a:ext>
            </a:extLst>
          </p:cNvPr>
          <p:cNvSpPr>
            <a:spLocks noGrp="1"/>
          </p:cNvSpPr>
          <p:nvPr>
            <p:ph type="title"/>
          </p:nvPr>
        </p:nvSpPr>
        <p:spPr/>
        <p:txBody>
          <a:bodyPr/>
          <a:lstStyle/>
          <a:p>
            <a:r>
              <a:rPr lang="en-US">
                <a:cs typeface="Calibri Light"/>
              </a:rPr>
              <a:t>Not For Profit – in Perpetuity</a:t>
            </a:r>
            <a:endParaRPr lang="en-US"/>
          </a:p>
        </p:txBody>
      </p:sp>
      <p:sp>
        <p:nvSpPr>
          <p:cNvPr id="3" name="Content Placeholder 2">
            <a:extLst>
              <a:ext uri="{FF2B5EF4-FFF2-40B4-BE49-F238E27FC236}">
                <a16:creationId xmlns:a16="http://schemas.microsoft.com/office/drawing/2014/main" id="{2CC19F36-1038-F57E-91F2-B8DE49592B97}"/>
              </a:ext>
            </a:extLst>
          </p:cNvPr>
          <p:cNvSpPr>
            <a:spLocks noGrp="1"/>
          </p:cNvSpPr>
          <p:nvPr>
            <p:ph idx="1"/>
          </p:nvPr>
        </p:nvSpPr>
        <p:spPr/>
        <p:txBody>
          <a:bodyPr vert="horz" lIns="91440" tIns="45720" rIns="91440" bIns="45720" rtlCol="0" anchor="t">
            <a:normAutofit fontScale="85000" lnSpcReduction="20000"/>
          </a:bodyPr>
          <a:lstStyle/>
          <a:p>
            <a:r>
              <a:rPr lang="en-US" dirty="0">
                <a:cs typeface="Calibri"/>
              </a:rPr>
              <a:t>I don't want the Parks to become corporate, ever.. But also they shouldn't be models of our National Parks. </a:t>
            </a:r>
          </a:p>
          <a:p>
            <a:r>
              <a:rPr lang="en-US" dirty="0">
                <a:cs typeface="Calibri"/>
              </a:rPr>
              <a:t>I want them to serve as a means for their local communities to raise local funds, hold local fun events, and most importantly fund the next "Global Initiative" -- whatever those may be. We don't know – but all the people who use or work for the parks will decide what's next </a:t>
            </a:r>
            <a:endParaRPr lang="en-US" dirty="0">
              <a:ea typeface="Calibri"/>
              <a:cs typeface="Calibri"/>
            </a:endParaRPr>
          </a:p>
          <a:p>
            <a:endParaRPr lang="en-US" dirty="0">
              <a:solidFill>
                <a:srgbClr val="000000"/>
              </a:solidFill>
              <a:cs typeface="Calibri"/>
            </a:endParaRPr>
          </a:p>
          <a:p>
            <a:r>
              <a:rPr lang="en-US" strike="sngStrike" dirty="0">
                <a:solidFill>
                  <a:srgbClr val="FF0000"/>
                </a:solidFill>
                <a:cs typeface="Calibri"/>
              </a:rPr>
              <a:t>The dream of a Space Elevator could become a reality.. Then what? After that;</a:t>
            </a:r>
            <a:endParaRPr lang="en-US" strike="sngStrike">
              <a:solidFill>
                <a:srgbClr val="FF0000"/>
              </a:solidFill>
              <a:ea typeface="Calibri"/>
              <a:cs typeface="Calibri"/>
            </a:endParaRPr>
          </a:p>
          <a:p>
            <a:pPr lvl="1"/>
            <a:r>
              <a:rPr lang="en-US" strike="sngStrike" dirty="0">
                <a:solidFill>
                  <a:srgbClr val="FF0000"/>
                </a:solidFill>
                <a:cs typeface="Calibri"/>
              </a:rPr>
              <a:t>Massive floating boats on the surface of Venus, Jupiter, Saturn.. </a:t>
            </a:r>
            <a:endParaRPr lang="en-US" strike="sngStrike">
              <a:solidFill>
                <a:srgbClr val="FF0000"/>
              </a:solidFill>
              <a:ea typeface="Calibri"/>
              <a:cs typeface="Calibri"/>
            </a:endParaRPr>
          </a:p>
          <a:p>
            <a:pPr lvl="1"/>
            <a:r>
              <a:rPr lang="en-US" strike="sngStrike" dirty="0">
                <a:solidFill>
                  <a:srgbClr val="FF0000"/>
                </a:solidFill>
                <a:cs typeface="Calibri"/>
              </a:rPr>
              <a:t>Mining colonies – all over </a:t>
            </a:r>
            <a:endParaRPr lang="en-US" strike="sngStrike">
              <a:solidFill>
                <a:srgbClr val="FF0000"/>
              </a:solidFill>
              <a:ea typeface="Calibri"/>
              <a:cs typeface="Calibri"/>
            </a:endParaRPr>
          </a:p>
          <a:p>
            <a:pPr lvl="2"/>
            <a:r>
              <a:rPr lang="en-US" strike="sngStrike" dirty="0">
                <a:solidFill>
                  <a:srgbClr val="FF0000"/>
                </a:solidFill>
                <a:cs typeface="Calibri"/>
              </a:rPr>
              <a:t>Who knows? But NONE of those things seem like they should be owned by "The Few" .. ever again. </a:t>
            </a:r>
            <a:endParaRPr lang="en-US" strike="sngStrike">
              <a:solidFill>
                <a:srgbClr val="FF0000"/>
              </a:solidFill>
              <a:ea typeface="Calibri"/>
              <a:cs typeface="Calibri"/>
            </a:endParaRPr>
          </a:p>
          <a:p>
            <a:r>
              <a:rPr lang="en-US" strike="sngStrike" dirty="0">
                <a:solidFill>
                  <a:srgbClr val="FF0000"/>
                </a:solidFill>
                <a:cs typeface="Calibri"/>
              </a:rPr>
              <a:t>The Parks should serve as a means for literally anyone to make a quick buck, or make a living, or make a name for themselves... but never to "Take Over", LOL .. we have a history of that already, thanks... </a:t>
            </a:r>
            <a:endParaRPr lang="en-US" strike="sngStrike">
              <a:solidFill>
                <a:srgbClr val="FF0000"/>
              </a:solidFill>
              <a:ea typeface="Calibri"/>
              <a:cs typeface="Calibri"/>
            </a:endParaRPr>
          </a:p>
        </p:txBody>
      </p:sp>
      <p:sp>
        <p:nvSpPr>
          <p:cNvPr id="5" name="Slide Number Placeholder 4">
            <a:extLst>
              <a:ext uri="{FF2B5EF4-FFF2-40B4-BE49-F238E27FC236}">
                <a16:creationId xmlns:a16="http://schemas.microsoft.com/office/drawing/2014/main" id="{48239BBE-EDC1-8C14-C77F-2B8D5349CE23}"/>
              </a:ext>
            </a:extLst>
          </p:cNvPr>
          <p:cNvSpPr>
            <a:spLocks noGrp="1"/>
          </p:cNvSpPr>
          <p:nvPr>
            <p:ph type="sldNum" sz="quarter" idx="12"/>
          </p:nvPr>
        </p:nvSpPr>
        <p:spPr/>
        <p:txBody>
          <a:bodyPr/>
          <a:lstStyle/>
          <a:p>
            <a:fld id="{330EA680-D336-4FF7-8B7A-9848BB0A1C32}" type="slidenum">
              <a:rPr lang="en-US" smtClean="0"/>
              <a:t>44</a:t>
            </a:fld>
            <a:endParaRPr lang="en-US"/>
          </a:p>
        </p:txBody>
      </p:sp>
      <p:sp>
        <p:nvSpPr>
          <p:cNvPr id="4" name="Footer Placeholder 3">
            <a:extLst>
              <a:ext uri="{FF2B5EF4-FFF2-40B4-BE49-F238E27FC236}">
                <a16:creationId xmlns:a16="http://schemas.microsoft.com/office/drawing/2014/main" id="{F643C572-3DAA-5637-3137-D7FC53A9B49E}"/>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7469359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E47B-64BD-A963-0E90-03A9E467E90E}"/>
              </a:ext>
            </a:extLst>
          </p:cNvPr>
          <p:cNvSpPr>
            <a:spLocks noGrp="1"/>
          </p:cNvSpPr>
          <p:nvPr>
            <p:ph type="title"/>
          </p:nvPr>
        </p:nvSpPr>
        <p:spPr/>
        <p:txBody>
          <a:bodyPr/>
          <a:lstStyle/>
          <a:p>
            <a:r>
              <a:rPr lang="en-US" sz="4000">
                <a:cs typeface="Calibri Light"/>
              </a:rPr>
              <a:t>Bill of Responsibilities – "Astral '</a:t>
            </a:r>
            <a:r>
              <a:rPr lang="en-US" sz="4000" i="1">
                <a:cs typeface="Calibri Light"/>
              </a:rPr>
              <a:t>Constitution*</a:t>
            </a:r>
            <a:r>
              <a:rPr lang="en-US" sz="4000">
                <a:cs typeface="Calibri Light"/>
              </a:rPr>
              <a:t>'"</a:t>
            </a:r>
            <a:br>
              <a:rPr lang="en-US" sz="4000">
                <a:cs typeface="Calibri Light"/>
              </a:rPr>
            </a:br>
            <a:r>
              <a:rPr lang="en-US" sz="2000">
                <a:cs typeface="Calibri Light"/>
              </a:rPr>
              <a:t>*Again – need a better / different word </a:t>
            </a:r>
          </a:p>
        </p:txBody>
      </p:sp>
      <p:sp>
        <p:nvSpPr>
          <p:cNvPr id="3" name="Content Placeholder 2">
            <a:extLst>
              <a:ext uri="{FF2B5EF4-FFF2-40B4-BE49-F238E27FC236}">
                <a16:creationId xmlns:a16="http://schemas.microsoft.com/office/drawing/2014/main" id="{E9946A79-B7B2-74E9-63F9-ED6A04F68C26}"/>
              </a:ext>
            </a:extLst>
          </p:cNvPr>
          <p:cNvSpPr>
            <a:spLocks noGrp="1"/>
          </p:cNvSpPr>
          <p:nvPr>
            <p:ph idx="1"/>
          </p:nvPr>
        </p:nvSpPr>
        <p:spPr/>
        <p:txBody>
          <a:bodyPr vert="horz" lIns="91440" tIns="45720" rIns="91440" bIns="45720" rtlCol="0" anchor="t">
            <a:normAutofit fontScale="62500" lnSpcReduction="20000"/>
          </a:bodyPr>
          <a:lstStyle/>
          <a:p>
            <a:r>
              <a:rPr lang="en-US" dirty="0">
                <a:cs typeface="Calibri"/>
              </a:rPr>
              <a:t>With Rights – I feel – come responsibilities </a:t>
            </a:r>
          </a:p>
          <a:p>
            <a:r>
              <a:rPr lang="en-US" strike="sngStrike" dirty="0">
                <a:solidFill>
                  <a:srgbClr val="FF0000"/>
                </a:solidFill>
                <a:cs typeface="Calibri"/>
              </a:rPr>
              <a:t>Many people use phrase "rights" as both sword &amp; shield</a:t>
            </a:r>
            <a:endParaRPr lang="en-US" strike="sngStrike">
              <a:solidFill>
                <a:srgbClr val="FF0000"/>
              </a:solidFill>
              <a:ea typeface="Calibri"/>
              <a:cs typeface="Calibri"/>
            </a:endParaRPr>
          </a:p>
          <a:p>
            <a:pPr lvl="1"/>
            <a:r>
              <a:rPr lang="en-US" strike="sngStrike" dirty="0">
                <a:solidFill>
                  <a:srgbClr val="FF0000"/>
                </a:solidFill>
                <a:cs typeface="Calibri"/>
              </a:rPr>
              <a:t>there is nothing whatsoever anyone can do to induce a mind-change</a:t>
            </a:r>
            <a:endParaRPr lang="en-US" strike="sngStrike">
              <a:solidFill>
                <a:srgbClr val="FF0000"/>
              </a:solidFill>
              <a:ea typeface="Calibri"/>
              <a:cs typeface="Calibri"/>
            </a:endParaRPr>
          </a:p>
          <a:p>
            <a:r>
              <a:rPr lang="en-US" dirty="0">
                <a:cs typeface="Calibri"/>
              </a:rPr>
              <a:t>But; that's not the path to my inner group. Again – it's easy for Americans to scream their indignation. How dare me?? But I honestly want to approach all of this from the point of view of "we are on airships that never land, instead they circumnavigate the entire planet, over every country, and we don't want to get shot down" , so.. This dialog seems worth being where we "start from" not where we "get to"</a:t>
            </a:r>
            <a:endParaRPr lang="en-US" dirty="0">
              <a:ea typeface="Calibri" panose="020F0502020204030204"/>
              <a:cs typeface="Calibri"/>
            </a:endParaRPr>
          </a:p>
          <a:p>
            <a:r>
              <a:rPr lang="en-US" dirty="0">
                <a:cs typeface="Calibri"/>
              </a:rPr>
              <a:t>With rights -- especially when those rights are being exercised by people in positions of power &amp; influence, or involve personal safety and the power to kill -- come great responsibility. That should be self-evident. </a:t>
            </a:r>
            <a:endParaRPr lang="en-US" dirty="0">
              <a:ea typeface="Calibri"/>
              <a:cs typeface="Calibri"/>
            </a:endParaRPr>
          </a:p>
          <a:p>
            <a:pPr lvl="1"/>
            <a:r>
              <a:rPr lang="en-US" dirty="0">
                <a:cs typeface="Calibri"/>
              </a:rPr>
              <a:t>1st) Boy Who Cried Wolf -&gt; Put Up or Shut Up</a:t>
            </a:r>
            <a:endParaRPr lang="en-US" dirty="0">
              <a:ea typeface="Calibri"/>
              <a:cs typeface="Calibri"/>
            </a:endParaRPr>
          </a:p>
          <a:p>
            <a:pPr lvl="1"/>
            <a:r>
              <a:rPr lang="en-US" dirty="0">
                <a:cs typeface="Calibri"/>
              </a:rPr>
              <a:t>2nd) Can't Get my Guns -&gt; mini versions of Kim Jong Un &amp; vice versa </a:t>
            </a:r>
            <a:r>
              <a:rPr lang="en-US" dirty="0">
                <a:solidFill>
                  <a:srgbClr val="FF0000"/>
                </a:solidFill>
                <a:cs typeface="Calibri"/>
              </a:rPr>
              <a:t>be clear about why examples explain responsibilities</a:t>
            </a:r>
            <a:endParaRPr lang="en-US" dirty="0">
              <a:solidFill>
                <a:srgbClr val="FF0000"/>
              </a:solidFill>
              <a:ea typeface="Calibri"/>
              <a:cs typeface="Calibri"/>
            </a:endParaRPr>
          </a:p>
          <a:p>
            <a:endParaRPr lang="en-US">
              <a:cs typeface="Calibri"/>
            </a:endParaRPr>
          </a:p>
          <a:p>
            <a:r>
              <a:rPr lang="en-US" dirty="0">
                <a:cs typeface="Calibri"/>
              </a:rPr>
              <a:t>* Flying Cars seems like a pretty awesome buy-back offer...</a:t>
            </a:r>
            <a:endParaRPr lang="en-US" dirty="0">
              <a:ea typeface="Calibri"/>
              <a:cs typeface="Calibri"/>
            </a:endParaRPr>
          </a:p>
          <a:p>
            <a:r>
              <a:rPr lang="en-US" dirty="0">
                <a:cs typeface="Calibri"/>
              </a:rPr>
              <a:t>I truly don't see how humanity moves forward without that simple thing that says; "you have responsibilities" </a:t>
            </a:r>
          </a:p>
          <a:p>
            <a:pPr lvl="1"/>
            <a:r>
              <a:rPr lang="en-US" sz="2900" dirty="0">
                <a:ea typeface="Calibri"/>
                <a:cs typeface="Calibri"/>
              </a:rPr>
              <a:t>File this under the "About Me"…? I am not just "starting a company"</a:t>
            </a:r>
            <a:endParaRPr lang="en-US" dirty="0">
              <a:ea typeface="Calibri"/>
              <a:cs typeface="Calibri"/>
            </a:endParaRPr>
          </a:p>
        </p:txBody>
      </p:sp>
      <p:sp>
        <p:nvSpPr>
          <p:cNvPr id="5" name="Slide Number Placeholder 4">
            <a:extLst>
              <a:ext uri="{FF2B5EF4-FFF2-40B4-BE49-F238E27FC236}">
                <a16:creationId xmlns:a16="http://schemas.microsoft.com/office/drawing/2014/main" id="{877462E9-222B-4554-389C-E901BA97723A}"/>
              </a:ext>
            </a:extLst>
          </p:cNvPr>
          <p:cNvSpPr>
            <a:spLocks noGrp="1"/>
          </p:cNvSpPr>
          <p:nvPr>
            <p:ph type="sldNum" sz="quarter" idx="12"/>
          </p:nvPr>
        </p:nvSpPr>
        <p:spPr/>
        <p:txBody>
          <a:bodyPr/>
          <a:lstStyle/>
          <a:p>
            <a:fld id="{330EA680-D336-4FF7-8B7A-9848BB0A1C32}" type="slidenum">
              <a:rPr lang="en-US" smtClean="0"/>
              <a:t>45</a:t>
            </a:fld>
            <a:endParaRPr lang="en-US"/>
          </a:p>
        </p:txBody>
      </p:sp>
      <p:sp>
        <p:nvSpPr>
          <p:cNvPr id="4" name="Footer Placeholder 3">
            <a:extLst>
              <a:ext uri="{FF2B5EF4-FFF2-40B4-BE49-F238E27FC236}">
                <a16:creationId xmlns:a16="http://schemas.microsoft.com/office/drawing/2014/main" id="{7FDC8676-366A-3463-A3E8-21816C1660DB}"/>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982399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71AE8-2FF9-CF54-57B4-391ABD6A0BD1}"/>
              </a:ext>
            </a:extLst>
          </p:cNvPr>
          <p:cNvSpPr>
            <a:spLocks noGrp="1"/>
          </p:cNvSpPr>
          <p:nvPr>
            <p:ph type="title"/>
          </p:nvPr>
        </p:nvSpPr>
        <p:spPr/>
        <p:txBody>
          <a:bodyPr/>
          <a:lstStyle/>
          <a:p>
            <a:r>
              <a:rPr lang="en-US">
                <a:cs typeface="Calibri Light"/>
              </a:rPr>
              <a:t>Billionaires &amp; The Powers That Be</a:t>
            </a:r>
            <a:endParaRPr lang="en-US"/>
          </a:p>
        </p:txBody>
      </p:sp>
      <p:sp>
        <p:nvSpPr>
          <p:cNvPr id="3" name="Content Placeholder 2">
            <a:extLst>
              <a:ext uri="{FF2B5EF4-FFF2-40B4-BE49-F238E27FC236}">
                <a16:creationId xmlns:a16="http://schemas.microsoft.com/office/drawing/2014/main" id="{FB490085-442A-F459-46C4-DE49E5A3B707}"/>
              </a:ext>
            </a:extLst>
          </p:cNvPr>
          <p:cNvSpPr>
            <a:spLocks noGrp="1"/>
          </p:cNvSpPr>
          <p:nvPr>
            <p:ph idx="1"/>
          </p:nvPr>
        </p:nvSpPr>
        <p:spPr/>
        <p:txBody>
          <a:bodyPr vert="horz" lIns="91440" tIns="45720" rIns="91440" bIns="45720" rtlCol="0" anchor="t">
            <a:normAutofit fontScale="92500" lnSpcReduction="20000"/>
          </a:bodyPr>
          <a:lstStyle/>
          <a:p>
            <a:r>
              <a:rPr lang="en-US" dirty="0">
                <a:cs typeface="Calibri"/>
              </a:rPr>
              <a:t>No part of this is intended as a "Soap Box" speech </a:t>
            </a:r>
          </a:p>
          <a:p>
            <a:pPr lvl="1"/>
            <a:r>
              <a:rPr lang="en-US" dirty="0">
                <a:cs typeface="Calibri"/>
              </a:rPr>
              <a:t>Fact is - "</a:t>
            </a:r>
            <a:r>
              <a:rPr lang="en-US" dirty="0">
                <a:cs typeface="Calibri"/>
                <a:hlinkClick r:id="rId2"/>
              </a:rPr>
              <a:t>I'm not a coward, I've just never been tested</a:t>
            </a:r>
            <a:r>
              <a:rPr lang="en-US" dirty="0">
                <a:cs typeface="Calibri"/>
              </a:rPr>
              <a:t>". </a:t>
            </a:r>
            <a:endParaRPr lang="en-US" dirty="0">
              <a:ea typeface="Calibri"/>
              <a:cs typeface="Calibri"/>
            </a:endParaRPr>
          </a:p>
          <a:p>
            <a:pPr lvl="1"/>
            <a:r>
              <a:rPr lang="en-US" dirty="0">
                <a:cs typeface="Calibri"/>
              </a:rPr>
              <a:t>None of us can say - without the benefit of having been in those positions – what we would do </a:t>
            </a:r>
            <a:endParaRPr lang="en-US" dirty="0">
              <a:ea typeface="Calibri"/>
              <a:cs typeface="Calibri"/>
            </a:endParaRPr>
          </a:p>
          <a:p>
            <a:r>
              <a:rPr lang="en-US" dirty="0">
                <a:cs typeface="Calibri"/>
              </a:rPr>
              <a:t>Billionaires all seem to want the same thing – the </a:t>
            </a:r>
            <a:r>
              <a:rPr lang="en-US" dirty="0">
                <a:cs typeface="Calibri"/>
                <a:hlinkClick r:id="rId3"/>
              </a:rPr>
              <a:t>yacht measuring contest</a:t>
            </a:r>
            <a:r>
              <a:rPr lang="en-US" dirty="0">
                <a:cs typeface="Calibri"/>
              </a:rPr>
              <a:t>.</a:t>
            </a:r>
            <a:endParaRPr lang="en-US" dirty="0">
              <a:ea typeface="Calibri"/>
              <a:cs typeface="Calibri"/>
            </a:endParaRPr>
          </a:p>
          <a:p>
            <a:r>
              <a:rPr lang="en-US" dirty="0">
                <a:cs typeface="Calibri"/>
              </a:rPr>
              <a:t>There's a lot of angst in the world. I know better than to even mention it.. But .. Sooner or later "</a:t>
            </a:r>
            <a:r>
              <a:rPr lang="en-US" dirty="0">
                <a:cs typeface="Calibri"/>
                <a:hlinkClick r:id="rId4"/>
              </a:rPr>
              <a:t>the poor rising up</a:t>
            </a:r>
            <a:r>
              <a:rPr lang="en-US">
                <a:cs typeface="Calibri"/>
              </a:rPr>
              <a:t>" seems inevitable, on this latest trend</a:t>
            </a:r>
            <a:endParaRPr lang="en-US">
              <a:ea typeface="Calibri"/>
              <a:cs typeface="Calibri"/>
            </a:endParaRPr>
          </a:p>
          <a:p>
            <a:r>
              <a:rPr lang="en-US" dirty="0">
                <a:cs typeface="Calibri"/>
              </a:rPr>
              <a:t>What you want – YES, You Want This - is a Terran Astral Yacht</a:t>
            </a:r>
            <a:endParaRPr lang="en-US" dirty="0">
              <a:ea typeface="Calibri"/>
              <a:cs typeface="Calibri"/>
            </a:endParaRPr>
          </a:p>
          <a:p>
            <a:r>
              <a:rPr lang="en-US" dirty="0">
                <a:cs typeface="Calibri"/>
              </a:rPr>
              <a:t>"Sponsor a Park".. we may (???) consider allowing a program where 1 park can partly be your profit, if you pay for 6-8 (?) others as fundraisers</a:t>
            </a:r>
            <a:endParaRPr lang="en-US" dirty="0">
              <a:ea typeface="Calibri"/>
              <a:cs typeface="Calibri"/>
            </a:endParaRPr>
          </a:p>
          <a:p>
            <a:r>
              <a:rPr lang="en-US" dirty="0">
                <a:cs typeface="Calibri"/>
              </a:rPr>
              <a:t>Bridging Gaps &amp; crafting a lasting peace between the classes :) </a:t>
            </a:r>
            <a:endParaRPr lang="en-US" dirty="0">
              <a:ea typeface="Calibri"/>
              <a:cs typeface="Calibri"/>
            </a:endParaRPr>
          </a:p>
        </p:txBody>
      </p:sp>
      <p:sp>
        <p:nvSpPr>
          <p:cNvPr id="5" name="Slide Number Placeholder 4">
            <a:extLst>
              <a:ext uri="{FF2B5EF4-FFF2-40B4-BE49-F238E27FC236}">
                <a16:creationId xmlns:a16="http://schemas.microsoft.com/office/drawing/2014/main" id="{D3937D4C-6234-94F6-1FC4-30811DB60F6C}"/>
              </a:ext>
            </a:extLst>
          </p:cNvPr>
          <p:cNvSpPr>
            <a:spLocks noGrp="1"/>
          </p:cNvSpPr>
          <p:nvPr>
            <p:ph type="sldNum" sz="quarter" idx="12"/>
          </p:nvPr>
        </p:nvSpPr>
        <p:spPr/>
        <p:txBody>
          <a:bodyPr/>
          <a:lstStyle/>
          <a:p>
            <a:fld id="{330EA680-D336-4FF7-8B7A-9848BB0A1C32}" type="slidenum">
              <a:rPr lang="en-US" smtClean="0"/>
              <a:t>46</a:t>
            </a:fld>
            <a:endParaRPr lang="en-US"/>
          </a:p>
        </p:txBody>
      </p:sp>
      <p:sp>
        <p:nvSpPr>
          <p:cNvPr id="4" name="Footer Placeholder 3">
            <a:extLst>
              <a:ext uri="{FF2B5EF4-FFF2-40B4-BE49-F238E27FC236}">
                <a16:creationId xmlns:a16="http://schemas.microsoft.com/office/drawing/2014/main" id="{5E885EE4-169F-9437-9D07-13A7F91BD3F2}"/>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7442515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FED01-8779-087B-5283-D07A32C50510}"/>
              </a:ext>
            </a:extLst>
          </p:cNvPr>
          <p:cNvSpPr>
            <a:spLocks noGrp="1"/>
          </p:cNvSpPr>
          <p:nvPr>
            <p:ph type="title"/>
          </p:nvPr>
        </p:nvSpPr>
        <p:spPr/>
        <p:txBody>
          <a:bodyPr/>
          <a:lstStyle/>
          <a:p>
            <a:r>
              <a:rPr lang="en-US">
                <a:cs typeface="Calibri Light"/>
              </a:rPr>
              <a:t>Concierge</a:t>
            </a:r>
            <a:endParaRPr lang="en-US"/>
          </a:p>
        </p:txBody>
      </p:sp>
      <p:sp>
        <p:nvSpPr>
          <p:cNvPr id="3" name="Content Placeholder 2">
            <a:extLst>
              <a:ext uri="{FF2B5EF4-FFF2-40B4-BE49-F238E27FC236}">
                <a16:creationId xmlns:a16="http://schemas.microsoft.com/office/drawing/2014/main" id="{214B1D8D-63BD-DD0B-C0F5-8839FC6374EC}"/>
              </a:ext>
            </a:extLst>
          </p:cNvPr>
          <p:cNvSpPr>
            <a:spLocks noGrp="1"/>
          </p:cNvSpPr>
          <p:nvPr>
            <p:ph idx="1"/>
          </p:nvPr>
        </p:nvSpPr>
        <p:spPr/>
        <p:txBody>
          <a:bodyPr vert="horz" lIns="91440" tIns="45720" rIns="91440" bIns="45720" rtlCol="0" anchor="t">
            <a:normAutofit fontScale="62500" lnSpcReduction="20000"/>
          </a:bodyPr>
          <a:lstStyle/>
          <a:p>
            <a:r>
              <a:rPr lang="en-US" dirty="0">
                <a:solidFill>
                  <a:srgbClr val="FF0000"/>
                </a:solidFill>
                <a:cs typeface="Calibri"/>
              </a:rPr>
              <a:t>We need 1 centralized repo from which each of these can be ran</a:t>
            </a:r>
            <a:endParaRPr lang="en-US" dirty="0"/>
          </a:p>
          <a:p>
            <a:r>
              <a:rPr lang="en-US" dirty="0">
                <a:cs typeface="Calibri"/>
              </a:rPr>
              <a:t>Picture walking into a posh 5-star .. the person at the front knows all about the place, but... this particular person.. Is uniquely </a:t>
            </a:r>
            <a:r>
              <a:rPr lang="en-US" i="1" dirty="0">
                <a:cs typeface="Calibri"/>
              </a:rPr>
              <a:t>Yours</a:t>
            </a:r>
            <a:r>
              <a:rPr lang="en-US" dirty="0">
                <a:cs typeface="Calibri"/>
              </a:rPr>
              <a:t> .. you have a concierge who deals with others exactly the same</a:t>
            </a:r>
            <a:endParaRPr lang="en-US" i="1" dirty="0">
              <a:ea typeface="Calibri"/>
              <a:cs typeface="Calibri"/>
            </a:endParaRPr>
          </a:p>
          <a:p>
            <a:r>
              <a:rPr lang="en-US" dirty="0">
                <a:cs typeface="Calibri"/>
              </a:rPr>
              <a:t>That concierge app will be duplicated throughout every step – there will be a similar NPC concierge for each Hood, Town, City, as well as any Company that is a part of the Terran Astra system</a:t>
            </a:r>
            <a:endParaRPr lang="en-US" i="1" dirty="0">
              <a:cs typeface="Calibri"/>
            </a:endParaRPr>
          </a:p>
          <a:p>
            <a:r>
              <a:rPr lang="en-US" dirty="0">
                <a:cs typeface="Calibri"/>
              </a:rPr>
              <a:t>Concierges keep all your interactions, journals, notes, receipts.. But also is your chauffer (I like to go fast, you may choose slow) and also your chef (medium-well, please.. You might prefer rare) </a:t>
            </a:r>
          </a:p>
          <a:p>
            <a:r>
              <a:rPr lang="en-US" dirty="0">
                <a:cs typeface="Calibri"/>
              </a:rPr>
              <a:t>Concierge is a "non-intuitive" precursor to another system*</a:t>
            </a:r>
            <a:endParaRPr lang="en-US" dirty="0">
              <a:ea typeface="Calibri"/>
              <a:cs typeface="Calibri"/>
            </a:endParaRPr>
          </a:p>
          <a:p>
            <a:r>
              <a:rPr lang="en-US" dirty="0">
                <a:cs typeface="Calibri"/>
              </a:rPr>
              <a:t>Ran as a game .. similar to </a:t>
            </a:r>
            <a:r>
              <a:rPr lang="en-US" dirty="0">
                <a:cs typeface="Calibri"/>
                <a:hlinkClick r:id="rId2"/>
              </a:rPr>
              <a:t>WoW</a:t>
            </a:r>
            <a:r>
              <a:rPr lang="en-US" dirty="0">
                <a:cs typeface="Calibri"/>
              </a:rPr>
              <a:t> .. </a:t>
            </a:r>
            <a:endParaRPr lang="en-US" dirty="0">
              <a:ea typeface="Calibri"/>
              <a:cs typeface="Calibri"/>
            </a:endParaRPr>
          </a:p>
          <a:p>
            <a:pPr lvl="1"/>
            <a:r>
              <a:rPr lang="en-US" dirty="0">
                <a:cs typeface="Calibri"/>
              </a:rPr>
              <a:t>First step; each "city" would have portions of the overall hosting </a:t>
            </a:r>
            <a:endParaRPr lang="en-US" sz="2800" dirty="0">
              <a:cs typeface="Calibri" panose="020F0502020204030204"/>
            </a:endParaRPr>
          </a:p>
          <a:p>
            <a:r>
              <a:rPr lang="en-US" dirty="0">
                <a:cs typeface="Calibri"/>
              </a:rPr>
              <a:t>There will be One (1) shared code-base</a:t>
            </a:r>
            <a:endParaRPr lang="en-US" dirty="0">
              <a:ea typeface="Calibri"/>
              <a:cs typeface="Calibri"/>
            </a:endParaRPr>
          </a:p>
          <a:p>
            <a:r>
              <a:rPr lang="en-US" dirty="0">
                <a:cs typeface="Calibri"/>
              </a:rPr>
              <a:t>Not dedicated to the latest technology.. Just to the content</a:t>
            </a:r>
            <a:endParaRPr lang="en-US" dirty="0">
              <a:ea typeface="Calibri"/>
              <a:cs typeface="Calibri"/>
            </a:endParaRPr>
          </a:p>
          <a:p>
            <a:r>
              <a:rPr lang="en-US" dirty="0">
                <a:cs typeface="Calibri"/>
              </a:rPr>
              <a:t>We all get to be on both sides of the concierge role .. the better you are at helping out – the more the community pays you in the form of the "Brewster's Millions" / "Lottery" things</a:t>
            </a:r>
            <a:endParaRPr lang="en-US" dirty="0">
              <a:ea typeface="Calibri"/>
              <a:cs typeface="Calibri"/>
            </a:endParaRPr>
          </a:p>
        </p:txBody>
      </p:sp>
      <p:sp>
        <p:nvSpPr>
          <p:cNvPr id="5" name="Slide Number Placeholder 4">
            <a:extLst>
              <a:ext uri="{FF2B5EF4-FFF2-40B4-BE49-F238E27FC236}">
                <a16:creationId xmlns:a16="http://schemas.microsoft.com/office/drawing/2014/main" id="{7FFB6AA1-2A58-8098-4D57-56B90898C7E4}"/>
              </a:ext>
            </a:extLst>
          </p:cNvPr>
          <p:cNvSpPr>
            <a:spLocks noGrp="1"/>
          </p:cNvSpPr>
          <p:nvPr>
            <p:ph type="sldNum" sz="quarter" idx="12"/>
          </p:nvPr>
        </p:nvSpPr>
        <p:spPr/>
        <p:txBody>
          <a:bodyPr/>
          <a:lstStyle/>
          <a:p>
            <a:fld id="{330EA680-D336-4FF7-8B7A-9848BB0A1C32}" type="slidenum">
              <a:rPr lang="en-US" smtClean="0"/>
              <a:t>47</a:t>
            </a:fld>
            <a:endParaRPr lang="en-US"/>
          </a:p>
        </p:txBody>
      </p:sp>
      <p:sp>
        <p:nvSpPr>
          <p:cNvPr id="4" name="Footer Placeholder 3">
            <a:extLst>
              <a:ext uri="{FF2B5EF4-FFF2-40B4-BE49-F238E27FC236}">
                <a16:creationId xmlns:a16="http://schemas.microsoft.com/office/drawing/2014/main" id="{6995A88D-FDCD-043F-2855-01F4361E3FAD}"/>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049657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6FD66-0FAC-C93C-0BC0-9B32126BDF21}"/>
              </a:ext>
            </a:extLst>
          </p:cNvPr>
          <p:cNvSpPr>
            <a:spLocks noGrp="1"/>
          </p:cNvSpPr>
          <p:nvPr>
            <p:ph type="title"/>
          </p:nvPr>
        </p:nvSpPr>
        <p:spPr/>
        <p:txBody>
          <a:bodyPr>
            <a:normAutofit/>
          </a:bodyPr>
          <a:lstStyle/>
          <a:p>
            <a:r>
              <a:rPr lang="en-US" dirty="0">
                <a:ea typeface="Calibri Light"/>
                <a:cs typeface="Calibri Light"/>
              </a:rPr>
              <a:t>New Lingua Franca </a:t>
            </a:r>
            <a:br>
              <a:rPr lang="en-US" dirty="0">
                <a:solidFill>
                  <a:srgbClr val="000000"/>
                </a:solidFill>
                <a:ea typeface="Calibri Light"/>
                <a:cs typeface="Calibri Light"/>
              </a:rPr>
            </a:br>
            <a:r>
              <a:rPr lang="en-US" sz="3200" dirty="0">
                <a:solidFill>
                  <a:srgbClr val="FF0000"/>
                </a:solidFill>
                <a:ea typeface="Calibri Light"/>
                <a:cs typeface="Calibri Light"/>
              </a:rPr>
              <a:t>Give fair warning that this is technical</a:t>
            </a:r>
          </a:p>
        </p:txBody>
      </p:sp>
      <p:sp>
        <p:nvSpPr>
          <p:cNvPr id="3" name="Content Placeholder 2">
            <a:extLst>
              <a:ext uri="{FF2B5EF4-FFF2-40B4-BE49-F238E27FC236}">
                <a16:creationId xmlns:a16="http://schemas.microsoft.com/office/drawing/2014/main" id="{8EB233B7-06E6-03F2-34F3-FB9B82AFFD58}"/>
              </a:ext>
            </a:extLst>
          </p:cNvPr>
          <p:cNvSpPr>
            <a:spLocks noGrp="1"/>
          </p:cNvSpPr>
          <p:nvPr>
            <p:ph idx="1"/>
          </p:nvPr>
        </p:nvSpPr>
        <p:spPr/>
        <p:txBody>
          <a:bodyPr vert="horz" lIns="91440" tIns="45720" rIns="91440" bIns="45720" rtlCol="0" anchor="t">
            <a:normAutofit fontScale="40000" lnSpcReduction="20000"/>
          </a:bodyPr>
          <a:lstStyle/>
          <a:p>
            <a:r>
              <a:rPr lang="en-US">
                <a:ea typeface="Calibri"/>
                <a:cs typeface="Calibri"/>
              </a:rPr>
              <a:t>ASCII -&gt; Unicode -&gt; Frank – a new system that says we ought to at least explore a system where we aren't limited to the 105 or so keys on the common keyboard for 99.99% of what we enter</a:t>
            </a:r>
          </a:p>
          <a:p>
            <a:r>
              <a:rPr lang="en-US">
                <a:ea typeface="Calibri"/>
                <a:cs typeface="Calibri"/>
              </a:rPr>
              <a:t>We've spent 20+ years "HTML encoding" the &gt; symbol. I want a system that lets me choose them their intended way, regardless of what I see in the writing</a:t>
            </a:r>
          </a:p>
          <a:p>
            <a:r>
              <a:rPr lang="en-US">
                <a:ea typeface="Calibri"/>
                <a:cs typeface="Calibri"/>
              </a:rPr>
              <a:t>We spot patterns. One is the siloes of existing companies. We can create a virtual "silo", and do so cyclically. I have zero interest in spending any more time on the lates UI componentry. I would much rather create an inter-connected system that addresses the common HR | Finance | Legal | Tech questions in one place, but using a team of millions </a:t>
            </a:r>
          </a:p>
          <a:p>
            <a:r>
              <a:rPr lang="en-US">
                <a:ea typeface="Calibri"/>
                <a:cs typeface="Calibri"/>
              </a:rPr>
              <a:t>Built literally inside the Concierge system, I want to add "context" to "consideration" ex: "Ooh, what's that?" as a question. Means nothing, right? But you're floating around Europe.. an old castle comes into view.. context tells us -- we already know the answer.. </a:t>
            </a:r>
            <a:endParaRPr lang="en-US"/>
          </a:p>
          <a:p>
            <a:pPr lvl="1"/>
            <a:r>
              <a:rPr lang="en-US">
                <a:ea typeface="Calibri"/>
                <a:cs typeface="Calibri"/>
              </a:rPr>
              <a:t>In fact; context may | should open doors to anticipation (stage A1; </a:t>
            </a:r>
          </a:p>
          <a:p>
            <a:pPr lvl="2"/>
            <a:r>
              <a:rPr lang="en-US">
                <a:ea typeface="Calibri"/>
                <a:cs typeface="Calibri"/>
              </a:rPr>
              <a:t>on that first inhale (stage B1) </a:t>
            </a:r>
          </a:p>
          <a:p>
            <a:pPr lvl="2"/>
            <a:r>
              <a:rPr lang="en-US">
                <a:ea typeface="Calibri"/>
                <a:cs typeface="Calibri"/>
              </a:rPr>
              <a:t>or look of excitement* (stage B2) </a:t>
            </a:r>
          </a:p>
          <a:p>
            <a:pPr lvl="1"/>
            <a:r>
              <a:rPr lang="en-US">
                <a:ea typeface="Calibri"/>
                <a:cs typeface="Calibri"/>
              </a:rPr>
              <a:t>even to the point of having opinions (stage A2)</a:t>
            </a:r>
          </a:p>
          <a:p>
            <a:r>
              <a:rPr lang="en-US">
                <a:ea typeface="Calibri"/>
                <a:cs typeface="Calibri"/>
              </a:rPr>
              <a:t>Note that in the "About Me" section I should add; I am a high risk for Alzheimer's. That terrifies me. My own personal cross to bear. But I DO NOT want to face that without an advocate.. And all too often; people don't just "Not Care"! They're </a:t>
            </a:r>
            <a:r>
              <a:rPr lang="en-US">
                <a:ea typeface="Calibri"/>
                <a:cs typeface="Calibri"/>
                <a:hlinkClick r:id="rId2"/>
              </a:rPr>
              <a:t>downright hateful to one another</a:t>
            </a:r>
            <a:r>
              <a:rPr lang="en-US">
                <a:ea typeface="Calibri"/>
                <a:cs typeface="Calibri"/>
              </a:rPr>
              <a:t>. We have become a nation that has completely lost its conscience. I may not be able to convince a single person to seek that within themselves.. but maybe we can create a system that can recognize those needs. And maybe we can create a shared system where ALL of the specifics are obfuscated to remote handlers.. "That’s ME" seems like the one &amp; only way we handle everything. To hell with all lack of personal accountability. To hell with the bias of just ANY small team of programmers</a:t>
            </a:r>
          </a:p>
          <a:p>
            <a:r>
              <a:rPr lang="en-US">
                <a:ea typeface="Calibri"/>
                <a:cs typeface="Calibri"/>
              </a:rPr>
              <a:t>I do dream of living in a world where we instantly share without language barriers. Latin did a lot to bridge those gaps. I feel we can do even better.. </a:t>
            </a:r>
          </a:p>
          <a:p>
            <a:r>
              <a:rPr lang="en-US">
                <a:ea typeface="Calibri"/>
                <a:cs typeface="Calibri"/>
              </a:rPr>
              <a:t>Think </a:t>
            </a:r>
            <a:r>
              <a:rPr lang="en-US">
                <a:ea typeface="Calibri"/>
                <a:cs typeface="Calibri"/>
                <a:hlinkClick r:id="rId3"/>
              </a:rPr>
              <a:t>K2</a:t>
            </a:r>
            <a:r>
              <a:rPr lang="en-US">
                <a:ea typeface="Calibri"/>
                <a:cs typeface="Calibri"/>
              </a:rPr>
              <a:t> - definitely my favorite of the Star Wars droids... Frank could, in theory, begin to act as a proxy .. including for feedback? -&gt; voting-by-proxy .. ? </a:t>
            </a:r>
            <a:endParaRPr lang="en-US"/>
          </a:p>
          <a:p>
            <a:pPr lvl="1"/>
            <a:r>
              <a:rPr lang="en-US">
                <a:ea typeface="Calibri"/>
                <a:cs typeface="Calibri"/>
              </a:rPr>
              <a:t>That latter precludes even the notion of ever again being stabbed in the soul as we have all been, by Gorsuch, Kavanaugh, and Coney-Barrett. Sorry to call a spade a spade, but – those 3 put their hand on a book – a book which they claimed made them superior to the likes of me – and swore that Roe was the Law of the Land. They swore that oath. But they lied. On their book. Humanity needs to know what it's in for. Never again can we have footballs of that magnitude pulled out from under us. Vote-by-proxy </a:t>
            </a:r>
          </a:p>
          <a:p>
            <a:pPr lvl="1"/>
            <a:r>
              <a:rPr lang="en-US">
                <a:ea typeface="Calibri"/>
                <a:cs typeface="Calibri"/>
              </a:rPr>
              <a:t>I hope I don't die for saying so .. </a:t>
            </a:r>
          </a:p>
          <a:p>
            <a:r>
              <a:rPr lang="en-US">
                <a:ea typeface="Calibri"/>
                <a:cs typeface="Calibri"/>
              </a:rPr>
              <a:t>There's a </a:t>
            </a:r>
            <a:r>
              <a:rPr lang="en-US" i="1">
                <a:ea typeface="Calibri"/>
                <a:cs typeface="Calibri"/>
              </a:rPr>
              <a:t>lot</a:t>
            </a:r>
            <a:r>
              <a:rPr lang="en-US">
                <a:ea typeface="Calibri"/>
                <a:cs typeface="Calibri"/>
              </a:rPr>
              <a:t> to cover on this.. another video..? if applicable..? Depends on this 1st, I guess.. </a:t>
            </a:r>
          </a:p>
        </p:txBody>
      </p:sp>
      <p:sp>
        <p:nvSpPr>
          <p:cNvPr id="5" name="Slide Number Placeholder 4">
            <a:extLst>
              <a:ext uri="{FF2B5EF4-FFF2-40B4-BE49-F238E27FC236}">
                <a16:creationId xmlns:a16="http://schemas.microsoft.com/office/drawing/2014/main" id="{E0586066-22C5-7DBF-51C9-D1D9C0A5767F}"/>
              </a:ext>
            </a:extLst>
          </p:cNvPr>
          <p:cNvSpPr>
            <a:spLocks noGrp="1"/>
          </p:cNvSpPr>
          <p:nvPr>
            <p:ph type="sldNum" sz="quarter" idx="12"/>
          </p:nvPr>
        </p:nvSpPr>
        <p:spPr/>
        <p:txBody>
          <a:bodyPr/>
          <a:lstStyle/>
          <a:p>
            <a:fld id="{330EA680-D336-4FF7-8B7A-9848BB0A1C32}" type="slidenum">
              <a:rPr lang="en-US" smtClean="0"/>
              <a:t>48</a:t>
            </a:fld>
            <a:endParaRPr lang="en-US"/>
          </a:p>
        </p:txBody>
      </p:sp>
      <p:sp>
        <p:nvSpPr>
          <p:cNvPr id="4" name="Footer Placeholder 3">
            <a:extLst>
              <a:ext uri="{FF2B5EF4-FFF2-40B4-BE49-F238E27FC236}">
                <a16:creationId xmlns:a16="http://schemas.microsoft.com/office/drawing/2014/main" id="{48C29F8D-8D84-0F53-C2BD-8A349E541306}"/>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5866894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EF524-55BF-DBF8-4D80-571128347465}"/>
              </a:ext>
            </a:extLst>
          </p:cNvPr>
          <p:cNvSpPr>
            <a:spLocks noGrp="1"/>
          </p:cNvSpPr>
          <p:nvPr>
            <p:ph type="title"/>
          </p:nvPr>
        </p:nvSpPr>
        <p:spPr/>
        <p:txBody>
          <a:bodyPr/>
          <a:lstStyle/>
          <a:p>
            <a:r>
              <a:rPr lang="en-US" dirty="0">
                <a:cs typeface="Calibri Light"/>
              </a:rPr>
              <a:t>Red Line</a:t>
            </a:r>
            <a:endParaRPr lang="en-US" dirty="0"/>
          </a:p>
        </p:txBody>
      </p:sp>
      <p:sp>
        <p:nvSpPr>
          <p:cNvPr id="3" name="Content Placeholder 2">
            <a:extLst>
              <a:ext uri="{FF2B5EF4-FFF2-40B4-BE49-F238E27FC236}">
                <a16:creationId xmlns:a16="http://schemas.microsoft.com/office/drawing/2014/main" id="{12EED0E7-EAC5-B55A-2374-3C8714688BAE}"/>
              </a:ext>
            </a:extLst>
          </p:cNvPr>
          <p:cNvSpPr>
            <a:spLocks noGrp="1"/>
          </p:cNvSpPr>
          <p:nvPr>
            <p:ph idx="1"/>
          </p:nvPr>
        </p:nvSpPr>
        <p:spPr/>
        <p:txBody>
          <a:bodyPr vert="horz" lIns="91440" tIns="45720" rIns="91440" bIns="45720" rtlCol="0" anchor="t">
            <a:normAutofit/>
          </a:bodyPr>
          <a:lstStyle/>
          <a:p>
            <a:r>
              <a:rPr lang="en-US" dirty="0">
                <a:cs typeface="Calibri"/>
              </a:rPr>
              <a:t>global ATC / Escalation prevention </a:t>
            </a:r>
          </a:p>
          <a:p>
            <a:r>
              <a:rPr lang="en-US" dirty="0">
                <a:cs typeface="Calibri"/>
              </a:rPr>
              <a:t>think Khruschev :: Kennedy </a:t>
            </a:r>
          </a:p>
          <a:p>
            <a:pPr lvl="1"/>
            <a:r>
              <a:rPr lang="en-US" dirty="0">
                <a:cs typeface="Calibri"/>
              </a:rPr>
              <a:t>We can't have our balloons getting shot down</a:t>
            </a:r>
          </a:p>
          <a:p>
            <a:pPr lvl="1"/>
            <a:r>
              <a:rPr lang="en-US" dirty="0">
                <a:cs typeface="Calibri"/>
              </a:rPr>
              <a:t>That belongs to "me" </a:t>
            </a:r>
          </a:p>
          <a:p>
            <a:r>
              <a:rPr lang="en-US" dirty="0">
                <a:cs typeface="Calibri"/>
              </a:rPr>
              <a:t>based on something new – all clouds </a:t>
            </a:r>
          </a:p>
          <a:p>
            <a:r>
              <a:rPr lang="en-US" dirty="0">
                <a:cs typeface="Calibri"/>
              </a:rPr>
              <a:t>cannot be down re:  "your system must be updated"!</a:t>
            </a:r>
          </a:p>
          <a:p>
            <a:endParaRPr lang="en-US" dirty="0">
              <a:cs typeface="Calibri"/>
            </a:endParaRPr>
          </a:p>
          <a:p>
            <a:endParaRPr lang="en-US" dirty="0">
              <a:cs typeface="Calibri"/>
            </a:endParaRPr>
          </a:p>
        </p:txBody>
      </p:sp>
      <p:sp>
        <p:nvSpPr>
          <p:cNvPr id="4" name="Footer Placeholder 3">
            <a:extLst>
              <a:ext uri="{FF2B5EF4-FFF2-40B4-BE49-F238E27FC236}">
                <a16:creationId xmlns:a16="http://schemas.microsoft.com/office/drawing/2014/main" id="{6FA7DA76-7425-5E89-4FE7-FEDB500694AC}"/>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27BDF97B-C6F7-432B-EB54-349822124B3C}"/>
              </a:ext>
            </a:extLst>
          </p:cNvPr>
          <p:cNvSpPr>
            <a:spLocks noGrp="1"/>
          </p:cNvSpPr>
          <p:nvPr>
            <p:ph type="sldNum" sz="quarter" idx="12"/>
          </p:nvPr>
        </p:nvSpPr>
        <p:spPr/>
        <p:txBody>
          <a:bodyPr/>
          <a:lstStyle/>
          <a:p>
            <a:fld id="{330EA680-D336-4FF7-8B7A-9848BB0A1C32}" type="slidenum">
              <a:rPr lang="en-US" smtClean="0"/>
              <a:t>49</a:t>
            </a:fld>
            <a:endParaRPr lang="en-US"/>
          </a:p>
        </p:txBody>
      </p:sp>
    </p:spTree>
    <p:extLst>
      <p:ext uri="{BB962C8B-B14F-4D97-AF65-F5344CB8AC3E}">
        <p14:creationId xmlns:p14="http://schemas.microsoft.com/office/powerpoint/2010/main" val="24177798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C638-C474-1CE3-229C-BD4CC1159026}"/>
              </a:ext>
            </a:extLst>
          </p:cNvPr>
          <p:cNvSpPr>
            <a:spLocks noGrp="1"/>
          </p:cNvSpPr>
          <p:nvPr>
            <p:ph type="title"/>
          </p:nvPr>
        </p:nvSpPr>
        <p:spPr/>
        <p:txBody>
          <a:bodyPr/>
          <a:lstStyle/>
          <a:p>
            <a:r>
              <a:rPr lang="en-US">
                <a:ea typeface="Calibri Light"/>
                <a:cs typeface="Calibri Light"/>
              </a:rPr>
              <a:t>"A Case for Weirdoes" … ?  :)</a:t>
            </a:r>
            <a:endParaRPr lang="en-US"/>
          </a:p>
        </p:txBody>
      </p:sp>
      <p:sp>
        <p:nvSpPr>
          <p:cNvPr id="3" name="Content Placeholder 2">
            <a:extLst>
              <a:ext uri="{FF2B5EF4-FFF2-40B4-BE49-F238E27FC236}">
                <a16:creationId xmlns:a16="http://schemas.microsoft.com/office/drawing/2014/main" id="{A1E87770-01A5-B22D-9FD5-4D43730A2611}"/>
              </a:ext>
            </a:extLst>
          </p:cNvPr>
          <p:cNvSpPr>
            <a:spLocks noGrp="1"/>
          </p:cNvSpPr>
          <p:nvPr>
            <p:ph idx="1"/>
          </p:nvPr>
        </p:nvSpPr>
        <p:spPr/>
        <p:txBody>
          <a:bodyPr vert="horz" lIns="91440" tIns="45720" rIns="91440" bIns="45720" rtlCol="0" anchor="t">
            <a:normAutofit fontScale="70000" lnSpcReduction="20000"/>
          </a:bodyPr>
          <a:lstStyle/>
          <a:p>
            <a:r>
              <a:rPr lang="en-US">
                <a:ea typeface="Calibri"/>
                <a:cs typeface="Calibri"/>
              </a:rPr>
              <a:t>Don't know how much of a 'thing' this actually is .. hopefully it isn't .. </a:t>
            </a:r>
          </a:p>
          <a:p>
            <a:r>
              <a:rPr lang="en-US">
                <a:ea typeface="Calibri"/>
                <a:cs typeface="Calibri"/>
              </a:rPr>
              <a:t>I am tired of sitting in the back, heads-down, never speaking, never being heard, because I know -- I know, I know -- I am weird. It sometimes – honestly – feels as though I speak some different language. in my life; I've had several friends that could "get" me .. but a much higher proportion of people for whom I am unpalatable</a:t>
            </a:r>
            <a:endParaRPr lang="en-US"/>
          </a:p>
          <a:p>
            <a:r>
              <a:rPr lang="en-US">
                <a:ea typeface="Calibri"/>
                <a:cs typeface="Calibri"/>
              </a:rPr>
              <a:t>I accept that. That's my burden to bear, not any of theirs. Their opinions are 100% valid. </a:t>
            </a:r>
          </a:p>
          <a:p>
            <a:r>
              <a:rPr lang="en-US">
                <a:ea typeface="Calibri"/>
                <a:cs typeface="Calibri"/>
              </a:rPr>
              <a:t>But – we state right up front – my "inner team" is probably going to need to be people who've dealt with eccentric weirdos for whom "typical | normal" emotion processing isn't always going to come out the ways you may expect from "normal" people.. </a:t>
            </a:r>
          </a:p>
          <a:p>
            <a:r>
              <a:rPr lang="en-US">
                <a:ea typeface="Calibri"/>
                <a:cs typeface="Calibri"/>
              </a:rPr>
              <a:t>I see an entire world filled with leaders who are polished. If it's up to me -- I am on the lookout for other weirdoes. Other odd cases. The quiet ones. As long as your one and only (or at least "primary") agenda item is to join me on this march toward flying cars, space elevators, space ports, and boats on other planets; you're not "weird" to me!</a:t>
            </a:r>
          </a:p>
          <a:p>
            <a:r>
              <a:rPr lang="en-US">
                <a:ea typeface="Calibri"/>
                <a:cs typeface="Calibri"/>
              </a:rPr>
              <a:t>To be clear.. I know most people </a:t>
            </a:r>
            <a:r>
              <a:rPr lang="en-US" err="1">
                <a:ea typeface="Calibri"/>
                <a:cs typeface="Calibri"/>
              </a:rPr>
              <a:t>kinda</a:t>
            </a:r>
            <a:r>
              <a:rPr lang="en-US">
                <a:ea typeface="Calibri"/>
                <a:cs typeface="Calibri"/>
              </a:rPr>
              <a:t> expect the polish &amp; the pageantry.. That just isn't me. Not going to apologize. I am on the lookout for the best of those folks, yes. But also I want to maintain hold on direction. </a:t>
            </a:r>
          </a:p>
        </p:txBody>
      </p:sp>
      <p:sp>
        <p:nvSpPr>
          <p:cNvPr id="5" name="Slide Number Placeholder 4">
            <a:extLst>
              <a:ext uri="{FF2B5EF4-FFF2-40B4-BE49-F238E27FC236}">
                <a16:creationId xmlns:a16="http://schemas.microsoft.com/office/drawing/2014/main" id="{4A6CE72B-906C-FAEC-E850-9F8CEDE6E519}"/>
              </a:ext>
            </a:extLst>
          </p:cNvPr>
          <p:cNvSpPr>
            <a:spLocks noGrp="1"/>
          </p:cNvSpPr>
          <p:nvPr>
            <p:ph type="sldNum" sz="quarter" idx="12"/>
          </p:nvPr>
        </p:nvSpPr>
        <p:spPr/>
        <p:txBody>
          <a:bodyPr/>
          <a:lstStyle/>
          <a:p>
            <a:fld id="{330EA680-D336-4FF7-8B7A-9848BB0A1C32}" type="slidenum">
              <a:rPr lang="en-US" smtClean="0"/>
              <a:t>50</a:t>
            </a:fld>
            <a:endParaRPr lang="en-US"/>
          </a:p>
        </p:txBody>
      </p:sp>
      <p:sp>
        <p:nvSpPr>
          <p:cNvPr id="4" name="Footer Placeholder 3">
            <a:extLst>
              <a:ext uri="{FF2B5EF4-FFF2-40B4-BE49-F238E27FC236}">
                <a16:creationId xmlns:a16="http://schemas.microsoft.com/office/drawing/2014/main" id="{B30F8FA8-3F1E-F3AE-D55F-2890DE78AF04}"/>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9469007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2DFA1-3C3D-57F5-E7EB-A45F698F1FE9}"/>
              </a:ext>
            </a:extLst>
          </p:cNvPr>
          <p:cNvSpPr>
            <a:spLocks noGrp="1"/>
          </p:cNvSpPr>
          <p:nvPr>
            <p:ph type="title"/>
          </p:nvPr>
        </p:nvSpPr>
        <p:spPr/>
        <p:txBody>
          <a:bodyPr/>
          <a:lstStyle/>
          <a:p>
            <a:r>
              <a:rPr lang="en-US">
                <a:cs typeface="Calibri Light"/>
              </a:rPr>
              <a:t>Something to Believe In</a:t>
            </a:r>
            <a:endParaRPr lang="en-US"/>
          </a:p>
        </p:txBody>
      </p:sp>
      <p:sp>
        <p:nvSpPr>
          <p:cNvPr id="3" name="Content Placeholder 2">
            <a:extLst>
              <a:ext uri="{FF2B5EF4-FFF2-40B4-BE49-F238E27FC236}">
                <a16:creationId xmlns:a16="http://schemas.microsoft.com/office/drawing/2014/main" id="{2F937BE4-4929-16C4-8E4A-1D00330A31F8}"/>
              </a:ext>
            </a:extLst>
          </p:cNvPr>
          <p:cNvSpPr>
            <a:spLocks noGrp="1"/>
          </p:cNvSpPr>
          <p:nvPr>
            <p:ph idx="1"/>
          </p:nvPr>
        </p:nvSpPr>
        <p:spPr/>
        <p:txBody>
          <a:bodyPr vert="horz" lIns="91440" tIns="45720" rIns="91440" bIns="45720" rtlCol="0" anchor="t">
            <a:normAutofit fontScale="47500" lnSpcReduction="20000"/>
          </a:bodyPr>
          <a:lstStyle/>
          <a:p>
            <a:r>
              <a:rPr lang="en-US">
                <a:cs typeface="Calibri"/>
              </a:rPr>
              <a:t>Queue the </a:t>
            </a:r>
            <a:r>
              <a:rPr lang="en-US">
                <a:cs typeface="Calibri"/>
                <a:hlinkClick r:id="rId2"/>
              </a:rPr>
              <a:t>80s monster-ballad by Poison</a:t>
            </a:r>
            <a:endParaRPr lang="en-US">
              <a:cs typeface="Calibri"/>
            </a:endParaRPr>
          </a:p>
          <a:p>
            <a:r>
              <a:rPr lang="en-US">
                <a:ea typeface="Calibri"/>
                <a:cs typeface="Calibri"/>
              </a:rPr>
              <a:t>If you're half as frustrated with the world of today as I am - I hear you!</a:t>
            </a:r>
          </a:p>
          <a:p>
            <a:pPr lvl="1"/>
            <a:r>
              <a:rPr lang="en-US">
                <a:cs typeface="Calibri"/>
              </a:rPr>
              <a:t>I don't care about "Next Year's Model Line Up" of ANY car maker (no offense – we are going to work on that with Partnerships!) </a:t>
            </a:r>
            <a:endParaRPr lang="en-US">
              <a:ea typeface="Calibri"/>
              <a:cs typeface="Calibri"/>
            </a:endParaRPr>
          </a:p>
          <a:p>
            <a:pPr lvl="1"/>
            <a:r>
              <a:rPr lang="en-US">
                <a:cs typeface="Calibri"/>
              </a:rPr>
              <a:t>I don't care about ANY "Coming Soon!" Sign with another McDonalds / Starbucks </a:t>
            </a:r>
          </a:p>
          <a:p>
            <a:pPr lvl="1"/>
            <a:r>
              <a:rPr lang="en-US">
                <a:cs typeface="Calibri"/>
              </a:rPr>
              <a:t>I don't want any more </a:t>
            </a:r>
            <a:r>
              <a:rPr lang="en-US">
                <a:cs typeface="Calibri"/>
                <a:hlinkClick r:id="rId3"/>
              </a:rPr>
              <a:t>Signs</a:t>
            </a:r>
            <a:r>
              <a:rPr lang="en-US">
                <a:cs typeface="Calibri"/>
              </a:rPr>
              <a:t>, power poles, asphalt, concrete. As much nature as I can get; that’s the goal. Can't </a:t>
            </a:r>
            <a:r>
              <a:rPr lang="en-US" i="1">
                <a:cs typeface="Calibri"/>
              </a:rPr>
              <a:t>All</a:t>
            </a:r>
            <a:r>
              <a:rPr lang="en-US">
                <a:cs typeface="Calibri"/>
              </a:rPr>
              <a:t> be nature – but we can work toward </a:t>
            </a:r>
            <a:r>
              <a:rPr lang="en-US" i="1">
                <a:cs typeface="Calibri"/>
              </a:rPr>
              <a:t>Most</a:t>
            </a:r>
            <a:endParaRPr lang="en-US" i="1">
              <a:ea typeface="Calibri"/>
              <a:cs typeface="Calibri"/>
            </a:endParaRPr>
          </a:p>
          <a:p>
            <a:pPr lvl="1"/>
            <a:r>
              <a:rPr lang="en-US">
                <a:cs typeface="Calibri"/>
              </a:rPr>
              <a:t>In fact – it often feels like there's more parts of the world of today that I don't like, very little that I do</a:t>
            </a:r>
          </a:p>
          <a:p>
            <a:r>
              <a:rPr lang="en-US">
                <a:cs typeface="Calibri"/>
              </a:rPr>
              <a:t>What would I change...? </a:t>
            </a:r>
          </a:p>
          <a:p>
            <a:pPr lvl="1"/>
            <a:r>
              <a:rPr lang="en-US">
                <a:cs typeface="Calibri"/>
              </a:rPr>
              <a:t>2 mph ride through the park, connected at high speed, but otherwise virtually no signs of humanity</a:t>
            </a:r>
            <a:endParaRPr lang="en-US">
              <a:ea typeface="Calibri"/>
              <a:cs typeface="Calibri"/>
            </a:endParaRPr>
          </a:p>
          <a:p>
            <a:pPr lvl="1"/>
            <a:r>
              <a:rPr lang="en-US">
                <a:cs typeface="Calibri"/>
              </a:rPr>
              <a:t>Meals, Work, Vacations, Pods, GLIDERS, Flying Cars, Floating Yachts .. so many things that are not accessible to any but a few, today </a:t>
            </a:r>
          </a:p>
          <a:p>
            <a:pPr lvl="1"/>
            <a:r>
              <a:rPr lang="en-US">
                <a:cs typeface="Calibri"/>
              </a:rPr>
              <a:t>What is there like that today? Mudslinging.. because politics has us all shell-shocked </a:t>
            </a:r>
          </a:p>
          <a:p>
            <a:r>
              <a:rPr lang="en-US">
                <a:cs typeface="Calibri"/>
              </a:rPr>
              <a:t>Some things that have been played out;</a:t>
            </a:r>
          </a:p>
          <a:p>
            <a:pPr lvl="1"/>
            <a:r>
              <a:rPr lang="en-US">
                <a:cs typeface="Calibri"/>
              </a:rPr>
              <a:t>Today's Theme Parks. (no offense to any of them, or the people who go to them!)</a:t>
            </a:r>
          </a:p>
          <a:p>
            <a:pPr lvl="1"/>
            <a:r>
              <a:rPr lang="en-US">
                <a:cs typeface="Calibri"/>
              </a:rPr>
              <a:t>Restaurants packed to the gills. You, me, and 200 of our closest, all in a big common area like cattle</a:t>
            </a:r>
            <a:endParaRPr lang="en-US">
              <a:ea typeface="Calibri"/>
              <a:cs typeface="Calibri"/>
            </a:endParaRPr>
          </a:p>
          <a:p>
            <a:pPr lvl="1"/>
            <a:r>
              <a:rPr lang="en-US">
                <a:cs typeface="Calibri"/>
              </a:rPr>
              <a:t>Lack of fun things to do that aren't concrete &amp; asphalt. </a:t>
            </a:r>
            <a:r>
              <a:rPr lang="en-US" sz="2300">
                <a:cs typeface="Calibri"/>
              </a:rPr>
              <a:t>There are few natural sources of joy left. They've been paved over &amp; sold back at a premium </a:t>
            </a:r>
          </a:p>
          <a:p>
            <a:pPr lvl="1"/>
            <a:r>
              <a:rPr lang="en-US">
                <a:cs typeface="Calibri"/>
              </a:rPr>
              <a:t>I love our National Parks.. But we can't build them up like this.. We can't run them through with little train rides and shop-spots. And they aren't nearly as ubiquitous as we hope these will be </a:t>
            </a:r>
            <a:endParaRPr lang="en-US">
              <a:ea typeface="Calibri"/>
              <a:cs typeface="Calibri"/>
            </a:endParaRPr>
          </a:p>
          <a:p>
            <a:pPr lvl="1"/>
            <a:r>
              <a:rPr lang="en-US">
                <a:cs typeface="Calibri"/>
              </a:rPr>
              <a:t>Besides; Some of us only ever get to see them at most once a year. Many; never at all. </a:t>
            </a:r>
          </a:p>
          <a:p>
            <a:r>
              <a:rPr lang="en-US">
                <a:cs typeface="Calibri"/>
              </a:rPr>
              <a:t>I would love to build a 3-way compromise between Wild Nature | Unfettered Capitalism | Community-accessible Fund-raising &amp; Events.. This feels like one possible means of maybe doing something fun</a:t>
            </a:r>
            <a:endParaRPr lang="en-US">
              <a:ea typeface="Calibri"/>
              <a:cs typeface="Calibri"/>
            </a:endParaRPr>
          </a:p>
          <a:p>
            <a:r>
              <a:rPr lang="en-US">
                <a:cs typeface="Calibri"/>
              </a:rPr>
              <a:t>Dream Big :) </a:t>
            </a:r>
          </a:p>
        </p:txBody>
      </p:sp>
      <p:sp>
        <p:nvSpPr>
          <p:cNvPr id="5" name="Slide Number Placeholder 4">
            <a:extLst>
              <a:ext uri="{FF2B5EF4-FFF2-40B4-BE49-F238E27FC236}">
                <a16:creationId xmlns:a16="http://schemas.microsoft.com/office/drawing/2014/main" id="{92455492-433A-E45A-DB3F-CF573E71795D}"/>
              </a:ext>
            </a:extLst>
          </p:cNvPr>
          <p:cNvSpPr>
            <a:spLocks noGrp="1"/>
          </p:cNvSpPr>
          <p:nvPr>
            <p:ph type="sldNum" sz="quarter" idx="12"/>
          </p:nvPr>
        </p:nvSpPr>
        <p:spPr/>
        <p:txBody>
          <a:bodyPr/>
          <a:lstStyle/>
          <a:p>
            <a:fld id="{330EA680-D336-4FF7-8B7A-9848BB0A1C32}" type="slidenum">
              <a:rPr lang="en-US" smtClean="0"/>
              <a:t>51</a:t>
            </a:fld>
            <a:endParaRPr lang="en-US"/>
          </a:p>
        </p:txBody>
      </p:sp>
      <p:sp>
        <p:nvSpPr>
          <p:cNvPr id="4" name="Footer Placeholder 3">
            <a:extLst>
              <a:ext uri="{FF2B5EF4-FFF2-40B4-BE49-F238E27FC236}">
                <a16:creationId xmlns:a16="http://schemas.microsoft.com/office/drawing/2014/main" id="{66850BF1-880E-1F0F-B9A1-E91317D6470C}"/>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8947701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ABDE6-357D-FC17-2CEA-CA3F5C03FDA2}"/>
              </a:ext>
            </a:extLst>
          </p:cNvPr>
          <p:cNvSpPr>
            <a:spLocks noGrp="1"/>
          </p:cNvSpPr>
          <p:nvPr>
            <p:ph type="title"/>
          </p:nvPr>
        </p:nvSpPr>
        <p:spPr/>
        <p:txBody>
          <a:bodyPr/>
          <a:lstStyle/>
          <a:p>
            <a:r>
              <a:rPr lang="en-US">
                <a:cs typeface="Calibri Light"/>
              </a:rPr>
              <a:t>What's Next? </a:t>
            </a:r>
            <a:endParaRPr lang="en-US"/>
          </a:p>
        </p:txBody>
      </p:sp>
      <p:sp>
        <p:nvSpPr>
          <p:cNvPr id="3" name="Content Placeholder 2">
            <a:extLst>
              <a:ext uri="{FF2B5EF4-FFF2-40B4-BE49-F238E27FC236}">
                <a16:creationId xmlns:a16="http://schemas.microsoft.com/office/drawing/2014/main" id="{35D0BBDA-8803-BE37-2613-0EDAF02F44B8}"/>
              </a:ext>
            </a:extLst>
          </p:cNvPr>
          <p:cNvSpPr>
            <a:spLocks noGrp="1"/>
          </p:cNvSpPr>
          <p:nvPr>
            <p:ph idx="1"/>
          </p:nvPr>
        </p:nvSpPr>
        <p:spPr/>
        <p:txBody>
          <a:bodyPr vert="horz" lIns="91440" tIns="45720" rIns="91440" bIns="45720" rtlCol="0" anchor="t">
            <a:normAutofit fontScale="62500" lnSpcReduction="20000"/>
          </a:bodyPr>
          <a:lstStyle/>
          <a:p>
            <a:r>
              <a:rPr lang="en-US" dirty="0">
                <a:cs typeface="Calibri"/>
              </a:rPr>
              <a:t>Can we get 2 to 3 thousand folks to send a dollar or two? </a:t>
            </a:r>
            <a:endParaRPr lang="en-US" dirty="0">
              <a:ea typeface="Calibri"/>
              <a:cs typeface="Calibri"/>
            </a:endParaRPr>
          </a:p>
          <a:p>
            <a:r>
              <a:rPr lang="en-US" dirty="0">
                <a:cs typeface="Calibri"/>
              </a:rPr>
              <a:t>1st goal is $2,400 and we will see what we can do for next iteration</a:t>
            </a:r>
            <a:endParaRPr lang="en-US" dirty="0">
              <a:ea typeface="Calibri"/>
              <a:cs typeface="Calibri"/>
            </a:endParaRPr>
          </a:p>
          <a:p>
            <a:r>
              <a:rPr lang="en-US" dirty="0">
                <a:cs typeface="Calibri"/>
              </a:rPr>
              <a:t>Maybe we can coordinate Meetup(s)? </a:t>
            </a:r>
            <a:endParaRPr lang="en-US" dirty="0">
              <a:ea typeface="Calibri"/>
              <a:cs typeface="Calibri"/>
            </a:endParaRPr>
          </a:p>
          <a:p>
            <a:pPr lvl="1"/>
            <a:r>
              <a:rPr lang="en-US" dirty="0">
                <a:cs typeface="Calibri"/>
              </a:rPr>
              <a:t>I'll buy Pizza! :) </a:t>
            </a:r>
            <a:endParaRPr lang="en-US" dirty="0">
              <a:ea typeface="Calibri"/>
              <a:cs typeface="Calibri"/>
            </a:endParaRPr>
          </a:p>
          <a:p>
            <a:r>
              <a:rPr lang="en-US" dirty="0">
                <a:cs typeface="Calibri"/>
              </a:rPr>
              <a:t>If / when we hit $8 Million (big dream of big dreams)</a:t>
            </a:r>
            <a:endParaRPr lang="en-US" dirty="0">
              <a:ea typeface="Calibri"/>
              <a:cs typeface="Calibri" panose="020F0502020204030204"/>
            </a:endParaRPr>
          </a:p>
          <a:p>
            <a:pPr lvl="1"/>
            <a:r>
              <a:rPr lang="en-US" dirty="0">
                <a:cs typeface="Calibri"/>
              </a:rPr>
              <a:t>start our first Terran Astra Park right then &amp; there :)))</a:t>
            </a:r>
            <a:endParaRPr lang="en-US" dirty="0">
              <a:ea typeface="Calibri"/>
              <a:cs typeface="Calibri"/>
            </a:endParaRPr>
          </a:p>
          <a:p>
            <a:pPr lvl="1"/>
            <a:r>
              <a:rPr lang="en-US" dirty="0">
                <a:cs typeface="Calibri"/>
              </a:rPr>
              <a:t>Even more $$ (it's ok to dream. I love this plan! Maybe a few others will, too) we open as many parks as *practical</a:t>
            </a:r>
            <a:endParaRPr lang="en-US" dirty="0">
              <a:ea typeface="Calibri"/>
              <a:cs typeface="Calibri"/>
            </a:endParaRPr>
          </a:p>
          <a:p>
            <a:r>
              <a:rPr lang="en-US" dirty="0">
                <a:cs typeface="Calibri"/>
              </a:rPr>
              <a:t>If you want to help .. big "if" - no obligation, and please don't go overboard.. on the one hand; even saying that seems like more over-reach.. but we've all seen how sometimes people get carried away... </a:t>
            </a:r>
            <a:endParaRPr lang="en-US" dirty="0">
              <a:ea typeface="Calibri"/>
              <a:cs typeface="Calibri"/>
            </a:endParaRPr>
          </a:p>
          <a:p>
            <a:pPr lvl="1"/>
            <a:r>
              <a:rPr lang="en-US" dirty="0">
                <a:cs typeface="Calibri"/>
              </a:rPr>
              <a:t>graphics for these presentations..?</a:t>
            </a:r>
            <a:endParaRPr lang="en-US" dirty="0">
              <a:ea typeface="Calibri"/>
              <a:cs typeface="Calibri"/>
            </a:endParaRPr>
          </a:p>
          <a:p>
            <a:pPr lvl="1"/>
            <a:r>
              <a:rPr lang="en-US" dirty="0">
                <a:cs typeface="Calibri"/>
              </a:rPr>
              <a:t>game design? – let me hear from you</a:t>
            </a:r>
            <a:endParaRPr lang="en-US" dirty="0">
              <a:ea typeface="Calibri"/>
              <a:cs typeface="Calibri"/>
            </a:endParaRPr>
          </a:p>
          <a:p>
            <a:pPr lvl="1"/>
            <a:r>
              <a:rPr lang="en-US" dirty="0">
                <a:cs typeface="Calibri"/>
              </a:rPr>
              <a:t>Nothing so big that anyone's feelings gets hurt, Please! </a:t>
            </a:r>
            <a:endParaRPr lang="en-US" dirty="0"/>
          </a:p>
          <a:p>
            <a:r>
              <a:rPr lang="en-US" dirty="0">
                <a:cs typeface="Calibri"/>
              </a:rPr>
              <a:t>What I need are some "Meddling Kids" .. ready to make some big changes in the world , one bite at a time </a:t>
            </a:r>
            <a:endParaRPr lang="en-US" dirty="0">
              <a:ea typeface="Calibri"/>
              <a:cs typeface="Calibri"/>
            </a:endParaRPr>
          </a:p>
          <a:p>
            <a:r>
              <a:rPr lang="en-US" dirty="0">
                <a:cs typeface="Calibri"/>
              </a:rPr>
              <a:t>Yes, we want to track this as well as we can, as soon as we can.. but if your mindset is "get rich, make demands" --  may want to wait until those things are squared away. Early days? I am mostly looking for people who would want this badly enough to volunteer. Time means more than $$ right now. Although; we also need &amp; want a LOT of $$$ </a:t>
            </a:r>
            <a:endParaRPr lang="en-US" dirty="0">
              <a:ea typeface="Calibri"/>
              <a:cs typeface="Calibri"/>
            </a:endParaRPr>
          </a:p>
        </p:txBody>
      </p:sp>
      <p:sp>
        <p:nvSpPr>
          <p:cNvPr id="5" name="Slide Number Placeholder 4">
            <a:extLst>
              <a:ext uri="{FF2B5EF4-FFF2-40B4-BE49-F238E27FC236}">
                <a16:creationId xmlns:a16="http://schemas.microsoft.com/office/drawing/2014/main" id="{B4B5DC64-43B9-4F9C-D53E-AE187DE1A854}"/>
              </a:ext>
            </a:extLst>
          </p:cNvPr>
          <p:cNvSpPr>
            <a:spLocks noGrp="1"/>
          </p:cNvSpPr>
          <p:nvPr>
            <p:ph type="sldNum" sz="quarter" idx="12"/>
          </p:nvPr>
        </p:nvSpPr>
        <p:spPr/>
        <p:txBody>
          <a:bodyPr/>
          <a:lstStyle/>
          <a:p>
            <a:fld id="{330EA680-D336-4FF7-8B7A-9848BB0A1C32}" type="slidenum">
              <a:rPr lang="en-US" smtClean="0"/>
              <a:t>52</a:t>
            </a:fld>
            <a:endParaRPr lang="en-US"/>
          </a:p>
        </p:txBody>
      </p:sp>
      <p:sp>
        <p:nvSpPr>
          <p:cNvPr id="4" name="Footer Placeholder 3">
            <a:extLst>
              <a:ext uri="{FF2B5EF4-FFF2-40B4-BE49-F238E27FC236}">
                <a16:creationId xmlns:a16="http://schemas.microsoft.com/office/drawing/2014/main" id="{A3021DCE-A9E7-D3FF-C3A3-AC3B92D806FE}"/>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4870856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80173-B3B5-CC73-FF33-5D32FFD9933C}"/>
              </a:ext>
            </a:extLst>
          </p:cNvPr>
          <p:cNvSpPr>
            <a:spLocks noGrp="1"/>
          </p:cNvSpPr>
          <p:nvPr>
            <p:ph type="title"/>
          </p:nvPr>
        </p:nvSpPr>
        <p:spPr/>
        <p:txBody>
          <a:bodyPr/>
          <a:lstStyle/>
          <a:p>
            <a:r>
              <a:rPr lang="en-US">
                <a:cs typeface="Calibri Light"/>
              </a:rPr>
              <a:t>Kick Starter ? Meetup? </a:t>
            </a:r>
          </a:p>
        </p:txBody>
      </p:sp>
      <p:sp>
        <p:nvSpPr>
          <p:cNvPr id="3" name="Content Placeholder 2">
            <a:extLst>
              <a:ext uri="{FF2B5EF4-FFF2-40B4-BE49-F238E27FC236}">
                <a16:creationId xmlns:a16="http://schemas.microsoft.com/office/drawing/2014/main" id="{E3140AD6-29F6-0D56-8236-D0ADD8B7A538}"/>
              </a:ext>
            </a:extLst>
          </p:cNvPr>
          <p:cNvSpPr>
            <a:spLocks noGrp="1"/>
          </p:cNvSpPr>
          <p:nvPr>
            <p:ph idx="1"/>
          </p:nvPr>
        </p:nvSpPr>
        <p:spPr/>
        <p:txBody>
          <a:bodyPr vert="horz" lIns="91440" tIns="45720" rIns="91440" bIns="45720" rtlCol="0" anchor="t">
            <a:normAutofit fontScale="85000" lnSpcReduction="20000"/>
          </a:bodyPr>
          <a:lstStyle/>
          <a:p>
            <a:r>
              <a:rPr lang="en-US" sz="2600">
                <a:cs typeface="Calibri"/>
              </a:rPr>
              <a:t>Start this under stories? May end up being all it ever is; words</a:t>
            </a:r>
            <a:endParaRPr lang="en-US" sz="2600">
              <a:ea typeface="Calibri"/>
              <a:cs typeface="Calibri"/>
            </a:endParaRPr>
          </a:p>
          <a:p>
            <a:r>
              <a:rPr lang="en-US">
                <a:cs typeface="Calibri"/>
              </a:rPr>
              <a:t>Start this under Games? We need an MMO RPG as Concierge</a:t>
            </a:r>
            <a:endParaRPr lang="en-US">
              <a:ea typeface="Calibri"/>
              <a:cs typeface="Calibri"/>
            </a:endParaRPr>
          </a:p>
          <a:p>
            <a:r>
              <a:rPr lang="en-US">
                <a:cs typeface="Calibri"/>
              </a:rPr>
              <a:t>We </a:t>
            </a:r>
            <a:r>
              <a:rPr lang="en-US" i="1">
                <a:cs typeface="Calibri"/>
              </a:rPr>
              <a:t>are</a:t>
            </a:r>
            <a:r>
              <a:rPr lang="en-US">
                <a:cs typeface="Calibri"/>
              </a:rPr>
              <a:t> starting a restaurant, so.. </a:t>
            </a:r>
          </a:p>
          <a:p>
            <a:pPr lvl="1"/>
            <a:r>
              <a:rPr lang="en-US">
                <a:cs typeface="Calibri"/>
              </a:rPr>
              <a:t>$250 gets you one "rolling meal" voucher in a shared booth</a:t>
            </a:r>
          </a:p>
          <a:p>
            <a:pPr lvl="1"/>
            <a:r>
              <a:rPr lang="en-US">
                <a:cs typeface="Calibri"/>
              </a:rPr>
              <a:t>$2,500 gets a credit toward a </a:t>
            </a:r>
            <a:r>
              <a:rPr lang="en-US" i="1">
                <a:cs typeface="Calibri"/>
              </a:rPr>
              <a:t>down-payment</a:t>
            </a:r>
            <a:r>
              <a:rPr lang="en-US">
                <a:cs typeface="Calibri"/>
              </a:rPr>
              <a:t>* on your own personal B-sized</a:t>
            </a:r>
            <a:endParaRPr lang="en-US">
              <a:ea typeface="Calibri"/>
              <a:cs typeface="Calibri"/>
            </a:endParaRPr>
          </a:p>
          <a:p>
            <a:pPr lvl="2"/>
            <a:r>
              <a:rPr lang="en-US">
                <a:cs typeface="Calibri"/>
              </a:rPr>
              <a:t>*no way of knowing final price, at this moment. Goal would be that some entry level versions with (bamboo, screen, rattan) could be kept ~ $2500?</a:t>
            </a:r>
          </a:p>
          <a:p>
            <a:r>
              <a:rPr lang="en-US">
                <a:cs typeface="Calibri"/>
              </a:rPr>
              <a:t>I have nothing to send anybody, yet.. So for now – hoping to sell this as a story.. </a:t>
            </a:r>
          </a:p>
          <a:p>
            <a:pPr lvl="1"/>
            <a:r>
              <a:rPr lang="en-US">
                <a:cs typeface="Calibri"/>
              </a:rPr>
              <a:t>What 'swag' do we sell?</a:t>
            </a:r>
          </a:p>
          <a:p>
            <a:pPr lvl="1"/>
            <a:r>
              <a:rPr lang="en-US">
                <a:cs typeface="Calibri"/>
              </a:rPr>
              <a:t>What about RF cards..? Loaded with codes for Rides / etc.?</a:t>
            </a:r>
          </a:p>
          <a:p>
            <a:r>
              <a:rPr lang="en-US">
                <a:cs typeface="Calibri"/>
              </a:rPr>
              <a:t>So – Here was the story! If it was worth $1 - I'd love to hear from you </a:t>
            </a:r>
            <a:endParaRPr lang="en-US">
              <a:ea typeface="Calibri"/>
              <a:cs typeface="Calibri"/>
            </a:endParaRPr>
          </a:p>
          <a:p>
            <a:r>
              <a:rPr lang="en-US">
                <a:cs typeface="Calibri"/>
              </a:rPr>
              <a:t>Next (or soon?) kick starter will be for a game – need to connect with some folks who can help with development </a:t>
            </a:r>
            <a:endParaRPr lang="en-US">
              <a:ea typeface="Calibri"/>
              <a:cs typeface="Calibri"/>
            </a:endParaRPr>
          </a:p>
        </p:txBody>
      </p:sp>
      <p:sp>
        <p:nvSpPr>
          <p:cNvPr id="5" name="Slide Number Placeholder 4">
            <a:extLst>
              <a:ext uri="{FF2B5EF4-FFF2-40B4-BE49-F238E27FC236}">
                <a16:creationId xmlns:a16="http://schemas.microsoft.com/office/drawing/2014/main" id="{90397E48-BF50-7EFD-9745-2FB1914ED24F}"/>
              </a:ext>
            </a:extLst>
          </p:cNvPr>
          <p:cNvSpPr>
            <a:spLocks noGrp="1"/>
          </p:cNvSpPr>
          <p:nvPr>
            <p:ph type="sldNum" sz="quarter" idx="12"/>
          </p:nvPr>
        </p:nvSpPr>
        <p:spPr/>
        <p:txBody>
          <a:bodyPr/>
          <a:lstStyle/>
          <a:p>
            <a:fld id="{330EA680-D336-4FF7-8B7A-9848BB0A1C32}" type="slidenum">
              <a:rPr lang="en-US" smtClean="0"/>
              <a:t>53</a:t>
            </a:fld>
            <a:endParaRPr lang="en-US"/>
          </a:p>
        </p:txBody>
      </p:sp>
      <p:sp>
        <p:nvSpPr>
          <p:cNvPr id="4" name="Footer Placeholder 3">
            <a:extLst>
              <a:ext uri="{FF2B5EF4-FFF2-40B4-BE49-F238E27FC236}">
                <a16:creationId xmlns:a16="http://schemas.microsoft.com/office/drawing/2014/main" id="{AF08BE15-B414-500F-74D6-F447CBB66D00}"/>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1090339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3A037-6859-8AC4-94F1-CDA730FFF00E}"/>
              </a:ext>
            </a:extLst>
          </p:cNvPr>
          <p:cNvSpPr>
            <a:spLocks noGrp="1"/>
          </p:cNvSpPr>
          <p:nvPr>
            <p:ph type="title"/>
          </p:nvPr>
        </p:nvSpPr>
        <p:spPr/>
        <p:txBody>
          <a:bodyPr/>
          <a:lstStyle/>
          <a:p>
            <a:r>
              <a:rPr lang="en-US">
                <a:ea typeface="Calibri Light"/>
                <a:cs typeface="Calibri Light"/>
              </a:rPr>
              <a:t>Addendum – Webcam on the Moon</a:t>
            </a:r>
            <a:endParaRPr lang="en-US"/>
          </a:p>
        </p:txBody>
      </p:sp>
      <p:sp>
        <p:nvSpPr>
          <p:cNvPr id="3" name="Content Placeholder 2">
            <a:extLst>
              <a:ext uri="{FF2B5EF4-FFF2-40B4-BE49-F238E27FC236}">
                <a16:creationId xmlns:a16="http://schemas.microsoft.com/office/drawing/2014/main" id="{A3C0D4D8-582A-F3CA-2766-0DE69A56D4C7}"/>
              </a:ext>
            </a:extLst>
          </p:cNvPr>
          <p:cNvSpPr>
            <a:spLocks noGrp="1"/>
          </p:cNvSpPr>
          <p:nvPr>
            <p:ph idx="1"/>
          </p:nvPr>
        </p:nvSpPr>
        <p:spPr/>
        <p:txBody>
          <a:bodyPr vert="horz" lIns="91440" tIns="45720" rIns="91440" bIns="45720" rtlCol="0" anchor="t">
            <a:normAutofit/>
          </a:bodyPr>
          <a:lstStyle/>
          <a:p>
            <a:r>
              <a:rPr lang="en-US">
                <a:ea typeface="Calibri"/>
                <a:cs typeface="Calibri"/>
              </a:rPr>
              <a:t>Why don't we have a webcam with live nonstop footage of what the moon's face – which never turns from earth – sees, 24/7 ??</a:t>
            </a:r>
          </a:p>
          <a:p>
            <a:r>
              <a:rPr lang="en-US">
                <a:ea typeface="Calibri"/>
                <a:cs typeface="Calibri"/>
              </a:rPr>
              <a:t>And please may we remedy that? I feel like this is actually a worthy endeavor, on its own.. Let's get a webcam on the moon, ffs</a:t>
            </a:r>
          </a:p>
          <a:p>
            <a:r>
              <a:rPr lang="en-US">
                <a:ea typeface="Calibri"/>
                <a:cs typeface="Calibri"/>
              </a:rPr>
              <a:t>ASAP – this is definitely a high priority item, for as soon as humanly possible</a:t>
            </a:r>
          </a:p>
        </p:txBody>
      </p:sp>
      <p:sp>
        <p:nvSpPr>
          <p:cNvPr id="5" name="Slide Number Placeholder 4">
            <a:extLst>
              <a:ext uri="{FF2B5EF4-FFF2-40B4-BE49-F238E27FC236}">
                <a16:creationId xmlns:a16="http://schemas.microsoft.com/office/drawing/2014/main" id="{BE186059-B420-8A1E-B15B-07AAE9D66D9D}"/>
              </a:ext>
            </a:extLst>
          </p:cNvPr>
          <p:cNvSpPr>
            <a:spLocks noGrp="1"/>
          </p:cNvSpPr>
          <p:nvPr>
            <p:ph type="sldNum" sz="quarter" idx="12"/>
          </p:nvPr>
        </p:nvSpPr>
        <p:spPr/>
        <p:txBody>
          <a:bodyPr/>
          <a:lstStyle/>
          <a:p>
            <a:fld id="{330EA680-D336-4FF7-8B7A-9848BB0A1C32}" type="slidenum">
              <a:rPr lang="en-US" smtClean="0"/>
              <a:t>54</a:t>
            </a:fld>
            <a:endParaRPr lang="en-US"/>
          </a:p>
        </p:txBody>
      </p:sp>
      <p:sp>
        <p:nvSpPr>
          <p:cNvPr id="4" name="Footer Placeholder 3">
            <a:extLst>
              <a:ext uri="{FF2B5EF4-FFF2-40B4-BE49-F238E27FC236}">
                <a16:creationId xmlns:a16="http://schemas.microsoft.com/office/drawing/2014/main" id="{74F1ED14-F81D-52A1-3CAD-1608ECE3012D}"/>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5363718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F102E-E259-88DD-3AD0-39AA23C1E14E}"/>
              </a:ext>
            </a:extLst>
          </p:cNvPr>
          <p:cNvSpPr>
            <a:spLocks noGrp="1"/>
          </p:cNvSpPr>
          <p:nvPr>
            <p:ph type="title"/>
          </p:nvPr>
        </p:nvSpPr>
        <p:spPr/>
        <p:txBody>
          <a:bodyPr/>
          <a:lstStyle/>
          <a:p>
            <a:r>
              <a:rPr lang="en-US" dirty="0">
                <a:cs typeface="Calibri Light"/>
              </a:rPr>
              <a:t>Addendum - "ice halo" - tackle global warming</a:t>
            </a:r>
          </a:p>
        </p:txBody>
      </p:sp>
      <p:sp>
        <p:nvSpPr>
          <p:cNvPr id="3" name="Content Placeholder 2">
            <a:extLst>
              <a:ext uri="{FF2B5EF4-FFF2-40B4-BE49-F238E27FC236}">
                <a16:creationId xmlns:a16="http://schemas.microsoft.com/office/drawing/2014/main" id="{C04151B2-B1AD-2D0C-5740-3000E828F1AC}"/>
              </a:ext>
            </a:extLst>
          </p:cNvPr>
          <p:cNvSpPr>
            <a:spLocks noGrp="1"/>
          </p:cNvSpPr>
          <p:nvPr>
            <p:ph idx="1"/>
          </p:nvPr>
        </p:nvSpPr>
        <p:spPr/>
        <p:txBody>
          <a:bodyPr vert="horz" lIns="91440" tIns="45720" rIns="91440" bIns="45720" rtlCol="0" anchor="t">
            <a:normAutofit/>
          </a:bodyPr>
          <a:lstStyle/>
          <a:p>
            <a:r>
              <a:rPr lang="en-US" dirty="0">
                <a:cs typeface="Calibri"/>
              </a:rPr>
              <a:t>Experiment w propulsion in upper atmosphere</a:t>
            </a:r>
          </a:p>
          <a:p>
            <a:pPr lvl="1"/>
            <a:r>
              <a:rPr lang="en-US" dirty="0">
                <a:cs typeface="Calibri"/>
              </a:rPr>
              <a:t>Blast ribbons of steam – very wide contrails, lasting potentially hours</a:t>
            </a:r>
          </a:p>
          <a:p>
            <a:r>
              <a:rPr lang="en-US" dirty="0">
                <a:cs typeface="Calibri"/>
              </a:rPr>
              <a:t>We can actually get started w this right away </a:t>
            </a:r>
            <a:endParaRPr lang="en-US">
              <a:cs typeface="Calibri" panose="020F0502020204030204"/>
            </a:endParaRPr>
          </a:p>
          <a:p>
            <a:r>
              <a:rPr lang="en-US" dirty="0">
                <a:cs typeface="Calibri"/>
              </a:rPr>
              <a:t>No "backwards" (not petroleum based, or excessively hot) </a:t>
            </a:r>
            <a:endParaRPr lang="en-US">
              <a:cs typeface="Calibri" panose="020F0502020204030204"/>
            </a:endParaRPr>
          </a:p>
          <a:p>
            <a:endParaRPr lang="en-US" dirty="0">
              <a:cs typeface="Calibri"/>
            </a:endParaRPr>
          </a:p>
        </p:txBody>
      </p:sp>
      <p:sp>
        <p:nvSpPr>
          <p:cNvPr id="4" name="Footer Placeholder 3">
            <a:extLst>
              <a:ext uri="{FF2B5EF4-FFF2-40B4-BE49-F238E27FC236}">
                <a16:creationId xmlns:a16="http://schemas.microsoft.com/office/drawing/2014/main" id="{B53C9EAA-CE95-3CC8-65B8-D1D35299920A}"/>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9FC99827-50E2-B8AE-DBDA-28A8E174EA22}"/>
              </a:ext>
            </a:extLst>
          </p:cNvPr>
          <p:cNvSpPr>
            <a:spLocks noGrp="1"/>
          </p:cNvSpPr>
          <p:nvPr>
            <p:ph type="sldNum" sz="quarter" idx="12"/>
          </p:nvPr>
        </p:nvSpPr>
        <p:spPr/>
        <p:txBody>
          <a:bodyPr/>
          <a:lstStyle/>
          <a:p>
            <a:fld id="{330EA680-D336-4FF7-8B7A-9848BB0A1C32}" type="slidenum">
              <a:rPr lang="en-US" smtClean="0"/>
              <a:t>55</a:t>
            </a:fld>
            <a:endParaRPr lang="en-US"/>
          </a:p>
        </p:txBody>
      </p:sp>
    </p:spTree>
    <p:extLst>
      <p:ext uri="{BB962C8B-B14F-4D97-AF65-F5344CB8AC3E}">
        <p14:creationId xmlns:p14="http://schemas.microsoft.com/office/powerpoint/2010/main" val="13635897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F8E9A-5D3A-D8CF-ECB5-7C6A70492C1B}"/>
              </a:ext>
            </a:extLst>
          </p:cNvPr>
          <p:cNvSpPr>
            <a:spLocks noGrp="1"/>
          </p:cNvSpPr>
          <p:nvPr>
            <p:ph type="title"/>
          </p:nvPr>
        </p:nvSpPr>
        <p:spPr/>
        <p:txBody>
          <a:bodyPr/>
          <a:lstStyle/>
          <a:p>
            <a:r>
              <a:rPr lang="en-US">
                <a:ea typeface="Calibri Light"/>
                <a:cs typeface="Calibri Light"/>
              </a:rPr>
              <a:t>Addendum – "Peel Back Time" &amp; have a see</a:t>
            </a:r>
            <a:endParaRPr lang="en-US"/>
          </a:p>
        </p:txBody>
      </p:sp>
      <p:sp>
        <p:nvSpPr>
          <p:cNvPr id="3" name="Content Placeholder 2">
            <a:extLst>
              <a:ext uri="{FF2B5EF4-FFF2-40B4-BE49-F238E27FC236}">
                <a16:creationId xmlns:a16="http://schemas.microsoft.com/office/drawing/2014/main" id="{D69A567F-FFA9-404D-99D7-C7D9CEAD062C}"/>
              </a:ext>
            </a:extLst>
          </p:cNvPr>
          <p:cNvSpPr>
            <a:spLocks noGrp="1"/>
          </p:cNvSpPr>
          <p:nvPr>
            <p:ph idx="1"/>
          </p:nvPr>
        </p:nvSpPr>
        <p:spPr/>
        <p:txBody>
          <a:bodyPr vert="horz" lIns="91440" tIns="45720" rIns="91440" bIns="45720" rtlCol="0" anchor="t">
            <a:normAutofit fontScale="55000" lnSpcReduction="20000"/>
          </a:bodyPr>
          <a:lstStyle/>
          <a:p>
            <a:endParaRPr lang="en-US">
              <a:ea typeface="Calibri"/>
              <a:cs typeface="Calibri"/>
            </a:endParaRPr>
          </a:p>
          <a:p>
            <a:r>
              <a:rPr lang="en-US">
                <a:ea typeface="Calibri"/>
                <a:cs typeface="Calibri"/>
              </a:rPr>
              <a:t>I am intrigued by this.. If </a:t>
            </a:r>
            <a:r>
              <a:rPr lang="en-US">
                <a:ea typeface="Calibri"/>
                <a:cs typeface="Calibri"/>
                <a:hlinkClick r:id="rId2"/>
              </a:rPr>
              <a:t>Quantum Entanglement</a:t>
            </a:r>
            <a:r>
              <a:rPr lang="en-US">
                <a:ea typeface="Calibri"/>
                <a:cs typeface="Calibri"/>
              </a:rPr>
              <a:t> is truly a thing – then we can look backwards. Only by a little (8 minutes, max) and with a very limited range (it'll have to by high noon or so, local time) but .. we could theoretically do this (?) - for a lot of $$ </a:t>
            </a:r>
          </a:p>
          <a:p>
            <a:r>
              <a:rPr lang="en-US">
                <a:ea typeface="Calibri"/>
                <a:cs typeface="Calibri"/>
              </a:rPr>
              <a:t>Form 3* concentric but offset rings of telescopes in offset orbit. Each is equipped with one of these entangled computers</a:t>
            </a:r>
          </a:p>
          <a:p>
            <a:pPr lvl="1"/>
            <a:r>
              <a:rPr lang="en-US">
                <a:ea typeface="Calibri"/>
                <a:cs typeface="Calibri"/>
              </a:rPr>
              <a:t>3 rings lets us test a separate | additional theory, plus provides greater coverage and redundancy </a:t>
            </a:r>
          </a:p>
          <a:p>
            <a:r>
              <a:rPr lang="en-US">
                <a:ea typeface="Calibri"/>
                <a:cs typeface="Calibri"/>
              </a:rPr>
              <a:t>If a crime was committed at exactly 12:00 : High Noon in any given city – the coordinates are given to these satellites, which turn their apertures on that location. </a:t>
            </a:r>
          </a:p>
          <a:p>
            <a:r>
              <a:rPr lang="en-US">
                <a:ea typeface="Calibri"/>
                <a:cs typeface="Calibri"/>
              </a:rPr>
              <a:t>Allowing for instant connection between crime -&gt; earth system notified -&gt; signal sent -&gt; signal received -&gt; &amp; telescopes aimed.. :) the video feed that those telescopes are seeing is from 11:52 or so.. </a:t>
            </a:r>
          </a:p>
          <a:p>
            <a:r>
              <a:rPr lang="en-US">
                <a:ea typeface="Calibri"/>
                <a:cs typeface="Calibri"/>
              </a:rPr>
              <a:t>The rest is limited by normal. Allowing for zero-lag on connecting pieces; by 12:08 we begin receiving images from 11:52</a:t>
            </a:r>
          </a:p>
          <a:p>
            <a:r>
              <a:rPr lang="en-US">
                <a:ea typeface="Calibri"/>
                <a:cs typeface="Calibri"/>
              </a:rPr>
              <a:t>We get to watch the events not only of the </a:t>
            </a:r>
            <a:r>
              <a:rPr lang="en-US" i="1">
                <a:ea typeface="Calibri"/>
                <a:cs typeface="Calibri"/>
              </a:rPr>
              <a:t>crime itself</a:t>
            </a:r>
            <a:r>
              <a:rPr lang="en-US">
                <a:ea typeface="Calibri"/>
                <a:cs typeface="Calibri"/>
              </a:rPr>
              <a:t>.. but the events of </a:t>
            </a:r>
            <a:r>
              <a:rPr lang="en-US" i="1">
                <a:ea typeface="Calibri"/>
                <a:cs typeface="Calibri"/>
              </a:rPr>
              <a:t>several minutes leading up</a:t>
            </a:r>
            <a:r>
              <a:rPr lang="en-US">
                <a:ea typeface="Calibri"/>
                <a:cs typeface="Calibri"/>
              </a:rPr>
              <a:t> to that moment </a:t>
            </a:r>
          </a:p>
          <a:p>
            <a:r>
              <a:rPr lang="en-US">
                <a:ea typeface="Calibri"/>
                <a:cs typeface="Calibri"/>
              </a:rPr>
              <a:t>We can't be sure of what else might happen when we have system which would be -- presumably – bidirectional. I don't know what (if anything, honestly...) lies around that corner. But in the "About Me" section of all of this.. I must know. Like Sam Neill in </a:t>
            </a:r>
            <a:r>
              <a:rPr lang="en-US">
                <a:ea typeface="Calibri"/>
                <a:cs typeface="Calibri"/>
                <a:hlinkClick r:id="rId3"/>
              </a:rPr>
              <a:t>Event Horizon</a:t>
            </a:r>
            <a:r>
              <a:rPr lang="en-US">
                <a:ea typeface="Calibri"/>
                <a:cs typeface="Calibri"/>
              </a:rPr>
              <a:t>, I can't </a:t>
            </a:r>
            <a:r>
              <a:rPr lang="en-US" i="1">
                <a:ea typeface="Calibri"/>
                <a:cs typeface="Calibri"/>
              </a:rPr>
              <a:t>not</a:t>
            </a:r>
            <a:r>
              <a:rPr lang="en-US">
                <a:ea typeface="Calibri"/>
                <a:cs typeface="Calibri"/>
              </a:rPr>
              <a:t> look.. :) </a:t>
            </a:r>
          </a:p>
          <a:p>
            <a:pPr lvl="1"/>
            <a:r>
              <a:rPr lang="en-US">
                <a:ea typeface="Calibri"/>
                <a:cs typeface="Calibri"/>
              </a:rPr>
              <a:t>But also - I want to check in with the world, first.. Like what do we think? Do we peel back the veil of time and see if there's secrets hidden? I vote "Yes"</a:t>
            </a:r>
          </a:p>
          <a:p>
            <a:r>
              <a:rPr lang="en-US">
                <a:ea typeface="Calibri"/>
                <a:cs typeface="Calibri"/>
              </a:rPr>
              <a:t>Not sure anyone else sees value in a police force that would be able to look backwards through time as part of its crime-fighting..</a:t>
            </a:r>
          </a:p>
          <a:p>
            <a:r>
              <a:rPr lang="en-US">
                <a:ea typeface="Calibri"/>
                <a:cs typeface="Calibri"/>
              </a:rPr>
              <a:t>Again – That could never be the property of ANY single entity -- Person, Company, Govt entity.. </a:t>
            </a:r>
          </a:p>
          <a:p>
            <a:pPr marL="0" indent="0">
              <a:buNone/>
            </a:pPr>
            <a:endParaRPr lang="en-US">
              <a:ea typeface="Calibri"/>
              <a:cs typeface="Calibri"/>
            </a:endParaRPr>
          </a:p>
        </p:txBody>
      </p:sp>
      <p:sp>
        <p:nvSpPr>
          <p:cNvPr id="5" name="Slide Number Placeholder 4">
            <a:extLst>
              <a:ext uri="{FF2B5EF4-FFF2-40B4-BE49-F238E27FC236}">
                <a16:creationId xmlns:a16="http://schemas.microsoft.com/office/drawing/2014/main" id="{650BD85B-7570-4ECD-4813-569DEF680CCF}"/>
              </a:ext>
            </a:extLst>
          </p:cNvPr>
          <p:cNvSpPr>
            <a:spLocks noGrp="1"/>
          </p:cNvSpPr>
          <p:nvPr>
            <p:ph type="sldNum" sz="quarter" idx="12"/>
          </p:nvPr>
        </p:nvSpPr>
        <p:spPr/>
        <p:txBody>
          <a:bodyPr/>
          <a:lstStyle/>
          <a:p>
            <a:fld id="{330EA680-D336-4FF7-8B7A-9848BB0A1C32}" type="slidenum">
              <a:rPr lang="en-US" smtClean="0"/>
              <a:t>56</a:t>
            </a:fld>
            <a:endParaRPr lang="en-US"/>
          </a:p>
        </p:txBody>
      </p:sp>
      <p:sp>
        <p:nvSpPr>
          <p:cNvPr id="4" name="Footer Placeholder 3">
            <a:extLst>
              <a:ext uri="{FF2B5EF4-FFF2-40B4-BE49-F238E27FC236}">
                <a16:creationId xmlns:a16="http://schemas.microsoft.com/office/drawing/2014/main" id="{7293D9E2-6150-EEE2-FC3B-86EF6CAEEBB8}"/>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2279057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806A-D5CC-5961-9566-95787A55C77B}"/>
              </a:ext>
            </a:extLst>
          </p:cNvPr>
          <p:cNvSpPr>
            <a:spLocks noGrp="1"/>
          </p:cNvSpPr>
          <p:nvPr>
            <p:ph type="title"/>
          </p:nvPr>
        </p:nvSpPr>
        <p:spPr/>
        <p:txBody>
          <a:bodyPr/>
          <a:lstStyle/>
          <a:p>
            <a:r>
              <a:rPr lang="en-US">
                <a:ea typeface="Calibri Light"/>
                <a:cs typeface="Calibri Light"/>
              </a:rPr>
              <a:t>Addendum – "Morality Police" -&gt; Tranquility?</a:t>
            </a:r>
            <a:endParaRPr lang="en-US"/>
          </a:p>
        </p:txBody>
      </p:sp>
      <p:sp>
        <p:nvSpPr>
          <p:cNvPr id="3" name="Content Placeholder 2">
            <a:extLst>
              <a:ext uri="{FF2B5EF4-FFF2-40B4-BE49-F238E27FC236}">
                <a16:creationId xmlns:a16="http://schemas.microsoft.com/office/drawing/2014/main" id="{A671A715-3108-8E98-50D4-DA14196AE3B9}"/>
              </a:ext>
            </a:extLst>
          </p:cNvPr>
          <p:cNvSpPr>
            <a:spLocks noGrp="1"/>
          </p:cNvSpPr>
          <p:nvPr>
            <p:ph idx="1"/>
          </p:nvPr>
        </p:nvSpPr>
        <p:spPr/>
        <p:txBody>
          <a:bodyPr vert="horz" lIns="91440" tIns="45720" rIns="91440" bIns="45720" rtlCol="0" anchor="t">
            <a:normAutofit fontScale="47500" lnSpcReduction="20000"/>
          </a:bodyPr>
          <a:lstStyle/>
          <a:p>
            <a:r>
              <a:rPr lang="en-US">
                <a:ea typeface="Calibri"/>
                <a:cs typeface="Calibri"/>
              </a:rPr>
              <a:t>I struggle with saying something like; 'please leave your agendas at the door'</a:t>
            </a:r>
          </a:p>
          <a:p>
            <a:r>
              <a:rPr lang="en-US">
                <a:ea typeface="Calibri"/>
                <a:cs typeface="Calibri"/>
              </a:rPr>
              <a:t>I know how important your thing is.. And I know you're justified, because after all; "THEM". I know how much you don't care for them. But; I know them. I had a barbecue with them, just last week. That thing they do that </a:t>
            </a:r>
            <a:r>
              <a:rPr lang="en-US" i="1">
                <a:ea typeface="Calibri"/>
                <a:cs typeface="Calibri"/>
              </a:rPr>
              <a:t>you</a:t>
            </a:r>
            <a:r>
              <a:rPr lang="en-US">
                <a:ea typeface="Calibri"/>
                <a:cs typeface="Calibri"/>
              </a:rPr>
              <a:t> hate? They insisted they be allowed. I told them no. Gotta say that same, here, to you. I know how important it is.. But it has to stay outside. </a:t>
            </a:r>
          </a:p>
          <a:p>
            <a:r>
              <a:rPr lang="en-US" sz="2700">
                <a:ea typeface="Calibri"/>
                <a:cs typeface="Calibri"/>
              </a:rPr>
              <a:t>Enough Proselytizing. </a:t>
            </a:r>
            <a:r>
              <a:rPr lang="en-US">
                <a:ea typeface="Calibri"/>
                <a:cs typeface="Calibri"/>
              </a:rPr>
              <a:t>Enough "mudslinging", I don't just mean politicians. Enough banners &amp; flags of all kinds. If it's any of a whole host of things currently tearing this country (&amp; the world) apart; I don't want it waved around in the parks</a:t>
            </a:r>
          </a:p>
          <a:p>
            <a:r>
              <a:rPr lang="en-US">
                <a:ea typeface="Calibri"/>
                <a:cs typeface="Calibri"/>
              </a:rPr>
              <a:t>Do we have the authority (or – for that matter – maybe even a moral obligation?) to say such things? </a:t>
            </a:r>
          </a:p>
          <a:p>
            <a:r>
              <a:rPr lang="en-US">
                <a:ea typeface="Calibri"/>
                <a:cs typeface="Calibri"/>
              </a:rPr>
              <a:t>I know, I know; WAY out of my lane.. But - I am at least going to be posing that question, if given half a chance. &amp; I'd welcome your input </a:t>
            </a:r>
          </a:p>
          <a:p>
            <a:r>
              <a:rPr lang="en-US">
                <a:ea typeface="Calibri"/>
                <a:cs typeface="Calibri"/>
              </a:rPr>
              <a:t>I feel we all deserve Parks ("Good -  D/C quality"). Inside of the parks; Oases ("Great – B"). In small pockets of Maximum Zen; Edens ("Perfect A-A++"). Picture a Japanese Garden. Let's create thousands of those, all over. If you are at peace with the people around you – you can </a:t>
            </a:r>
            <a:r>
              <a:rPr lang="en-US" i="1">
                <a:ea typeface="Calibri"/>
                <a:cs typeface="Calibri"/>
              </a:rPr>
              <a:t>earn</a:t>
            </a:r>
            <a:r>
              <a:rPr lang="en-US">
                <a:ea typeface="Calibri"/>
                <a:cs typeface="Calibri"/>
              </a:rPr>
              <a:t> visits there. Frank just gets them for you, based on feedback from interactions. He's always got you enrolled in that "Lottery" </a:t>
            </a:r>
          </a:p>
          <a:p>
            <a:r>
              <a:rPr lang="en-US">
                <a:ea typeface="Calibri"/>
                <a:cs typeface="Calibri"/>
              </a:rPr>
              <a:t>Honestly – there's No Way we create "Eden" when we are screaming at each other like this</a:t>
            </a:r>
          </a:p>
          <a:p>
            <a:r>
              <a:rPr lang="en-US">
                <a:ea typeface="Calibri"/>
                <a:cs typeface="Calibri"/>
              </a:rPr>
              <a:t>So – if you think </a:t>
            </a:r>
            <a:r>
              <a:rPr lang="en-US" i="1">
                <a:ea typeface="Calibri"/>
                <a:cs typeface="Calibri"/>
              </a:rPr>
              <a:t>your</a:t>
            </a:r>
            <a:r>
              <a:rPr lang="en-US">
                <a:ea typeface="Calibri"/>
                <a:cs typeface="Calibri"/>
              </a:rPr>
              <a:t> agenda – sorry – don't care which – supersedes that; I am sorry - I want this to be a club, not an "open to the public" business... I'd rather not do it at all, if we can't have at least ONE spot on this earth where we can be free of the damn noise.. Serenity Now!  :) </a:t>
            </a:r>
          </a:p>
          <a:p>
            <a:r>
              <a:rPr lang="en-US">
                <a:ea typeface="Calibri"/>
                <a:cs typeface="Calibri"/>
              </a:rPr>
              <a:t>I choose tranquility &amp; the pursuit of flying cars. If it's legal to say that that is the Guiding Principle #  1 ? .. those are the only two agenda items permitted. Everything else has to wait outside. Politics | Religion | Sexuality-related boundary-trampling | anything "incendiary" on the world stage.. I can only create a break from that (I feel?) by focusing on nature &amp; flying cars</a:t>
            </a:r>
          </a:p>
          <a:p>
            <a:r>
              <a:rPr lang="en-US">
                <a:ea typeface="Calibri"/>
                <a:cs typeface="Calibri"/>
              </a:rPr>
              <a:t>Part </a:t>
            </a:r>
            <a:r>
              <a:rPr lang="en-US" sz="2700">
                <a:ea typeface="Calibri"/>
                <a:cs typeface="Calibri"/>
              </a:rPr>
              <a:t>Rebel Scum. BORN Rebel Scum</a:t>
            </a:r>
            <a:r>
              <a:rPr lang="en-US">
                <a:ea typeface="Calibri"/>
                <a:cs typeface="Calibri"/>
              </a:rPr>
              <a:t>! But also part Empire. Sorry.. I honestly don't feel that we get there in the current state of humanity being nearly devoid of anything like accountability. Or a willingness to sit down, listen, &amp; compromise... Someone is going to need to codify that into the conditionality for something that people reach a place where they want it so bad; they're willing to agree to live a little tiny bit beyond "I GOT RIGHTS"</a:t>
            </a:r>
          </a:p>
        </p:txBody>
      </p:sp>
      <p:sp>
        <p:nvSpPr>
          <p:cNvPr id="5" name="Slide Number Placeholder 4">
            <a:extLst>
              <a:ext uri="{FF2B5EF4-FFF2-40B4-BE49-F238E27FC236}">
                <a16:creationId xmlns:a16="http://schemas.microsoft.com/office/drawing/2014/main" id="{D4161AAF-C6B2-9C61-466A-86A1373791F6}"/>
              </a:ext>
            </a:extLst>
          </p:cNvPr>
          <p:cNvSpPr>
            <a:spLocks noGrp="1"/>
          </p:cNvSpPr>
          <p:nvPr>
            <p:ph type="sldNum" sz="quarter" idx="12"/>
          </p:nvPr>
        </p:nvSpPr>
        <p:spPr/>
        <p:txBody>
          <a:bodyPr/>
          <a:lstStyle/>
          <a:p>
            <a:fld id="{330EA680-D336-4FF7-8B7A-9848BB0A1C32}" type="slidenum">
              <a:rPr lang="en-US" smtClean="0"/>
              <a:t>57</a:t>
            </a:fld>
            <a:endParaRPr lang="en-US"/>
          </a:p>
        </p:txBody>
      </p:sp>
      <p:sp>
        <p:nvSpPr>
          <p:cNvPr id="4" name="Footer Placeholder 3">
            <a:extLst>
              <a:ext uri="{FF2B5EF4-FFF2-40B4-BE49-F238E27FC236}">
                <a16:creationId xmlns:a16="http://schemas.microsoft.com/office/drawing/2014/main" id="{17163DFA-DA4C-9260-C497-9257CBB79A56}"/>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40986532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2F42E-71E2-E1A2-37B7-6E9C499FFAE7}"/>
              </a:ext>
            </a:extLst>
          </p:cNvPr>
          <p:cNvSpPr>
            <a:spLocks noGrp="1"/>
          </p:cNvSpPr>
          <p:nvPr>
            <p:ph type="title"/>
          </p:nvPr>
        </p:nvSpPr>
        <p:spPr/>
        <p:txBody>
          <a:bodyPr/>
          <a:lstStyle/>
          <a:p>
            <a:r>
              <a:rPr lang="en-US">
                <a:cs typeface="Calibri Light"/>
              </a:rPr>
              <a:t>Flying Cars – closing thoughts, for now.. </a:t>
            </a:r>
            <a:endParaRPr lang="en-US"/>
          </a:p>
        </p:txBody>
      </p:sp>
      <p:sp>
        <p:nvSpPr>
          <p:cNvPr id="3" name="Content Placeholder 2">
            <a:extLst>
              <a:ext uri="{FF2B5EF4-FFF2-40B4-BE49-F238E27FC236}">
                <a16:creationId xmlns:a16="http://schemas.microsoft.com/office/drawing/2014/main" id="{9467E316-5D91-2FB1-4C2B-A1567791A982}"/>
              </a:ext>
            </a:extLst>
          </p:cNvPr>
          <p:cNvSpPr>
            <a:spLocks noGrp="1"/>
          </p:cNvSpPr>
          <p:nvPr>
            <p:ph idx="1"/>
          </p:nvPr>
        </p:nvSpPr>
        <p:spPr/>
        <p:txBody>
          <a:bodyPr vert="horz" lIns="91440" tIns="45720" rIns="91440" bIns="45720" rtlCol="0" anchor="t">
            <a:normAutofit/>
          </a:bodyPr>
          <a:lstStyle/>
          <a:p>
            <a:r>
              <a:rPr lang="en-US">
                <a:cs typeface="Calibri"/>
              </a:rPr>
              <a:t>I don't want to pretend that any of this is "final form" or even remotely close to that.. I want to start some dialog, and see whose ideas are the most sought after by the widest groups of people</a:t>
            </a:r>
          </a:p>
          <a:p>
            <a:r>
              <a:rPr lang="en-US">
                <a:cs typeface="Calibri"/>
              </a:rPr>
              <a:t>All of these designs – for any part of all of this – can be made into whatever we need them to be. They could take years to get them right .. OR we can keep things modular</a:t>
            </a:r>
          </a:p>
        </p:txBody>
      </p:sp>
      <p:sp>
        <p:nvSpPr>
          <p:cNvPr id="5" name="Slide Number Placeholder 4">
            <a:extLst>
              <a:ext uri="{FF2B5EF4-FFF2-40B4-BE49-F238E27FC236}">
                <a16:creationId xmlns:a16="http://schemas.microsoft.com/office/drawing/2014/main" id="{2B9C54DF-533F-26EA-D248-FBEFE07D58E8}"/>
              </a:ext>
            </a:extLst>
          </p:cNvPr>
          <p:cNvSpPr>
            <a:spLocks noGrp="1"/>
          </p:cNvSpPr>
          <p:nvPr>
            <p:ph type="sldNum" sz="quarter" idx="12"/>
          </p:nvPr>
        </p:nvSpPr>
        <p:spPr/>
        <p:txBody>
          <a:bodyPr/>
          <a:lstStyle/>
          <a:p>
            <a:fld id="{330EA680-D336-4FF7-8B7A-9848BB0A1C32}" type="slidenum">
              <a:rPr lang="en-US" smtClean="0"/>
              <a:t>58</a:t>
            </a:fld>
            <a:endParaRPr lang="en-US"/>
          </a:p>
        </p:txBody>
      </p:sp>
      <p:sp>
        <p:nvSpPr>
          <p:cNvPr id="4" name="Footer Placeholder 3">
            <a:extLst>
              <a:ext uri="{FF2B5EF4-FFF2-40B4-BE49-F238E27FC236}">
                <a16:creationId xmlns:a16="http://schemas.microsoft.com/office/drawing/2014/main" id="{998DB161-18B7-3960-1DE7-D0E8672789B7}"/>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0566897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E4768-6983-B11B-4A22-94FEE4A698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55F04A-4181-E7B5-C4B4-2A9D034A063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DC417C29-032C-5339-D35A-7786BE390F06}"/>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47FFE488-A780-6E1F-9D60-0BB9BB5F8E4C}"/>
              </a:ext>
            </a:extLst>
          </p:cNvPr>
          <p:cNvSpPr>
            <a:spLocks noGrp="1"/>
          </p:cNvSpPr>
          <p:nvPr>
            <p:ph type="sldNum" sz="quarter" idx="12"/>
          </p:nvPr>
        </p:nvSpPr>
        <p:spPr/>
        <p:txBody>
          <a:bodyPr/>
          <a:lstStyle/>
          <a:p>
            <a:fld id="{330EA680-D336-4FF7-8B7A-9848BB0A1C32}" type="slidenum">
              <a:rPr lang="en-US" smtClean="0"/>
              <a:t>59</a:t>
            </a:fld>
            <a:endParaRPr lang="en-US"/>
          </a:p>
        </p:txBody>
      </p:sp>
    </p:spTree>
    <p:extLst>
      <p:ext uri="{BB962C8B-B14F-4D97-AF65-F5344CB8AC3E}">
        <p14:creationId xmlns:p14="http://schemas.microsoft.com/office/powerpoint/2010/main" val="17123506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59</Slides>
  <Notes>0</Notes>
  <HiddenSlides>0</HiddenSlide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office theme</vt:lpstr>
      <vt:lpstr>New Outline</vt:lpstr>
      <vt:lpstr>i am – Jeff DeRemer</vt:lpstr>
      <vt:lpstr>"Quick" versions of:</vt:lpstr>
      <vt:lpstr>Target Audience...[?]</vt:lpstr>
      <vt:lpstr>About Me</vt:lpstr>
      <vt:lpstr>About Me – 2 </vt:lpstr>
      <vt:lpstr>Just a Story</vt:lpstr>
      <vt:lpstr>Dream Big</vt:lpstr>
      <vt:lpstr>What if someone steals these ideas? [Ownership]</vt:lpstr>
      <vt:lpstr>Other people's [flying car]ideas</vt:lpstr>
      <vt:lpstr>Flying Cars – 1) Pods</vt:lpstr>
      <vt:lpstr>Flying Cars – 1) Pods - pg2</vt:lpstr>
      <vt:lpstr>Flying Cars – 2) 'Chassis'; Worries [Operations/Systems]</vt:lpstr>
      <vt:lpstr>Flying Cars  - Buses – Design</vt:lpstr>
      <vt:lpstr>Flying Cars 2) 'Chassis' / Mobility - Design </vt:lpstr>
      <vt:lpstr>Flying Cars – Buses – Hulls &amp; Balloons</vt:lpstr>
      <vt:lpstr>Flying Cars  - 3) Buses – Worries [Operation]</vt:lpstr>
      <vt:lpstr>Gliders</vt:lpstr>
      <vt:lpstr>Gliders – Taking Off Do you need this detail now? Can you grab a few details and add to prior slide?</vt:lpstr>
      <vt:lpstr>Glider Landings – Experimentation – Pods Same here – way too detailed. Maybe just grab one concept?</vt:lpstr>
      <vt:lpstr>Space Elevator</vt:lpstr>
      <vt:lpstr>Shipyard on top of the atmosphere</vt:lpstr>
      <vt:lpstr>Flying Cars – Cost</vt:lpstr>
      <vt:lpstr>Terran Astra Parks – not for profit Terran side </vt:lpstr>
      <vt:lpstr>Parks – "Lodging"  [What it's like/ painting a picture]</vt:lpstr>
      <vt:lpstr>Parks – Excitement  Maybe consolidate to one statement</vt:lpstr>
      <vt:lpstr>Parks – "Restaurants"</vt:lpstr>
      <vt:lpstr>Parks – Riding through</vt:lpstr>
      <vt:lpstr>Parks – Events  One idea here – open to events</vt:lpstr>
      <vt:lpstr>Parks – Funding - Pricing food, rides, etc.</vt:lpstr>
      <vt:lpstr>Peace Corps</vt:lpstr>
      <vt:lpstr>New Work – Work-a-Day / "Gig"</vt:lpstr>
      <vt:lpstr>New Work – Pay to Lease a Spot [&amp; Fill a Spot]</vt:lpstr>
      <vt:lpstr>Team Working – Design improvements</vt:lpstr>
      <vt:lpstr>New Work - Bounties</vt:lpstr>
      <vt:lpstr>New Work – Bounties &amp; The System  [Sample Bounties]</vt:lpstr>
      <vt:lpstr>Bounties – pg 2</vt:lpstr>
      <vt:lpstr>New Work - Governance</vt:lpstr>
      <vt:lpstr>Community – interactions  Need one statement that summarizes what trying to say here</vt:lpstr>
      <vt:lpstr>New Work – "Brewster's Millions"  [How Doing Work Contributes to Governance]</vt:lpstr>
      <vt:lpstr>New Work – "Pay*" - (*we need a different word than pay!)</vt:lpstr>
      <vt:lpstr>Terran-Astral Credits</vt:lpstr>
      <vt:lpstr>Partnerships </vt:lpstr>
      <vt:lpstr>Not For Profit – in Perpetuity</vt:lpstr>
      <vt:lpstr>Bill of Responsibilities – "Astral 'Constitution*'" *Again – need a better / different word </vt:lpstr>
      <vt:lpstr>Billionaires &amp; The Powers That Be</vt:lpstr>
      <vt:lpstr>Concierge</vt:lpstr>
      <vt:lpstr>New Lingua Franca  Give fair warning that this is technical</vt:lpstr>
      <vt:lpstr>Red Line</vt:lpstr>
      <vt:lpstr>"A Case for Weirdoes" … ?  :)</vt:lpstr>
      <vt:lpstr>Something to Believe In</vt:lpstr>
      <vt:lpstr>What's Next? </vt:lpstr>
      <vt:lpstr>Kick Starter ? Meetup? </vt:lpstr>
      <vt:lpstr>Addendum – Webcam on the Moon</vt:lpstr>
      <vt:lpstr>Addendum - "ice halo" - tackle global warming</vt:lpstr>
      <vt:lpstr>Addendum – "Peel Back Time" &amp; have a see</vt:lpstr>
      <vt:lpstr>Addendum – "Morality Police" -&gt; Tranquility?</vt:lpstr>
      <vt:lpstr>Flying Cars – closing thoughts, for now..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932</cp:revision>
  <dcterms:created xsi:type="dcterms:W3CDTF">2023-07-01T11:10:24Z</dcterms:created>
  <dcterms:modified xsi:type="dcterms:W3CDTF">2023-09-01T19:50:16Z</dcterms:modified>
</cp:coreProperties>
</file>