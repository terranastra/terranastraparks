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6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A024DC-4DCC-4B45-B511-EADE784530B4}" v="139" dt="2023-09-28T21:41:56.061"/>
    <p1510:client id="{BD94B4CA-D151-42E1-BF3F-3454F8544D96}" v="298" dt="2023-10-07T13:11:17.3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ff DeRemer" userId="a37f3d2d141577c5" providerId="Windows Live" clId="Web-{BD94B4CA-D151-42E1-BF3F-3454F8544D96}"/>
    <pc:docChg chg="addSld delSld modSld sldOrd">
      <pc:chgData name="Jeff DeRemer" userId="a37f3d2d141577c5" providerId="Windows Live" clId="Web-{BD94B4CA-D151-42E1-BF3F-3454F8544D96}" dt="2023-10-07T13:11:09.676" v="289" actId="20577"/>
      <pc:docMkLst>
        <pc:docMk/>
      </pc:docMkLst>
      <pc:sldChg chg="modSp ord">
        <pc:chgData name="Jeff DeRemer" userId="a37f3d2d141577c5" providerId="Windows Live" clId="Web-{BD94B4CA-D151-42E1-BF3F-3454F8544D96}" dt="2023-10-07T13:05:53.323" v="30"/>
        <pc:sldMkLst>
          <pc:docMk/>
          <pc:sldMk cId="109857222" sldId="256"/>
        </pc:sldMkLst>
        <pc:spChg chg="mod">
          <ac:chgData name="Jeff DeRemer" userId="a37f3d2d141577c5" providerId="Windows Live" clId="Web-{BD94B4CA-D151-42E1-BF3F-3454F8544D96}" dt="2023-10-07T12:41:23.075" v="14" actId="14100"/>
          <ac:spMkLst>
            <pc:docMk/>
            <pc:sldMk cId="109857222" sldId="256"/>
            <ac:spMk id="3" creationId="{00000000-0000-0000-0000-000000000000}"/>
          </ac:spMkLst>
        </pc:spChg>
      </pc:sldChg>
      <pc:sldChg chg="delSp modSp new">
        <pc:chgData name="Jeff DeRemer" userId="a37f3d2d141577c5" providerId="Windows Live" clId="Web-{BD94B4CA-D151-42E1-BF3F-3454F8544D96}" dt="2023-10-07T13:09:05.063" v="161" actId="20577"/>
        <pc:sldMkLst>
          <pc:docMk/>
          <pc:sldMk cId="2462427128" sldId="257"/>
        </pc:sldMkLst>
        <pc:spChg chg="del">
          <ac:chgData name="Jeff DeRemer" userId="a37f3d2d141577c5" providerId="Windows Live" clId="Web-{BD94B4CA-D151-42E1-BF3F-3454F8544D96}" dt="2023-10-07T12:41:30.450" v="16"/>
          <ac:spMkLst>
            <pc:docMk/>
            <pc:sldMk cId="2462427128" sldId="257"/>
            <ac:spMk id="2" creationId="{9E3FF24B-7ABE-47C5-B478-F66457277C50}"/>
          </ac:spMkLst>
        </pc:spChg>
        <pc:spChg chg="mod">
          <ac:chgData name="Jeff DeRemer" userId="a37f3d2d141577c5" providerId="Windows Live" clId="Web-{BD94B4CA-D151-42E1-BF3F-3454F8544D96}" dt="2023-10-07T13:09:05.063" v="161" actId="20577"/>
          <ac:spMkLst>
            <pc:docMk/>
            <pc:sldMk cId="2462427128" sldId="257"/>
            <ac:spMk id="3" creationId="{8EF1D71A-9BAF-7392-BB9F-38F504B93F8B}"/>
          </ac:spMkLst>
        </pc:spChg>
      </pc:sldChg>
      <pc:sldChg chg="modSp add replId">
        <pc:chgData name="Jeff DeRemer" userId="a37f3d2d141577c5" providerId="Windows Live" clId="Web-{BD94B4CA-D151-42E1-BF3F-3454F8544D96}" dt="2023-10-07T13:11:09.676" v="289" actId="20577"/>
        <pc:sldMkLst>
          <pc:docMk/>
          <pc:sldMk cId="2596592782" sldId="258"/>
        </pc:sldMkLst>
        <pc:spChg chg="mod">
          <ac:chgData name="Jeff DeRemer" userId="a37f3d2d141577c5" providerId="Windows Live" clId="Web-{BD94B4CA-D151-42E1-BF3F-3454F8544D96}" dt="2023-10-07T13:11:09.676" v="289" actId="20577"/>
          <ac:spMkLst>
            <pc:docMk/>
            <pc:sldMk cId="2596592782" sldId="258"/>
            <ac:spMk id="3" creationId="{8EF1D71A-9BAF-7392-BB9F-38F504B93F8B}"/>
          </ac:spMkLst>
        </pc:spChg>
      </pc:sldChg>
      <pc:sldChg chg="add replId">
        <pc:chgData name="Jeff DeRemer" userId="a37f3d2d141577c5" providerId="Windows Live" clId="Web-{BD94B4CA-D151-42E1-BF3F-3454F8544D96}" dt="2023-10-07T12:41:43.576" v="22"/>
        <pc:sldMkLst>
          <pc:docMk/>
          <pc:sldMk cId="1038272681" sldId="259"/>
        </pc:sldMkLst>
      </pc:sldChg>
      <pc:sldChg chg="add replId">
        <pc:chgData name="Jeff DeRemer" userId="a37f3d2d141577c5" providerId="Windows Live" clId="Web-{BD94B4CA-D151-42E1-BF3F-3454F8544D96}" dt="2023-10-07T12:41:43.670" v="23"/>
        <pc:sldMkLst>
          <pc:docMk/>
          <pc:sldMk cId="65340281" sldId="260"/>
        </pc:sldMkLst>
      </pc:sldChg>
      <pc:sldChg chg="add replId">
        <pc:chgData name="Jeff DeRemer" userId="a37f3d2d141577c5" providerId="Windows Live" clId="Web-{BD94B4CA-D151-42E1-BF3F-3454F8544D96}" dt="2023-10-07T12:41:43.841" v="24"/>
        <pc:sldMkLst>
          <pc:docMk/>
          <pc:sldMk cId="2311829280" sldId="261"/>
        </pc:sldMkLst>
      </pc:sldChg>
      <pc:sldChg chg="add replId">
        <pc:chgData name="Jeff DeRemer" userId="a37f3d2d141577c5" providerId="Windows Live" clId="Web-{BD94B4CA-D151-42E1-BF3F-3454F8544D96}" dt="2023-10-07T12:41:43.998" v="25"/>
        <pc:sldMkLst>
          <pc:docMk/>
          <pc:sldMk cId="4183447950" sldId="262"/>
        </pc:sldMkLst>
      </pc:sldChg>
      <pc:sldChg chg="new del">
        <pc:chgData name="Jeff DeRemer" userId="a37f3d2d141577c5" providerId="Windows Live" clId="Web-{BD94B4CA-D151-42E1-BF3F-3454F8544D96}" dt="2023-10-07T13:05:48.011" v="28"/>
        <pc:sldMkLst>
          <pc:docMk/>
          <pc:sldMk cId="3104801447" sldId="263"/>
        </pc:sldMkLst>
      </pc:sldChg>
    </pc:docChg>
  </pc:docChgLst>
  <pc:docChgLst>
    <pc:chgData name="Jeff DeRemer" userId="a37f3d2d141577c5" providerId="Windows Live" clId="Web-{45A024DC-4DCC-4B45-B511-EADE784530B4}"/>
    <pc:docChg chg="modSld">
      <pc:chgData name="Jeff DeRemer" userId="a37f3d2d141577c5" providerId="Windows Live" clId="Web-{45A024DC-4DCC-4B45-B511-EADE784530B4}" dt="2023-09-28T21:41:56.061" v="138" actId="20577"/>
      <pc:docMkLst>
        <pc:docMk/>
      </pc:docMkLst>
      <pc:sldChg chg="delSp modSp">
        <pc:chgData name="Jeff DeRemer" userId="a37f3d2d141577c5" providerId="Windows Live" clId="Web-{45A024DC-4DCC-4B45-B511-EADE784530B4}" dt="2023-09-28T21:41:56.061" v="138" actId="20577"/>
        <pc:sldMkLst>
          <pc:docMk/>
          <pc:sldMk cId="109857222" sldId="256"/>
        </pc:sldMkLst>
        <pc:spChg chg="del">
          <ac:chgData name="Jeff DeRemer" userId="a37f3d2d141577c5" providerId="Windows Live" clId="Web-{45A024DC-4DCC-4B45-B511-EADE784530B4}" dt="2023-09-28T21:39:22.368" v="0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Jeff DeRemer" userId="a37f3d2d141577c5" providerId="Windows Live" clId="Web-{45A024DC-4DCC-4B45-B511-EADE784530B4}" dt="2023-09-28T21:41:56.061" v="138" actId="20577"/>
          <ac:spMkLst>
            <pc:docMk/>
            <pc:sldMk cId="109857222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1D71A-9BAF-7392-BB9F-38F504B93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525" y="548761"/>
            <a:ext cx="10721545" cy="57414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President – judge by 'ideas', not 'do we know him'</a:t>
            </a:r>
          </a:p>
          <a:p>
            <a:r>
              <a:rPr lang="en-US" dirty="0">
                <a:ea typeface="Calibri"/>
                <a:cs typeface="Calibri"/>
              </a:rPr>
              <a:t>All a story. Life is a story. Mine's just better.</a:t>
            </a:r>
          </a:p>
          <a:p>
            <a:pPr lvl="1"/>
            <a:r>
              <a:rPr lang="en-US" dirty="0">
                <a:ea typeface="Calibri"/>
                <a:cs typeface="Calibri"/>
              </a:rPr>
              <a:t>New vacations for all of us</a:t>
            </a:r>
          </a:p>
          <a:p>
            <a:pPr lvl="1"/>
            <a:r>
              <a:rPr lang="en-US" dirty="0">
                <a:ea typeface="Calibri"/>
                <a:cs typeface="Calibri"/>
              </a:rPr>
              <a:t>Flying cars for most of us </a:t>
            </a:r>
          </a:p>
          <a:p>
            <a:pPr lvl="1"/>
            <a:r>
              <a:rPr lang="en-US" dirty="0">
                <a:ea typeface="Calibri"/>
                <a:cs typeface="Calibri"/>
              </a:rPr>
              <a:t>Something to look forward to </a:t>
            </a:r>
          </a:p>
          <a:p>
            <a:pPr lvl="1"/>
            <a:r>
              <a:rPr lang="en-US" dirty="0">
                <a:ea typeface="Calibri"/>
                <a:cs typeface="Calibri"/>
              </a:rPr>
              <a:t>A new way of working, new ways of living </a:t>
            </a:r>
          </a:p>
          <a:p>
            <a:pPr lvl="1"/>
            <a:r>
              <a:rPr lang="en-US" dirty="0">
                <a:ea typeface="Calibri"/>
                <a:cs typeface="Calibri"/>
              </a:rPr>
              <a:t>The best solution to global warming</a:t>
            </a:r>
          </a:p>
          <a:p>
            <a:pPr lvl="1"/>
            <a:r>
              <a:rPr lang="en-US" dirty="0">
                <a:ea typeface="Calibri"/>
                <a:cs typeface="Calibri"/>
              </a:rPr>
              <a:t>A permanent (lasting) bridge between haves/nots</a:t>
            </a:r>
          </a:p>
          <a:p>
            <a:pPr lvl="1"/>
            <a:r>
              <a:rPr lang="en-US" dirty="0">
                <a:ea typeface="Calibri"/>
                <a:cs typeface="Calibri"/>
              </a:rPr>
              <a:t>Peeling back the vail of time</a:t>
            </a:r>
          </a:p>
          <a:p>
            <a:pPr lvl="1"/>
            <a:r>
              <a:rPr lang="en-US" dirty="0">
                <a:ea typeface="Calibri"/>
                <a:cs typeface="Calibri"/>
              </a:rPr>
              <a:t>A foothold into space</a:t>
            </a:r>
          </a:p>
          <a:p>
            <a:r>
              <a:rPr lang="en-US" dirty="0">
                <a:ea typeface="Calibri"/>
                <a:cs typeface="Calibri"/>
              </a:rPr>
              <a:t>If you can believe in ANY of these plans – let me hear from you </a:t>
            </a:r>
          </a:p>
        </p:txBody>
      </p:sp>
    </p:spTree>
    <p:extLst>
      <p:ext uri="{BB962C8B-B14F-4D97-AF65-F5344CB8AC3E}">
        <p14:creationId xmlns:p14="http://schemas.microsoft.com/office/powerpoint/2010/main" val="2462427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1D71A-9BAF-7392-BB9F-38F504B93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525" y="548761"/>
            <a:ext cx="10721545" cy="57414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We all live by "Rules &amp; Punishment" - the "stick"</a:t>
            </a:r>
          </a:p>
          <a:p>
            <a:r>
              <a:rPr lang="en-US" dirty="0">
                <a:ea typeface="Calibri"/>
                <a:cs typeface="Calibri"/>
              </a:rPr>
              <a:t>I want to experiment w "Rewards" - the "carrot" </a:t>
            </a:r>
          </a:p>
          <a:p>
            <a:r>
              <a:rPr lang="en-US" dirty="0">
                <a:ea typeface="Calibri"/>
                <a:cs typeface="Calibri"/>
              </a:rPr>
              <a:t>I want to do business w a million businesses..</a:t>
            </a:r>
          </a:p>
          <a:p>
            <a:r>
              <a:rPr lang="en-US" dirty="0">
                <a:ea typeface="Calibri"/>
                <a:cs typeface="Calibri"/>
              </a:rPr>
              <a:t>A few rules, they're all the same rule: "Do the Right Thing!"</a:t>
            </a:r>
          </a:p>
          <a:p>
            <a:pPr lvl="1"/>
            <a:r>
              <a:rPr lang="en-US" dirty="0">
                <a:ea typeface="Calibri"/>
                <a:cs typeface="Calibri"/>
              </a:rPr>
              <a:t>Pay your taxes – no havens / shelters / "smart business" moves.. </a:t>
            </a:r>
          </a:p>
          <a:p>
            <a:pPr lvl="1"/>
            <a:r>
              <a:rPr lang="en-US" dirty="0">
                <a:ea typeface="Calibri"/>
                <a:cs typeface="Calibri"/>
              </a:rPr>
              <a:t>Pay your people </a:t>
            </a:r>
          </a:p>
          <a:p>
            <a:pPr lvl="1"/>
            <a:r>
              <a:rPr lang="en-US" dirty="0">
                <a:ea typeface="Calibri"/>
                <a:cs typeface="Calibri"/>
              </a:rPr>
              <a:t>These shouldn't even be a thing, but here we are </a:t>
            </a:r>
          </a:p>
        </p:txBody>
      </p:sp>
    </p:spTree>
    <p:extLst>
      <p:ext uri="{BB962C8B-B14F-4D97-AF65-F5344CB8AC3E}">
        <p14:creationId xmlns:p14="http://schemas.microsoft.com/office/powerpoint/2010/main" val="2596592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2298" y="729094"/>
            <a:ext cx="10554729" cy="542457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endParaRPr lang="en-US">
              <a:ea typeface="Calibri" panose="020F0502020204030204"/>
              <a:cs typeface="Calibri" panose="020F0502020204030204"/>
            </a:endParaRPr>
          </a:p>
          <a:p>
            <a:pPr algn="l"/>
            <a:r>
              <a:rPr lang="en-US" dirty="0">
                <a:ea typeface="Calibri" panose="020F0502020204030204"/>
                <a:cs typeface="Calibri" panose="020F0502020204030204"/>
              </a:rPr>
              <a:t>Announcing my candidacy – not that I want to – just not at all pleased with the choices</a:t>
            </a:r>
          </a:p>
          <a:p>
            <a:pPr algn="l"/>
            <a:r>
              <a:rPr lang="en-US" dirty="0">
                <a:ea typeface="Calibri" panose="020F0502020204030204"/>
                <a:cs typeface="Calibri" panose="020F0502020204030204"/>
              </a:rPr>
              <a:t>There's not really any competition.. Right??</a:t>
            </a:r>
          </a:p>
          <a:p>
            <a:pPr algn="l"/>
            <a:r>
              <a:rPr lang="en-US" dirty="0">
                <a:ea typeface="Calibri" panose="020F0502020204030204"/>
                <a:cs typeface="Calibri" panose="020F0502020204030204"/>
              </a:rPr>
              <a:t>I am the CHANGE president</a:t>
            </a:r>
          </a:p>
          <a:p>
            <a:pPr marL="342900" indent="-342900" algn="l">
              <a:buChar char="•"/>
            </a:pPr>
            <a:r>
              <a:rPr lang="en-US" dirty="0">
                <a:ea typeface="Calibri" panose="020F0502020204030204"/>
                <a:cs typeface="Calibri" panose="020F0502020204030204"/>
              </a:rPr>
              <a:t>"I'm the </a:t>
            </a:r>
            <a:r>
              <a:rPr lang="en-US" i="1" dirty="0">
                <a:ea typeface="Calibri" panose="020F0502020204030204"/>
                <a:cs typeface="Calibri" panose="020F0502020204030204"/>
              </a:rPr>
              <a:t>jobs</a:t>
            </a:r>
            <a:r>
              <a:rPr lang="en-US" dirty="0">
                <a:ea typeface="Calibri" panose="020F0502020204030204"/>
                <a:cs typeface="Calibri" panose="020F0502020204030204"/>
              </a:rPr>
              <a:t> president" .. in today's world (economy) that's not a flex</a:t>
            </a:r>
          </a:p>
          <a:p>
            <a:pPr marL="342900" indent="-342900" algn="l">
              <a:buChar char="•"/>
            </a:pPr>
            <a:r>
              <a:rPr lang="en-US" dirty="0">
                <a:ea typeface="Calibri" panose="020F0502020204030204"/>
                <a:cs typeface="Calibri" panose="020F0502020204030204"/>
              </a:rPr>
              <a:t>"</a:t>
            </a:r>
            <a:r>
              <a:rPr lang="en-US" dirty="0" err="1">
                <a:ea typeface="Calibri" panose="020F0502020204030204"/>
                <a:cs typeface="Calibri" panose="020F0502020204030204"/>
              </a:rPr>
              <a:t>i</a:t>
            </a:r>
            <a:r>
              <a:rPr lang="en-US" dirty="0">
                <a:ea typeface="Calibri" panose="020F0502020204030204"/>
                <a:cs typeface="Calibri" panose="020F0502020204030204"/>
              </a:rPr>
              <a:t> got da best plans. You'll see. Two weeks"</a:t>
            </a:r>
          </a:p>
          <a:p>
            <a:pPr marL="342900" indent="-342900" algn="l">
              <a:buChar char="•"/>
            </a:pPr>
            <a:r>
              <a:rPr lang="en-US" dirty="0">
                <a:ea typeface="Calibri" panose="020F0502020204030204"/>
                <a:cs typeface="Calibri" panose="020F0502020204030204"/>
              </a:rPr>
              <a:t>Picked a fight w a cartoon mouse</a:t>
            </a:r>
          </a:p>
          <a:p>
            <a:pPr marL="800100" lvl="1" indent="-342900" algn="l">
              <a:buChar char="•"/>
            </a:pPr>
            <a:r>
              <a:rPr lang="en-US" dirty="0">
                <a:ea typeface="Calibri" panose="020F0502020204030204"/>
                <a:cs typeface="Calibri" panose="020F0502020204030204"/>
              </a:rPr>
              <a:t>LOST a fight w a cartoon mouse</a:t>
            </a:r>
          </a:p>
          <a:p>
            <a:pPr marL="342900" indent="-342900" algn="l">
              <a:buChar char="•"/>
            </a:pPr>
            <a:r>
              <a:rPr lang="en-US" dirty="0">
                <a:ea typeface="Calibri" panose="020F0502020204030204"/>
                <a:cs typeface="Calibri" panose="020F0502020204030204"/>
              </a:rPr>
              <a:t>MF bought failed Alzheimer's </a:t>
            </a:r>
            <a:r>
              <a:rPr lang="en-US" dirty="0" err="1">
                <a:ea typeface="Calibri" panose="020F0502020204030204"/>
                <a:cs typeface="Calibri" panose="020F0502020204030204"/>
              </a:rPr>
              <a:t>patent</a:t>
            </a:r>
            <a:r>
              <a:rPr lang="en-US" dirty="0">
                <a:ea typeface="Calibri" panose="020F0502020204030204"/>
                <a:cs typeface="Calibri" panose="020F0502020204030204"/>
              </a:rPr>
              <a:t>, &amp; re-monetized </a:t>
            </a:r>
          </a:p>
          <a:p>
            <a:pPr algn="l"/>
            <a:endParaRPr lang="en-US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1D71A-9BAF-7392-BB9F-38F504B93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525" y="548761"/>
            <a:ext cx="10721545" cy="574147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272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1D71A-9BAF-7392-BB9F-38F504B93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525" y="548761"/>
            <a:ext cx="10721545" cy="574147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40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1D71A-9BAF-7392-BB9F-38F504B93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525" y="548761"/>
            <a:ext cx="10721545" cy="574147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829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1D71A-9BAF-7392-BB9F-38F504B93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525" y="548761"/>
            <a:ext cx="10721545" cy="574147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47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82</cp:revision>
  <dcterms:created xsi:type="dcterms:W3CDTF">2013-07-15T20:26:40Z</dcterms:created>
  <dcterms:modified xsi:type="dcterms:W3CDTF">2023-10-07T13:11:21Z</dcterms:modified>
</cp:coreProperties>
</file>